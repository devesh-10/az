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6.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7.xml" ContentType="application/vnd.openxmlformats-officedocument.them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8.xml" ContentType="application/vnd.openxmlformats-officedocument.them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9.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0.xml" ContentType="application/vnd.openxmlformats-officedocument.theme+xml"/>
  <Override PartName="/ppt/theme/theme11.xml" ContentType="application/vnd.openxmlformats-officedocument.them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xml" ContentType="application/vnd.openxmlformats-officedocument.presentationml.notesSlide+xml"/>
  <Override PartName="/ppt/tags/tag95.xml" ContentType="application/vnd.openxmlformats-officedocument.presentationml.tags+xml"/>
  <Override PartName="/ppt/notesSlides/notesSlide2.xml" ContentType="application/vnd.openxmlformats-officedocument.presentationml.notesSlide+xml"/>
  <Override PartName="/ppt/tags/tag96.xml" ContentType="application/vnd.openxmlformats-officedocument.presentationml.tags+xml"/>
  <Override PartName="/ppt/notesSlides/notesSlide3.xml" ContentType="application/vnd.openxmlformats-officedocument.presentationml.notesSlide+xml"/>
  <Override PartName="/ppt/tags/tag97.xml" ContentType="application/vnd.openxmlformats-officedocument.presentationml.tags+xml"/>
  <Override PartName="/ppt/notesSlides/notesSlide4.xml" ContentType="application/vnd.openxmlformats-officedocument.presentationml.notesSlide+xml"/>
  <Override PartName="/ppt/tags/tag98.xml" ContentType="application/vnd.openxmlformats-officedocument.presentationml.tags+xml"/>
  <Override PartName="/ppt/notesSlides/notesSlide5.xml" ContentType="application/vnd.openxmlformats-officedocument.presentationml.notesSlide+xml"/>
  <Override PartName="/ppt/tags/tag99.xml" ContentType="application/vnd.openxmlformats-officedocument.presentationml.tags+xml"/>
  <Override PartName="/ppt/notesSlides/notesSlide6.xml" ContentType="application/vnd.openxmlformats-officedocument.presentationml.notesSlide+xml"/>
  <Override PartName="/ppt/tags/tag100.xml" ContentType="application/vnd.openxmlformats-officedocument.presentationml.tags+xml"/>
  <Override PartName="/ppt/notesSlides/notesSlide7.xml" ContentType="application/vnd.openxmlformats-officedocument.presentationml.notesSlide+xml"/>
  <Override PartName="/ppt/tags/tag10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0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03.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3"/>
    <p:sldMasterId id="2147483975" r:id="rId14"/>
    <p:sldMasterId id="2147484082" r:id="rId15"/>
    <p:sldMasterId id="2147484000" r:id="rId16"/>
    <p:sldMasterId id="2147484009" r:id="rId17"/>
    <p:sldMasterId id="2147484020" r:id="rId18"/>
    <p:sldMasterId id="2147484026" r:id="rId19"/>
    <p:sldMasterId id="2147484051" r:id="rId20"/>
    <p:sldMasterId id="2147484032" r:id="rId21"/>
  </p:sldMasterIdLst>
  <p:notesMasterIdLst>
    <p:notesMasterId r:id="rId49"/>
  </p:notesMasterIdLst>
  <p:handoutMasterIdLst>
    <p:handoutMasterId r:id="rId50"/>
  </p:handoutMasterIdLst>
  <p:sldIdLst>
    <p:sldId id="2145706891" r:id="rId22"/>
    <p:sldId id="2147470498" r:id="rId23"/>
    <p:sldId id="2147470486" r:id="rId24"/>
    <p:sldId id="2147470496" r:id="rId25"/>
    <p:sldId id="2147470495" r:id="rId26"/>
    <p:sldId id="2147470487" r:id="rId27"/>
    <p:sldId id="2147481393" r:id="rId28"/>
    <p:sldId id="2147470478" r:id="rId29"/>
    <p:sldId id="2147470483" r:id="rId30"/>
    <p:sldId id="2141412474" r:id="rId31"/>
    <p:sldId id="2147470493" r:id="rId32"/>
    <p:sldId id="2141412469" r:id="rId33"/>
    <p:sldId id="2141412488" r:id="rId34"/>
    <p:sldId id="2147470489" r:id="rId35"/>
    <p:sldId id="2147470491" r:id="rId36"/>
    <p:sldId id="2141412485" r:id="rId37"/>
    <p:sldId id="2141412476" r:id="rId38"/>
    <p:sldId id="2147470490" r:id="rId39"/>
    <p:sldId id="2147470492" r:id="rId40"/>
    <p:sldId id="2141412479" r:id="rId41"/>
    <p:sldId id="2147470488" r:id="rId42"/>
    <p:sldId id="2141412473" r:id="rId43"/>
    <p:sldId id="2141412491" r:id="rId44"/>
    <p:sldId id="2141412493" r:id="rId45"/>
    <p:sldId id="2147470494" r:id="rId46"/>
    <p:sldId id="2146846922" r:id="rId47"/>
    <p:sldId id="2141412484" r:id="rId48"/>
  </p:sldIdLst>
  <p:sldSz cx="12192000" cy="6858000"/>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48D31E8-C498-42E3-8453-6ACE6183CE76}">
          <p14:sldIdLst>
            <p14:sldId id="2145706891"/>
            <p14:sldId id="2147470498"/>
            <p14:sldId id="2147470486"/>
            <p14:sldId id="2147470496"/>
            <p14:sldId id="2147470495"/>
            <p14:sldId id="2147470487"/>
            <p14:sldId id="2147481393"/>
            <p14:sldId id="2147470478"/>
            <p14:sldId id="2147470483"/>
            <p14:sldId id="2141412474"/>
            <p14:sldId id="2147470493"/>
            <p14:sldId id="2141412469"/>
            <p14:sldId id="2141412488"/>
            <p14:sldId id="2147470489"/>
            <p14:sldId id="2147470491"/>
            <p14:sldId id="2141412485"/>
            <p14:sldId id="2141412476"/>
            <p14:sldId id="2147470490"/>
            <p14:sldId id="2147470492"/>
            <p14:sldId id="2141412479"/>
            <p14:sldId id="2147470488"/>
            <p14:sldId id="2141412473"/>
            <p14:sldId id="2141412491"/>
            <p14:sldId id="2141412493"/>
            <p14:sldId id="2147470494"/>
            <p14:sldId id="2146846922"/>
            <p14:sldId id="214141248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B7B43A-9B38-CC85-2E05-2DD55BE54349}" name="Rathi, Prakash" initials="" userId="S::knfr600@astrazeneca.net::dc6af2c9-45ef-48e3-8380-01fbeb3fce94" providerId="AD"/>
  <p188:author id="{4098CB84-D7F0-D080-17F1-A75CB189A241}" name="Plant, Keith" initials="KP" userId="S::kdpw573@astrazeneca.net::d8a8df11-8e4c-4e21-91ad-eab8ac2dd9b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Boyes" initials="LB" lastIdx="4" clrIdx="0"/>
  <p:cmAuthor id="2" name="Bratovanov, Dimitar (Project One Consulting)" initials="BD(OC" lastIdx="1" clrIdx="1">
    <p:extLst>
      <p:ext uri="{19B8F6BF-5375-455C-9EA6-DF929625EA0E}">
        <p15:presenceInfo xmlns:p15="http://schemas.microsoft.com/office/powerpoint/2012/main" userId="S::khzw560@astrazeneca.net::c65bdf05-0be0-4ac1-b2c1-8728e9c5b73d" providerId="AD"/>
      </p:ext>
    </p:extLst>
  </p:cmAuthor>
  <p:cmAuthor id="3" name="Connolly, Sean" initials="CS" lastIdx="3" clrIdx="2">
    <p:extLst>
      <p:ext uri="{19B8F6BF-5375-455C-9EA6-DF929625EA0E}">
        <p15:presenceInfo xmlns:p15="http://schemas.microsoft.com/office/powerpoint/2012/main" userId="S::klxb660@astrazeneca.net::06569c98-15f8-4243-81b8-edccc788dcb3" providerId="AD"/>
      </p:ext>
    </p:extLst>
  </p:cmAuthor>
  <p:cmAuthor id="4" name="Jameson, Rob" initials="JR" lastIdx="3" clrIdx="3">
    <p:extLst>
      <p:ext uri="{19B8F6BF-5375-455C-9EA6-DF929625EA0E}">
        <p15:presenceInfo xmlns:p15="http://schemas.microsoft.com/office/powerpoint/2012/main" userId="S::kjgn803@astrazeneca.net::c8cd8b86-a6f6-4b67-9b0d-6cfcb8c42bac" providerId="AD"/>
      </p:ext>
    </p:extLst>
  </p:cmAuthor>
  <p:cmAuthor id="5" name="Marren, Derek" initials="DRM" lastIdx="1" clrIdx="4">
    <p:extLst>
      <p:ext uri="{19B8F6BF-5375-455C-9EA6-DF929625EA0E}">
        <p15:presenceInfo xmlns:p15="http://schemas.microsoft.com/office/powerpoint/2012/main" userId="Marren, Derek" providerId="None"/>
      </p:ext>
    </p:extLst>
  </p:cmAuthor>
  <p:cmAuthor id="6" name="Mahal, Amrik" initials="MA" lastIdx="2" clrIdx="5">
    <p:extLst>
      <p:ext uri="{19B8F6BF-5375-455C-9EA6-DF929625EA0E}">
        <p15:presenceInfo xmlns:p15="http://schemas.microsoft.com/office/powerpoint/2012/main" userId="S::kzcp122@astrazeneca.net::60122904-4caf-41f8-b9b9-00772e63cd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830051"/>
    <a:srgbClr val="F2E5ED"/>
    <a:srgbClr val="003865"/>
    <a:srgbClr val="E5EBEF"/>
    <a:srgbClr val="F9FBE5"/>
    <a:srgbClr val="D0006F"/>
    <a:srgbClr val="C4D600"/>
    <a:srgbClr val="68D2D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964" y="1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xml"/><Relationship Id="rId18" Type="http://schemas.openxmlformats.org/officeDocument/2006/relationships/slideMaster" Target="slideMasters/slideMaster6.xml"/><Relationship Id="rId26" Type="http://schemas.openxmlformats.org/officeDocument/2006/relationships/slide" Target="slides/slide5.xml"/><Relationship Id="rId39" Type="http://schemas.openxmlformats.org/officeDocument/2006/relationships/slide" Target="slides/slide18.xml"/><Relationship Id="rId21" Type="http://schemas.openxmlformats.org/officeDocument/2006/relationships/slideMaster" Target="slideMasters/slideMaster9.xml"/><Relationship Id="rId34" Type="http://schemas.openxmlformats.org/officeDocument/2006/relationships/slide" Target="slides/slide13.xml"/><Relationship Id="rId42" Type="http://schemas.openxmlformats.org/officeDocument/2006/relationships/slide" Target="slides/slide21.xml"/><Relationship Id="rId47" Type="http://schemas.openxmlformats.org/officeDocument/2006/relationships/slide" Target="slides/slide26.xml"/><Relationship Id="rId50" Type="http://schemas.openxmlformats.org/officeDocument/2006/relationships/handoutMaster" Target="handoutMasters/handoutMaster1.xml"/><Relationship Id="rId55"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Master" Target="slideMasters/slideMaster4.xml"/><Relationship Id="rId29" Type="http://schemas.openxmlformats.org/officeDocument/2006/relationships/slide" Target="slides/slide8.xml"/><Relationship Id="rId11" Type="http://schemas.openxmlformats.org/officeDocument/2006/relationships/customXml" Target="../customXml/item11.xml"/><Relationship Id="rId24" Type="http://schemas.openxmlformats.org/officeDocument/2006/relationships/slide" Target="slides/slide3.xml"/><Relationship Id="rId32" Type="http://schemas.openxmlformats.org/officeDocument/2006/relationships/slide" Target="slides/slide11.xml"/><Relationship Id="rId37" Type="http://schemas.openxmlformats.org/officeDocument/2006/relationships/slide" Target="slides/slide16.xml"/><Relationship Id="rId40" Type="http://schemas.openxmlformats.org/officeDocument/2006/relationships/slide" Target="slides/slide19.xml"/><Relationship Id="rId45" Type="http://schemas.openxmlformats.org/officeDocument/2006/relationships/slide" Target="slides/slide24.xml"/><Relationship Id="rId53" Type="http://schemas.openxmlformats.org/officeDocument/2006/relationships/presProps" Target="presProps.xml"/><Relationship Id="rId5" Type="http://schemas.openxmlformats.org/officeDocument/2006/relationships/customXml" Target="../customXml/item5.xml"/><Relationship Id="rId19" Type="http://schemas.openxmlformats.org/officeDocument/2006/relationships/slideMaster" Target="slideMasters/slideMaster7.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2.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openxmlformats.org/officeDocument/2006/relationships/slide" Target="slides/slide14.xml"/><Relationship Id="rId43" Type="http://schemas.openxmlformats.org/officeDocument/2006/relationships/slide" Target="slides/slide22.xml"/><Relationship Id="rId48" Type="http://schemas.openxmlformats.org/officeDocument/2006/relationships/slide" Target="slides/slide27.xml"/><Relationship Id="rId56"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Master" Target="slideMasters/slideMaster5.xml"/><Relationship Id="rId25" Type="http://schemas.openxmlformats.org/officeDocument/2006/relationships/slide" Target="slides/slide4.xml"/><Relationship Id="rId33" Type="http://schemas.openxmlformats.org/officeDocument/2006/relationships/slide" Target="slides/slide12.xml"/><Relationship Id="rId38" Type="http://schemas.openxmlformats.org/officeDocument/2006/relationships/slide" Target="slides/slide17.xml"/><Relationship Id="rId46" Type="http://schemas.openxmlformats.org/officeDocument/2006/relationships/slide" Target="slides/slide25.xml"/><Relationship Id="rId20" Type="http://schemas.openxmlformats.org/officeDocument/2006/relationships/slideMaster" Target="slideMasters/slideMaster8.xml"/><Relationship Id="rId41" Type="http://schemas.openxmlformats.org/officeDocument/2006/relationships/slide" Target="slides/slide20.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Master" Target="slideMasters/slideMaster3.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customXml" Target="../customXml/item10.xml"/><Relationship Id="rId31" Type="http://schemas.openxmlformats.org/officeDocument/2006/relationships/slide" Target="slides/slide10.xml"/><Relationship Id="rId44" Type="http://schemas.openxmlformats.org/officeDocument/2006/relationships/slide" Target="slides/slide23.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2" Type="http://schemas.openxmlformats.org/officeDocument/2006/relationships/tags" Target="../tags/tag92.xml"/><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3131E8-FB12-410D-BF61-66026F4B99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3F84DA3-B4E6-4214-A070-882C7BF7CE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FD0D9C-4FB5-4727-9E3D-4B02106E0BF8}" type="datetimeFigureOut">
              <a:rPr lang="en-US" smtClean="0"/>
              <a:t>2/10/2026</a:t>
            </a:fld>
            <a:endParaRPr lang="en-US"/>
          </a:p>
        </p:txBody>
      </p:sp>
      <p:sp>
        <p:nvSpPr>
          <p:cNvPr id="4" name="Footer Placeholder 3">
            <a:extLst>
              <a:ext uri="{FF2B5EF4-FFF2-40B4-BE49-F238E27FC236}">
                <a16:creationId xmlns:a16="http://schemas.microsoft.com/office/drawing/2014/main" id="{10B9E54A-6E6E-45BD-A700-6E2757729E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70E95B-A9AE-4EB9-81E6-ECFE9C38ED5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95E8E-A04D-4A46-9BA0-C3F696754EF8}" type="slidenum">
              <a:rPr lang="en-US" smtClean="0"/>
              <a:t>‹#›</a:t>
            </a:fld>
            <a:endParaRPr lang="en-US"/>
          </a:p>
        </p:txBody>
      </p:sp>
    </p:spTree>
    <p:custDataLst>
      <p:tags r:id="rId2"/>
    </p:custDataLst>
    <p:extLst>
      <p:ext uri="{BB962C8B-B14F-4D97-AF65-F5344CB8AC3E}">
        <p14:creationId xmlns:p14="http://schemas.microsoft.com/office/powerpoint/2010/main" val="28587000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203200"/>
          </a:xfrm>
          <a:prstGeom prst="rect">
            <a:avLst/>
          </a:prstGeom>
        </p:spPr>
        <p:txBody>
          <a:bodyPr vert="horz" lIns="91440" tIns="45720" rIns="91440" bIns="45720" rtlCol="0"/>
          <a:lstStyle>
            <a:lvl1pPr algn="l">
              <a:defRPr sz="800"/>
            </a:lvl1pPr>
          </a:lstStyle>
          <a:p>
            <a:endParaRPr lang="en-GB"/>
          </a:p>
        </p:txBody>
      </p:sp>
      <p:sp>
        <p:nvSpPr>
          <p:cNvPr id="3" name="Date Placeholder 2"/>
          <p:cNvSpPr>
            <a:spLocks noGrp="1"/>
          </p:cNvSpPr>
          <p:nvPr>
            <p:ph type="dt" idx="1"/>
          </p:nvPr>
        </p:nvSpPr>
        <p:spPr>
          <a:xfrm>
            <a:off x="3884613" y="1"/>
            <a:ext cx="2971800" cy="203200"/>
          </a:xfrm>
          <a:prstGeom prst="rect">
            <a:avLst/>
          </a:prstGeom>
        </p:spPr>
        <p:txBody>
          <a:bodyPr vert="horz" lIns="91440" tIns="45720" rIns="91440" bIns="45720" rtlCol="0"/>
          <a:lstStyle>
            <a:lvl1pPr algn="r">
              <a:defRPr sz="800"/>
            </a:lvl1pPr>
          </a:lstStyle>
          <a:p>
            <a:fld id="{8336942B-E6A5-475C-AB1E-005DE3D92BF2}" type="datetimeFigureOut">
              <a:rPr lang="en-GB" smtClean="0"/>
              <a:pPr/>
              <a:t>10/02/2026</a:t>
            </a:fld>
            <a:endParaRPr lang="en-GB"/>
          </a:p>
        </p:txBody>
      </p:sp>
      <p:sp>
        <p:nvSpPr>
          <p:cNvPr id="4" name="Slide Image Placeholder 3"/>
          <p:cNvSpPr>
            <a:spLocks noGrp="1" noRot="1" noChangeAspect="1"/>
          </p:cNvSpPr>
          <p:nvPr>
            <p:ph type="sldImg" idx="2"/>
          </p:nvPr>
        </p:nvSpPr>
        <p:spPr>
          <a:xfrm>
            <a:off x="850498" y="299584"/>
            <a:ext cx="5157004" cy="2900816"/>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16114" y="3296783"/>
            <a:ext cx="6625772" cy="5629503"/>
          </a:xfrm>
          <a:prstGeom prst="rect">
            <a:avLst/>
          </a:prstGeom>
        </p:spPr>
        <p:txBody>
          <a:bodyPr vert="horz" lIns="0" tIns="0" rIns="0" bIns="0" numCol="1" spcCol="36000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969829"/>
            <a:ext cx="2971800" cy="174171"/>
          </a:xfrm>
          <a:prstGeom prst="rect">
            <a:avLst/>
          </a:prstGeom>
        </p:spPr>
        <p:txBody>
          <a:bodyPr vert="horz" lIns="91440" tIns="45720" rIns="91440" bIns="45720" rtlCol="0" anchor="b"/>
          <a:lstStyle>
            <a:lvl1pPr algn="l">
              <a:defRPr sz="800"/>
            </a:lvl1pPr>
          </a:lstStyle>
          <a:p>
            <a:endParaRPr lang="en-GB"/>
          </a:p>
        </p:txBody>
      </p:sp>
      <p:sp>
        <p:nvSpPr>
          <p:cNvPr id="7" name="Slide Number Placeholder 6"/>
          <p:cNvSpPr>
            <a:spLocks noGrp="1"/>
          </p:cNvSpPr>
          <p:nvPr>
            <p:ph type="sldNum" sz="quarter" idx="5"/>
          </p:nvPr>
        </p:nvSpPr>
        <p:spPr>
          <a:xfrm>
            <a:off x="3884613" y="8969829"/>
            <a:ext cx="2971800" cy="174171"/>
          </a:xfrm>
          <a:prstGeom prst="rect">
            <a:avLst/>
          </a:prstGeom>
        </p:spPr>
        <p:txBody>
          <a:bodyPr vert="horz" lIns="91440" tIns="45720" rIns="91440" bIns="45720" rtlCol="0" anchor="b"/>
          <a:lstStyle>
            <a:lvl1pPr algn="r">
              <a:defRPr sz="800"/>
            </a:lvl1pPr>
          </a:lstStyle>
          <a:p>
            <a:fld id="{48857A81-DEF9-4B57-AC08-20326D7F815B}" type="slidenum">
              <a:rPr lang="en-GB" smtClean="0"/>
              <a:pPr/>
              <a:t>‹#›</a:t>
            </a:fld>
            <a:endParaRPr lang="en-GB"/>
          </a:p>
        </p:txBody>
      </p:sp>
    </p:spTree>
    <p:extLst>
      <p:ext uri="{BB962C8B-B14F-4D97-AF65-F5344CB8AC3E}">
        <p14:creationId xmlns:p14="http://schemas.microsoft.com/office/powerpoint/2010/main" val="187597517"/>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200"/>
      </a:spcAft>
      <a:buFont typeface="Arial" panose="020B0604020202020204" pitchFamily="34" charset="0"/>
      <a:buNone/>
      <a:defRPr sz="1000" kern="1200">
        <a:solidFill>
          <a:schemeClr val="tx1"/>
        </a:solidFill>
        <a:latin typeface="+mn-lt"/>
        <a:ea typeface="+mn-ea"/>
        <a:cs typeface="+mn-cs"/>
      </a:defRPr>
    </a:lvl1pPr>
    <a:lvl2pPr marL="252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2pPr>
    <a:lvl3pPr marL="396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3pPr>
    <a:lvl4pPr marL="540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4pPr>
    <a:lvl5pPr marL="684000" indent="-108000" algn="l" defTabSz="914400" rtl="0" eaLnBrk="1" latinLnBrk="0" hangingPunct="1">
      <a:spcAft>
        <a:spcPts val="200"/>
      </a:spcAft>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857A81-DEF9-4B57-AC08-20326D7F815B}" type="slidenum">
              <a:rPr kumimoji="0" lang="en-GB" sz="800" b="0" i="0" u="none" strike="noStrike" kern="1200" cap="none" spc="0" normalizeH="0" baseline="0" noProof="0" smtClean="0">
                <a:ln>
                  <a:noFill/>
                </a:ln>
                <a:solidFill>
                  <a:srgbClr val="3F4444"/>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
        <p:nvSpPr>
          <p:cNvPr id="6" name="Slide Image Placeholder 5">
            <a:extLst>
              <a:ext uri="{FF2B5EF4-FFF2-40B4-BE49-F238E27FC236}">
                <a16:creationId xmlns:a16="http://schemas.microsoft.com/office/drawing/2014/main" id="{D8676D5B-AEAA-446F-BB4E-3D44B1DD3E32}"/>
              </a:ext>
            </a:extLst>
          </p:cNvPr>
          <p:cNvSpPr>
            <a:spLocks noGrp="1" noRot="1" noChangeAspect="1"/>
          </p:cNvSpPr>
          <p:nvPr>
            <p:ph type="sldImg"/>
          </p:nvPr>
        </p:nvSpPr>
        <p:spPr>
          <a:xfrm>
            <a:off x="850900" y="300038"/>
            <a:ext cx="5156200" cy="2900362"/>
          </a:xfrm>
        </p:spPr>
      </p:sp>
      <p:sp>
        <p:nvSpPr>
          <p:cNvPr id="7" name="Notes Placeholder 6">
            <a:extLst>
              <a:ext uri="{FF2B5EF4-FFF2-40B4-BE49-F238E27FC236}">
                <a16:creationId xmlns:a16="http://schemas.microsoft.com/office/drawing/2014/main" id="{75ED7E47-7128-4755-981B-A920B7E2FA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21321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F4444"/>
                </a:solidFill>
                <a:effectLst/>
                <a:uLnTx/>
                <a:uFillTx/>
                <a:latin typeface="Calibri" panose="020F0502020204030204"/>
                <a:ea typeface="+mn-ea"/>
                <a:cs typeface="+mn-cs"/>
              </a:rPr>
              <a:t>Changes in 2021/2022</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endParaRPr kumimoji="0" lang="en-US" sz="1000" b="1" i="0" u="none" strike="noStrike" kern="1200" cap="none" spc="0" normalizeH="0" baseline="0" noProof="0">
              <a:ln>
                <a:noFill/>
              </a:ln>
              <a:solidFill>
                <a:srgbClr val="3F4444"/>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F4444"/>
                </a:solidFill>
                <a:effectLst/>
                <a:uLnTx/>
                <a:uFillTx/>
                <a:latin typeface="Calibri" panose="020F0502020204030204"/>
                <a:ea typeface="+mn-ea"/>
                <a:cs typeface="+mn-cs"/>
              </a:rPr>
              <a:t>Digital Lab turned into a platform</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endParaRPr kumimoji="0" lang="en-US" sz="1000" b="1" i="0" u="none" strike="noStrike" kern="1200" cap="none" spc="0" normalizeH="0" baseline="0" noProof="0">
              <a:ln>
                <a:noFill/>
              </a:ln>
              <a:solidFill>
                <a:srgbClr val="3F4444"/>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F4444"/>
                </a:solidFill>
                <a:effectLst/>
                <a:uLnTx/>
                <a:uFillTx/>
                <a:latin typeface="Calibri" panose="020F0502020204030204"/>
                <a:ea typeface="+mn-ea"/>
                <a:cs typeface="+mn-cs"/>
              </a:rPr>
              <a:t>MTA and ADD platforms merged into A-DMTA platform</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endParaRPr kumimoji="0" lang="en-US" sz="1000" b="1" i="0" u="none" strike="noStrike" kern="1200" cap="none" spc="0" normalizeH="0" baseline="0" noProof="0">
              <a:ln>
                <a:noFill/>
              </a:ln>
              <a:solidFill>
                <a:srgbClr val="3F4444"/>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F4444"/>
                </a:solidFill>
                <a:effectLst/>
                <a:uLnTx/>
                <a:uFillTx/>
                <a:latin typeface="Calibri" panose="020F0502020204030204"/>
                <a:ea typeface="+mn-ea"/>
                <a:cs typeface="+mn-cs"/>
              </a:rPr>
              <a:t>Study Design and Intelligence Platform has seen Control Tower grow</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F4444"/>
                </a:solidFill>
                <a:effectLst/>
                <a:uLnTx/>
                <a:uFillTx/>
                <a:latin typeface="Calibri" panose="020F0502020204030204"/>
                <a:ea typeface="+mn-ea"/>
                <a:cs typeface="+mn-cs"/>
              </a:rPr>
              <a:t>In 2021 Added:</a:t>
            </a:r>
          </a:p>
          <a:p>
            <a:pPr marL="252000" marR="0" lvl="1" indent="-108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3F4444"/>
                </a:solidFill>
                <a:effectLst/>
                <a:uLnTx/>
                <a:uFillTx/>
                <a:latin typeface="Calibri" panose="020F0502020204030204"/>
                <a:ea typeface="+mn-ea"/>
                <a:cs typeface="+mn-cs"/>
              </a:rPr>
              <a:t>GPPM control Tower</a:t>
            </a:r>
          </a:p>
          <a:p>
            <a:pPr marL="252000" marR="0" lvl="1" indent="-108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3F4444"/>
                </a:solidFill>
                <a:effectLst/>
                <a:uLnTx/>
                <a:uFillTx/>
                <a:latin typeface="Calibri" panose="020F0502020204030204"/>
                <a:ea typeface="+mn-ea"/>
                <a:cs typeface="+mn-cs"/>
              </a:rPr>
              <a:t>LSPC Control Tower</a:t>
            </a:r>
          </a:p>
          <a:p>
            <a:pPr marL="252000" marR="0" lvl="1" indent="-10800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3F4444"/>
                </a:solidFill>
                <a:effectLst/>
                <a:uLnTx/>
                <a:uFillTx/>
                <a:latin typeface="Calibri" panose="020F0502020204030204"/>
                <a:ea typeface="+mn-ea"/>
                <a:cs typeface="+mn-cs"/>
              </a:rPr>
              <a:t>ESPC Control Tower</a:t>
            </a:r>
            <a:endPar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rPr>
              <a:t>We also see that during 2022 is that we will introduce a Regulatory Control Tower</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endPar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rPr>
              <a:t>Through ERV, we will introduce a </a:t>
            </a:r>
            <a:r>
              <a:rPr kumimoji="0" lang="en-GB" sz="1000" b="1" i="0" u="none" strike="noStrike" kern="1200" cap="none" spc="0" normalizeH="0" baseline="0" noProof="0">
                <a:ln>
                  <a:noFill/>
                </a:ln>
                <a:solidFill>
                  <a:srgbClr val="3F4444"/>
                </a:solidFill>
                <a:effectLst/>
                <a:uLnTx/>
                <a:uFillTx/>
                <a:latin typeface="Calibri" panose="020F0502020204030204"/>
                <a:ea typeface="+mn-ea"/>
                <a:cs typeface="+mn-cs"/>
              </a:rPr>
              <a:t>Requlatory and Quality Platform in 2022</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endPar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rPr>
              <a:t>Through our integration with Alexion, we will take the first steps to move </a:t>
            </a:r>
            <a:r>
              <a:rPr kumimoji="0" lang="en-GB" sz="1000" b="1" i="0" u="none" strike="noStrike" kern="1200" cap="none" spc="0" normalizeH="0" baseline="0" noProof="0">
                <a:ln>
                  <a:noFill/>
                </a:ln>
                <a:solidFill>
                  <a:srgbClr val="3F4444"/>
                </a:solidFill>
                <a:effectLst/>
                <a:uLnTx/>
                <a:uFillTx/>
                <a:latin typeface="Calibri" panose="020F0502020204030204"/>
                <a:ea typeface="+mn-ea"/>
                <a:cs typeface="+mn-cs"/>
              </a:rPr>
              <a:t>PV into platform operations in 2022/2023</a:t>
            </a:r>
            <a:r>
              <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endPar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r>
              <a:rPr kumimoji="0" lang="en-GB" sz="1000" b="1" i="0" u="none" strike="noStrike" kern="1200" cap="none" spc="0" normalizeH="0" baseline="0" noProof="0">
                <a:ln>
                  <a:noFill/>
                </a:ln>
                <a:solidFill>
                  <a:srgbClr val="3F4444"/>
                </a:solidFill>
                <a:effectLst/>
                <a:uLnTx/>
                <a:uFillTx/>
                <a:latin typeface="Calibri" panose="020F0502020204030204"/>
                <a:ea typeface="+mn-ea"/>
                <a:cs typeface="+mn-cs"/>
              </a:rPr>
              <a:t>Deep Learning platform removed </a:t>
            </a:r>
            <a:r>
              <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rPr>
              <a:t>as the AI/ML Ops team are using the </a:t>
            </a:r>
            <a:r>
              <a:rPr kumimoji="0" lang="en-GB" sz="1000" b="1" i="0" u="none" strike="noStrike" kern="1200" cap="none" spc="0" normalizeH="0" baseline="0" noProof="0">
                <a:ln>
                  <a:noFill/>
                </a:ln>
                <a:solidFill>
                  <a:srgbClr val="3F4444"/>
                </a:solidFill>
                <a:effectLst/>
                <a:uLnTx/>
                <a:uFillTx/>
                <a:latin typeface="Calibri" panose="020F0502020204030204"/>
                <a:ea typeface="+mn-ea"/>
                <a:cs typeface="+mn-cs"/>
              </a:rPr>
              <a:t>enterprise AI platforms</a:t>
            </a:r>
          </a:p>
        </p:txBody>
      </p:sp>
      <p:sp>
        <p:nvSpPr>
          <p:cNvPr id="4" name="Slide Number Placeholder 3"/>
          <p:cNvSpPr>
            <a:spLocks noGrp="1"/>
          </p:cNvSpPr>
          <p:nvPr>
            <p:ph type="sldNum" sz="quarter" idx="5"/>
          </p:nvPr>
        </p:nvSpPr>
        <p:spPr/>
        <p:txBody>
          <a:bodyPr/>
          <a:lstStyle/>
          <a:p>
            <a:fld id="{48857A81-DEF9-4B57-AC08-20326D7F815B}" type="slidenum">
              <a:rPr lang="en-GB" smtClean="0"/>
              <a:pPr/>
              <a:t>2</a:t>
            </a:fld>
            <a:endParaRPr lang="en-GB"/>
          </a:p>
        </p:txBody>
      </p:sp>
    </p:spTree>
    <p:extLst>
      <p:ext uri="{BB962C8B-B14F-4D97-AF65-F5344CB8AC3E}">
        <p14:creationId xmlns:p14="http://schemas.microsoft.com/office/powerpoint/2010/main" val="13568480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58825"/>
            <a:ext cx="5253037" cy="2955925"/>
          </a:xfrm>
        </p:spPr>
      </p:sp>
      <p:sp>
        <p:nvSpPr>
          <p:cNvPr id="3" name="Notes Placeholder 2"/>
          <p:cNvSpPr>
            <a:spLocks noGrp="1"/>
          </p:cNvSpPr>
          <p:nvPr>
            <p:ph type="body" idx="1"/>
          </p:nvPr>
        </p:nvSpPr>
        <p:spPr/>
        <p:txBody>
          <a:bodyPr>
            <a:normAutofit/>
          </a:bodyPr>
          <a:lstStyle/>
          <a:p>
            <a:r>
              <a:rPr lang="en-US" b="1"/>
              <a:t>Changes in 2021/2022</a:t>
            </a:r>
          </a:p>
          <a:p>
            <a:endParaRPr lang="en-US" b="1"/>
          </a:p>
          <a:p>
            <a:r>
              <a:rPr lang="en-US" b="1"/>
              <a:t>Digital Lab turned into a platform</a:t>
            </a:r>
          </a:p>
          <a:p>
            <a:endParaRPr lang="en-US" b="1"/>
          </a:p>
          <a:p>
            <a:r>
              <a:rPr lang="en-US" b="1"/>
              <a:t>MTA and ADD platforms merged into A-DMTA platform</a:t>
            </a:r>
          </a:p>
          <a:p>
            <a:endParaRPr lang="en-US" b="1"/>
          </a:p>
          <a:p>
            <a:r>
              <a:rPr lang="en-US" b="1"/>
              <a:t>Study Design and Intelligence Platform has seen Control Tower grow</a:t>
            </a:r>
          </a:p>
          <a:p>
            <a:r>
              <a:rPr lang="en-US"/>
              <a:t>In 2021 Added:</a:t>
            </a:r>
          </a:p>
          <a:p>
            <a:pPr lvl="1"/>
            <a:r>
              <a:rPr lang="en-US"/>
              <a:t>GPPM control Tower</a:t>
            </a:r>
          </a:p>
          <a:p>
            <a:pPr lvl="1"/>
            <a:r>
              <a:rPr lang="en-US"/>
              <a:t>LSPC Control Tower</a:t>
            </a:r>
          </a:p>
          <a:p>
            <a:pPr lvl="1"/>
            <a:r>
              <a:rPr lang="en-US"/>
              <a:t>ESPC Control Tower</a:t>
            </a:r>
            <a:endParaRPr lang="en-GB"/>
          </a:p>
          <a:p>
            <a:r>
              <a:rPr lang="en-GB"/>
              <a:t>We also see that during 2022 is that we will introduce a Regulatory Control Tower</a:t>
            </a:r>
          </a:p>
          <a:p>
            <a:endParaRPr lang="en-GB"/>
          </a:p>
          <a:p>
            <a:r>
              <a:rPr lang="en-GB"/>
              <a:t>Through ERV, we will introduce a </a:t>
            </a:r>
            <a:r>
              <a:rPr lang="en-GB" b="1" err="1"/>
              <a:t>Requlatory</a:t>
            </a:r>
            <a:r>
              <a:rPr lang="en-GB" b="1"/>
              <a:t> and Quality Platform in 2022</a:t>
            </a:r>
          </a:p>
          <a:p>
            <a:endParaRPr lang="en-GB"/>
          </a:p>
          <a:p>
            <a:r>
              <a:rPr lang="en-GB"/>
              <a:t>Through our integration with Alexion, we will take the first steps to move </a:t>
            </a:r>
            <a:r>
              <a:rPr lang="en-GB" b="1"/>
              <a:t>PV into platform operations in 2022/2023</a:t>
            </a:r>
            <a:r>
              <a:rPr lang="en-GB"/>
              <a:t>.</a:t>
            </a:r>
          </a:p>
          <a:p>
            <a:endParaRPr lang="en-GB"/>
          </a:p>
          <a:p>
            <a:r>
              <a:rPr lang="en-GB" b="1"/>
              <a:t>Deep Learning platform removed </a:t>
            </a:r>
            <a:r>
              <a:rPr lang="en-GB"/>
              <a:t>as the AI/ML Ops team are using the </a:t>
            </a:r>
            <a:r>
              <a:rPr lang="en-GB" b="1"/>
              <a:t>enterprise AI platforms</a:t>
            </a:r>
          </a:p>
        </p:txBody>
      </p:sp>
      <p:sp>
        <p:nvSpPr>
          <p:cNvPr id="4" name="Slide Number Placeholder 3"/>
          <p:cNvSpPr>
            <a:spLocks noGrp="1"/>
          </p:cNvSpPr>
          <p:nvPr>
            <p:ph type="sldNum" sz="quarter" idx="10"/>
          </p:nvPr>
        </p:nvSpPr>
        <p:spPr/>
        <p:txBody>
          <a:bodyPr/>
          <a:lstStyle/>
          <a:p>
            <a:pPr marL="0" marR="0" lvl="0" indent="0" algn="r" defTabSz="462176" rtl="0" eaLnBrk="1" fontAlgn="auto" latinLnBrk="0" hangingPunct="1">
              <a:lnSpc>
                <a:spcPct val="100000"/>
              </a:lnSpc>
              <a:spcBef>
                <a:spcPts val="0"/>
              </a:spcBef>
              <a:spcAft>
                <a:spcPts val="0"/>
              </a:spcAft>
              <a:buClrTx/>
              <a:buSzTx/>
              <a:buFontTx/>
              <a:buNone/>
              <a:tabLst/>
              <a:defRPr/>
            </a:pPr>
            <a:fld id="{972A9056-36EB-45EA-8846-DFBEB72BBB49}"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462176"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17840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58825"/>
            <a:ext cx="5253037" cy="2955925"/>
          </a:xfrm>
        </p:spPr>
      </p:sp>
      <p:sp>
        <p:nvSpPr>
          <p:cNvPr id="3" name="Notes Placeholder 2"/>
          <p:cNvSpPr>
            <a:spLocks noGrp="1"/>
          </p:cNvSpPr>
          <p:nvPr>
            <p:ph type="body" idx="1"/>
          </p:nvPr>
        </p:nvSpPr>
        <p:spPr/>
        <p:txBody>
          <a:bodyPr>
            <a:normAutofit/>
          </a:bodyPr>
          <a:lstStyle/>
          <a:p>
            <a:r>
              <a:rPr lang="en-US" b="1"/>
              <a:t>Changes in 2021/2022</a:t>
            </a:r>
          </a:p>
          <a:p>
            <a:endParaRPr lang="en-US" b="1"/>
          </a:p>
          <a:p>
            <a:r>
              <a:rPr lang="en-US" b="1"/>
              <a:t>Digital Lab turned into a platform</a:t>
            </a:r>
          </a:p>
          <a:p>
            <a:endParaRPr lang="en-US" b="1"/>
          </a:p>
          <a:p>
            <a:r>
              <a:rPr lang="en-US" b="1"/>
              <a:t>MTA and ADD platforms merged into A-DMTA platform</a:t>
            </a:r>
          </a:p>
          <a:p>
            <a:endParaRPr lang="en-US" b="1"/>
          </a:p>
          <a:p>
            <a:r>
              <a:rPr lang="en-US" b="1"/>
              <a:t>Study Design and Intelligence Platform has seen Control Tower grow</a:t>
            </a:r>
          </a:p>
          <a:p>
            <a:r>
              <a:rPr lang="en-US"/>
              <a:t>In 2021 Added:</a:t>
            </a:r>
          </a:p>
          <a:p>
            <a:pPr lvl="1"/>
            <a:r>
              <a:rPr lang="en-US"/>
              <a:t>GPPM control Tower</a:t>
            </a:r>
          </a:p>
          <a:p>
            <a:pPr lvl="1"/>
            <a:r>
              <a:rPr lang="en-US"/>
              <a:t>LSPC Control Tower</a:t>
            </a:r>
          </a:p>
          <a:p>
            <a:pPr lvl="1"/>
            <a:r>
              <a:rPr lang="en-US"/>
              <a:t>ESPC Control Tower</a:t>
            </a:r>
            <a:endParaRPr lang="en-GB"/>
          </a:p>
          <a:p>
            <a:r>
              <a:rPr lang="en-GB"/>
              <a:t>We also see that during 2022 is that we will introduce a Regulatory Control Tower</a:t>
            </a:r>
          </a:p>
          <a:p>
            <a:endParaRPr lang="en-GB"/>
          </a:p>
          <a:p>
            <a:r>
              <a:rPr lang="en-GB"/>
              <a:t>Through ERV, we will introduce a </a:t>
            </a:r>
            <a:r>
              <a:rPr lang="en-GB" b="1" err="1"/>
              <a:t>Requlatory</a:t>
            </a:r>
            <a:r>
              <a:rPr lang="en-GB" b="1"/>
              <a:t> and Quality Platform in 2022</a:t>
            </a:r>
          </a:p>
          <a:p>
            <a:endParaRPr lang="en-GB"/>
          </a:p>
          <a:p>
            <a:r>
              <a:rPr lang="en-GB"/>
              <a:t>Through our integration with Alexion, we will take the first steps to move </a:t>
            </a:r>
            <a:r>
              <a:rPr lang="en-GB" b="1"/>
              <a:t>PV into platform operations in 2022/2023</a:t>
            </a:r>
            <a:r>
              <a:rPr lang="en-GB"/>
              <a:t>.</a:t>
            </a:r>
          </a:p>
          <a:p>
            <a:endParaRPr lang="en-GB"/>
          </a:p>
          <a:p>
            <a:r>
              <a:rPr lang="en-GB" b="1"/>
              <a:t>Deep Learning platform removed </a:t>
            </a:r>
            <a:r>
              <a:rPr lang="en-GB"/>
              <a:t>as the AI/ML Ops team are using the </a:t>
            </a:r>
            <a:r>
              <a:rPr lang="en-GB" b="1"/>
              <a:t>enterprise AI platforms</a:t>
            </a:r>
          </a:p>
        </p:txBody>
      </p:sp>
      <p:sp>
        <p:nvSpPr>
          <p:cNvPr id="4" name="Slide Number Placeholder 3"/>
          <p:cNvSpPr>
            <a:spLocks noGrp="1"/>
          </p:cNvSpPr>
          <p:nvPr>
            <p:ph type="sldNum" sz="quarter" idx="10"/>
          </p:nvPr>
        </p:nvSpPr>
        <p:spPr/>
        <p:txBody>
          <a:bodyPr/>
          <a:lstStyle/>
          <a:p>
            <a:pPr marL="0" marR="0" lvl="0" indent="0" algn="r" defTabSz="462176" rtl="0" eaLnBrk="1" fontAlgn="auto" latinLnBrk="0" hangingPunct="1">
              <a:lnSpc>
                <a:spcPct val="100000"/>
              </a:lnSpc>
              <a:spcBef>
                <a:spcPts val="0"/>
              </a:spcBef>
              <a:spcAft>
                <a:spcPts val="0"/>
              </a:spcAft>
              <a:buClrTx/>
              <a:buSzTx/>
              <a:buFontTx/>
              <a:buNone/>
              <a:tabLst/>
              <a:defRPr/>
            </a:pPr>
            <a:fld id="{972A9056-36EB-45EA-8846-DFBEB72BBB49}"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462176"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6655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58825"/>
            <a:ext cx="5253037" cy="2955925"/>
          </a:xfrm>
        </p:spPr>
      </p:sp>
      <p:sp>
        <p:nvSpPr>
          <p:cNvPr id="3" name="Notes Placeholder 2"/>
          <p:cNvSpPr>
            <a:spLocks noGrp="1"/>
          </p:cNvSpPr>
          <p:nvPr>
            <p:ph type="body" idx="1"/>
          </p:nvPr>
        </p:nvSpPr>
        <p:spPr/>
        <p:txBody>
          <a:bodyPr>
            <a:normAutofit/>
          </a:bodyPr>
          <a:lstStyle/>
          <a:p>
            <a:r>
              <a:rPr lang="en-US" b="1"/>
              <a:t>Changes in 2021/2022</a:t>
            </a:r>
          </a:p>
          <a:p>
            <a:endParaRPr lang="en-US" b="1"/>
          </a:p>
          <a:p>
            <a:r>
              <a:rPr lang="en-US" b="1"/>
              <a:t>Digital Lab turned into a platform</a:t>
            </a:r>
          </a:p>
          <a:p>
            <a:endParaRPr lang="en-US" b="1"/>
          </a:p>
          <a:p>
            <a:r>
              <a:rPr lang="en-US" b="1"/>
              <a:t>MTA and ADD platforms merged into A-DMTA platform</a:t>
            </a:r>
          </a:p>
          <a:p>
            <a:endParaRPr lang="en-US" b="1"/>
          </a:p>
          <a:p>
            <a:r>
              <a:rPr lang="en-US" b="1"/>
              <a:t>Study Design and Intelligence Platform has seen Control Tower grow</a:t>
            </a:r>
          </a:p>
          <a:p>
            <a:r>
              <a:rPr lang="en-US"/>
              <a:t>In 2021 Added:</a:t>
            </a:r>
          </a:p>
          <a:p>
            <a:pPr lvl="1"/>
            <a:r>
              <a:rPr lang="en-US"/>
              <a:t>GPPM control Tower</a:t>
            </a:r>
          </a:p>
          <a:p>
            <a:pPr lvl="1"/>
            <a:r>
              <a:rPr lang="en-US"/>
              <a:t>LSPC Control Tower</a:t>
            </a:r>
          </a:p>
          <a:p>
            <a:pPr lvl="1"/>
            <a:r>
              <a:rPr lang="en-US"/>
              <a:t>ESPC Control Tower</a:t>
            </a:r>
            <a:endParaRPr lang="en-GB"/>
          </a:p>
          <a:p>
            <a:r>
              <a:rPr lang="en-GB"/>
              <a:t>We also see that during 2022 is that we will introduce a Regulatory Control Tower</a:t>
            </a:r>
          </a:p>
          <a:p>
            <a:endParaRPr lang="en-GB"/>
          </a:p>
          <a:p>
            <a:r>
              <a:rPr lang="en-GB"/>
              <a:t>Through ERV, we will introduce a </a:t>
            </a:r>
            <a:r>
              <a:rPr lang="en-GB" b="1" err="1"/>
              <a:t>Requlatory</a:t>
            </a:r>
            <a:r>
              <a:rPr lang="en-GB" b="1"/>
              <a:t> and Quality Platform in 2022</a:t>
            </a:r>
          </a:p>
          <a:p>
            <a:endParaRPr lang="en-GB"/>
          </a:p>
          <a:p>
            <a:r>
              <a:rPr lang="en-GB"/>
              <a:t>Through our integration with Alexion, we will take the first steps to move </a:t>
            </a:r>
            <a:r>
              <a:rPr lang="en-GB" b="1"/>
              <a:t>PV into platform operations in 2022/2023</a:t>
            </a:r>
            <a:r>
              <a:rPr lang="en-GB"/>
              <a:t>.</a:t>
            </a:r>
          </a:p>
          <a:p>
            <a:endParaRPr lang="en-GB"/>
          </a:p>
          <a:p>
            <a:r>
              <a:rPr lang="en-GB" b="1"/>
              <a:t>Deep Learning platform removed </a:t>
            </a:r>
            <a:r>
              <a:rPr lang="en-GB"/>
              <a:t>as the AI/ML Ops team are using the </a:t>
            </a:r>
            <a:r>
              <a:rPr lang="en-GB" b="1"/>
              <a:t>enterprise AI platforms</a:t>
            </a:r>
          </a:p>
        </p:txBody>
      </p:sp>
      <p:sp>
        <p:nvSpPr>
          <p:cNvPr id="4" name="Slide Number Placeholder 3"/>
          <p:cNvSpPr>
            <a:spLocks noGrp="1"/>
          </p:cNvSpPr>
          <p:nvPr>
            <p:ph type="sldNum" sz="quarter" idx="10"/>
          </p:nvPr>
        </p:nvSpPr>
        <p:spPr/>
        <p:txBody>
          <a:bodyPr/>
          <a:lstStyle/>
          <a:p>
            <a:pPr marL="0" marR="0" lvl="0" indent="0" algn="r" defTabSz="462176" rtl="0" eaLnBrk="1" fontAlgn="auto" latinLnBrk="0" hangingPunct="1">
              <a:lnSpc>
                <a:spcPct val="100000"/>
              </a:lnSpc>
              <a:spcBef>
                <a:spcPts val="0"/>
              </a:spcBef>
              <a:spcAft>
                <a:spcPts val="0"/>
              </a:spcAft>
              <a:buClrTx/>
              <a:buSzTx/>
              <a:buFontTx/>
              <a:buNone/>
              <a:tabLst/>
              <a:defRPr/>
            </a:pPr>
            <a:fld id="{972A9056-36EB-45EA-8846-DFBEB72BBB49}"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462176"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8366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79463" y="758825"/>
            <a:ext cx="5253037" cy="2955925"/>
          </a:xfrm>
        </p:spPr>
      </p:sp>
      <p:sp>
        <p:nvSpPr>
          <p:cNvPr id="3" name="Notes Placeholder 2"/>
          <p:cNvSpPr>
            <a:spLocks noGrp="1"/>
          </p:cNvSpPr>
          <p:nvPr>
            <p:ph type="body" idx="1"/>
          </p:nvPr>
        </p:nvSpPr>
        <p:spPr/>
        <p:txBody>
          <a:bodyPr>
            <a:normAutofit/>
          </a:bodyPr>
          <a:lstStyle/>
          <a:p>
            <a:r>
              <a:rPr lang="en-US"/>
              <a:t>This is the overview of our current platforms.  We will have 15 platforms.  </a:t>
            </a:r>
            <a:br>
              <a:rPr lang="en-US"/>
            </a:br>
            <a:br>
              <a:rPr lang="en-US"/>
            </a:br>
            <a:r>
              <a:rPr lang="en-US"/>
              <a:t>In some areas of the business we will continue to operate in a mixed model, but the focus is moving to more to platform thinking and away from our Traditional Project delivery ways.  It makes no sense to just jump to platform thinking overnight, when we have projects in flight, however with LRP 2021 in mind, we will very much be thinking with fixed capacity and enduring backlogs going forward.  So we will need to evolve our planning to accommodate this. </a:t>
            </a:r>
          </a:p>
          <a:p>
            <a:endParaRPr lang="en-US">
              <a:highlight>
                <a:srgbClr val="FFFF00"/>
              </a:highlight>
            </a:endParaRPr>
          </a:p>
          <a:p>
            <a:r>
              <a:rPr lang="en-US">
                <a:highlight>
                  <a:srgbClr val="FFFF00"/>
                </a:highlight>
              </a:rPr>
              <a:t>The Difference between Digital Health &amp; Late Science Data Platform and R&amp;D Data Foundation Platform</a:t>
            </a:r>
          </a:p>
          <a:p>
            <a:endParaRPr lang="en-US"/>
          </a:p>
          <a:p>
            <a:r>
              <a:rPr lang="en-US"/>
              <a:t>We are establishing  7 D&amp;A Platforms,  3 Late Science and 2 Early Science</a:t>
            </a:r>
          </a:p>
          <a:p>
            <a:r>
              <a:rPr lang="en-US"/>
              <a:t>ELN – Electronic Laboratory Notebook</a:t>
            </a:r>
          </a:p>
          <a:p>
            <a:r>
              <a:rPr lang="en-US"/>
              <a:t>LIMS – Laboratory Information Management System</a:t>
            </a:r>
          </a:p>
          <a:p>
            <a:r>
              <a:rPr lang="en-US"/>
              <a:t>MT&amp;A – Make, Test, and Automate</a:t>
            </a:r>
          </a:p>
          <a:p>
            <a:r>
              <a:rPr lang="en-US"/>
              <a:t>AWS – Amazon Web Services</a:t>
            </a:r>
          </a:p>
          <a:p>
            <a:r>
              <a:rPr lang="en-US"/>
              <a:t>NLP – Natural Language Processing</a:t>
            </a:r>
          </a:p>
          <a:p>
            <a:r>
              <a:rPr lang="en-US"/>
              <a:t>MDM – Master Data Management</a:t>
            </a:r>
          </a:p>
          <a:p>
            <a:r>
              <a:rPr lang="en-US"/>
              <a:t>RDM – Reference Data Management</a:t>
            </a:r>
          </a:p>
          <a:p>
            <a:r>
              <a:rPr lang="en-US"/>
              <a:t>DF&amp;I – Data Find &amp; Integrate</a:t>
            </a:r>
          </a:p>
          <a:p>
            <a:r>
              <a:rPr lang="en-US"/>
              <a:t>TTA – Track, Trace, and Audit</a:t>
            </a:r>
          </a:p>
          <a:p>
            <a:endParaRPr lang="en-GB"/>
          </a:p>
        </p:txBody>
      </p:sp>
      <p:sp>
        <p:nvSpPr>
          <p:cNvPr id="4" name="Slide Number Placeholder 3"/>
          <p:cNvSpPr>
            <a:spLocks noGrp="1"/>
          </p:cNvSpPr>
          <p:nvPr>
            <p:ph type="sldNum" sz="quarter" idx="10"/>
          </p:nvPr>
        </p:nvSpPr>
        <p:spPr/>
        <p:txBody>
          <a:bodyPr/>
          <a:lstStyle/>
          <a:p>
            <a:pPr marL="0" marR="0" lvl="0" indent="0" algn="r" defTabSz="462176" rtl="0" eaLnBrk="1" fontAlgn="auto" latinLnBrk="0" hangingPunct="1">
              <a:lnSpc>
                <a:spcPct val="100000"/>
              </a:lnSpc>
              <a:spcBef>
                <a:spcPts val="0"/>
              </a:spcBef>
              <a:spcAft>
                <a:spcPts val="0"/>
              </a:spcAft>
              <a:buClrTx/>
              <a:buSzTx/>
              <a:buFontTx/>
              <a:buNone/>
              <a:tabLst/>
              <a:defRPr/>
            </a:pPr>
            <a:fld id="{972A9056-36EB-45EA-8846-DFBEB72BBB49}"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462176"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64721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200"/>
              </a:spcAft>
              <a:buClrTx/>
              <a:buSzTx/>
              <a:buFont typeface="Arial" panose="020B0604020202020204" pitchFamily="34" charset="0"/>
              <a:buNone/>
              <a:tabLst/>
              <a:defRPr/>
            </a:pPr>
            <a:endParaRPr kumimoji="0" lang="en-GB" sz="10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
        <p:nvSpPr>
          <p:cNvPr id="4" name="Slide Number Placeholder 3"/>
          <p:cNvSpPr>
            <a:spLocks noGrp="1"/>
          </p:cNvSpPr>
          <p:nvPr>
            <p:ph type="sldNum" sz="quarter" idx="5"/>
          </p:nvPr>
        </p:nvSpPr>
        <p:spPr/>
        <p:txBody>
          <a:bodyPr/>
          <a:lstStyle/>
          <a:p>
            <a:fld id="{48857A81-DEF9-4B57-AC08-20326D7F815B}" type="slidenum">
              <a:rPr lang="en-GB" smtClean="0"/>
              <a:pPr/>
              <a:t>8</a:t>
            </a:fld>
            <a:endParaRPr lang="en-GB"/>
          </a:p>
        </p:txBody>
      </p:sp>
    </p:spTree>
    <p:extLst>
      <p:ext uri="{BB962C8B-B14F-4D97-AF65-F5344CB8AC3E}">
        <p14:creationId xmlns:p14="http://schemas.microsoft.com/office/powerpoint/2010/main" val="2975745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10</a:t>
            </a:fld>
            <a:endParaRPr lang="en-GB"/>
          </a:p>
        </p:txBody>
      </p:sp>
    </p:spTree>
    <p:extLst>
      <p:ext uri="{BB962C8B-B14F-4D97-AF65-F5344CB8AC3E}">
        <p14:creationId xmlns:p14="http://schemas.microsoft.com/office/powerpoint/2010/main" val="2587516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857A81-DEF9-4B57-AC08-20326D7F815B}" type="slidenum">
              <a:rPr kumimoji="0" lang="en-GB" sz="800" b="0" i="0" u="none" strike="noStrike" kern="1200" cap="none" spc="0" normalizeH="0" baseline="0" noProof="0" smtClean="0">
                <a:ln>
                  <a:noFill/>
                </a:ln>
                <a:solidFill>
                  <a:srgbClr val="3F4444"/>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2959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12</a:t>
            </a:fld>
            <a:endParaRPr lang="en-GB"/>
          </a:p>
        </p:txBody>
      </p:sp>
    </p:spTree>
    <p:extLst>
      <p:ext uri="{BB962C8B-B14F-4D97-AF65-F5344CB8AC3E}">
        <p14:creationId xmlns:p14="http://schemas.microsoft.com/office/powerpoint/2010/main" val="2039427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200" b="0" i="0" u="none" strike="noStrike" kern="1200" cap="none" spc="0" normalizeH="0" baseline="0" noProof="0">
                <a:ln>
                  <a:noFill/>
                </a:ln>
                <a:solidFill>
                  <a:prstClr val="black"/>
                </a:solidFill>
                <a:effectLst/>
                <a:uLnTx/>
                <a:uFillTx/>
                <a:latin typeface="Calibri" panose="020F0502020204030204"/>
                <a:ea typeface="+mn-ea"/>
                <a:cs typeface="+mn-cs"/>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13</a:t>
            </a:fld>
            <a:endParaRPr lang="en-GB"/>
          </a:p>
        </p:txBody>
      </p:sp>
    </p:spTree>
    <p:extLst>
      <p:ext uri="{BB962C8B-B14F-4D97-AF65-F5344CB8AC3E}">
        <p14:creationId xmlns:p14="http://schemas.microsoft.com/office/powerpoint/2010/main" val="132506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14</a:t>
            </a:fld>
            <a:endParaRPr lang="en-GB"/>
          </a:p>
        </p:txBody>
      </p:sp>
    </p:spTree>
    <p:extLst>
      <p:ext uri="{BB962C8B-B14F-4D97-AF65-F5344CB8AC3E}">
        <p14:creationId xmlns:p14="http://schemas.microsoft.com/office/powerpoint/2010/main" val="3895677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endParaRPr lang="en-GB" sz="1200">
              <a:solidFill>
                <a:prstClr val="black"/>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857A81-DEF9-4B57-AC08-20326D7F815B}" type="slidenum">
              <a:rPr kumimoji="0" lang="en-GB" sz="800" b="0" i="0" u="none" strike="noStrike" kern="1200" cap="none" spc="0" normalizeH="0" baseline="0" noProof="0" smtClean="0">
                <a:ln>
                  <a:noFill/>
                </a:ln>
                <a:solidFill>
                  <a:srgbClr val="3F4444"/>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7666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a:solidFill>
                  <a:prstClr val="black"/>
                </a:solidFill>
              </a:rPr>
              <a:t>Partner = </a:t>
            </a:r>
            <a:r>
              <a:rPr lang="en-US" sz="1200" b="1" kern="1200">
                <a:solidFill>
                  <a:schemeClr val="tx1"/>
                </a:solidFill>
                <a:effectLst/>
                <a:latin typeface="+mn-lt"/>
                <a:ea typeface="+mn-ea"/>
                <a:cs typeface="+mn-cs"/>
              </a:rPr>
              <a:t>(P</a:t>
            </a:r>
            <a:r>
              <a:rPr lang="en-US" sz="1200" kern="1200">
                <a:solidFill>
                  <a:schemeClr val="tx1"/>
                </a:solidFill>
                <a:effectLst/>
                <a:latin typeface="+mn-lt"/>
                <a:ea typeface="+mn-ea"/>
                <a:cs typeface="+mn-cs"/>
              </a:rPr>
              <a:t>latform for </a:t>
            </a:r>
            <a:r>
              <a:rPr lang="en-US" sz="1200" b="1" kern="1200">
                <a:solidFill>
                  <a:schemeClr val="tx1"/>
                </a:solidFill>
                <a:effectLst/>
                <a:latin typeface="+mn-lt"/>
                <a:ea typeface="+mn-ea"/>
                <a:cs typeface="+mn-cs"/>
              </a:rPr>
              <a:t>A</a:t>
            </a:r>
            <a:r>
              <a:rPr lang="en-US" sz="1200" kern="1200">
                <a:solidFill>
                  <a:schemeClr val="tx1"/>
                </a:solidFill>
                <a:effectLst/>
                <a:latin typeface="+mn-lt"/>
                <a:ea typeface="+mn-ea"/>
                <a:cs typeface="+mn-cs"/>
              </a:rPr>
              <a:t>nimal </a:t>
            </a:r>
            <a:r>
              <a:rPr lang="en-US" sz="1200" b="1" kern="1200">
                <a:solidFill>
                  <a:schemeClr val="tx1"/>
                </a:solidFill>
                <a:effectLst/>
                <a:latin typeface="+mn-lt"/>
                <a:ea typeface="+mn-ea"/>
                <a:cs typeface="+mn-cs"/>
              </a:rPr>
              <a:t>R</a:t>
            </a:r>
            <a:r>
              <a:rPr lang="en-US" sz="1200" kern="1200">
                <a:solidFill>
                  <a:schemeClr val="tx1"/>
                </a:solidFill>
                <a:effectLst/>
                <a:latin typeface="+mn-lt"/>
                <a:ea typeface="+mn-ea"/>
                <a:cs typeface="+mn-cs"/>
              </a:rPr>
              <a:t>esearch </a:t>
            </a:r>
            <a:r>
              <a:rPr lang="en-US" sz="1200" b="1" kern="1200">
                <a:solidFill>
                  <a:schemeClr val="tx1"/>
                </a:solidFill>
                <a:effectLst/>
                <a:latin typeface="+mn-lt"/>
                <a:ea typeface="+mn-ea"/>
                <a:cs typeface="+mn-cs"/>
              </a:rPr>
              <a:t>T</a:t>
            </a:r>
            <a:r>
              <a:rPr lang="en-US" sz="1200" kern="1200">
                <a:solidFill>
                  <a:schemeClr val="tx1"/>
                </a:solidFill>
                <a:effectLst/>
                <a:latin typeface="+mn-lt"/>
                <a:ea typeface="+mn-ea"/>
                <a:cs typeface="+mn-cs"/>
              </a:rPr>
              <a:t>racking </a:t>
            </a:r>
            <a:r>
              <a:rPr lang="en-US" sz="1200" kern="1200" err="1">
                <a:solidFill>
                  <a:schemeClr val="tx1"/>
                </a:solidFill>
                <a:effectLst/>
                <a:latin typeface="+mn-lt"/>
                <a:ea typeface="+mn-ea"/>
                <a:cs typeface="+mn-cs"/>
              </a:rPr>
              <a:t>a</a:t>
            </a:r>
            <a:r>
              <a:rPr lang="en-US" sz="1200" b="1" kern="1200" err="1">
                <a:solidFill>
                  <a:schemeClr val="tx1"/>
                </a:solidFill>
                <a:effectLst/>
                <a:latin typeface="+mn-lt"/>
                <a:ea typeface="+mn-ea"/>
                <a:cs typeface="+mn-cs"/>
              </a:rPr>
              <a:t>N</a:t>
            </a:r>
            <a:r>
              <a:rPr lang="en-US" sz="1200" kern="1200" err="1">
                <a:solidFill>
                  <a:schemeClr val="tx1"/>
                </a:solidFill>
                <a:effectLst/>
                <a:latin typeface="+mn-lt"/>
                <a:ea typeface="+mn-ea"/>
                <a:cs typeface="+mn-cs"/>
              </a:rPr>
              <a:t>d</a:t>
            </a:r>
            <a:r>
              <a:rPr lang="en-US" sz="1200" kern="1200">
                <a:solidFill>
                  <a:schemeClr val="tx1"/>
                </a:solidFill>
                <a:effectLst/>
                <a:latin typeface="+mn-lt"/>
                <a:ea typeface="+mn-ea"/>
                <a:cs typeface="+mn-cs"/>
              </a:rPr>
              <a:t> </a:t>
            </a:r>
            <a:r>
              <a:rPr lang="en-US" sz="1200" b="1" kern="1200">
                <a:solidFill>
                  <a:schemeClr val="tx1"/>
                </a:solidFill>
                <a:effectLst/>
                <a:latin typeface="+mn-lt"/>
                <a:ea typeface="+mn-ea"/>
                <a:cs typeface="+mn-cs"/>
              </a:rPr>
              <a:t>E</a:t>
            </a:r>
            <a:r>
              <a:rPr lang="en-US" sz="1200" kern="1200">
                <a:solidFill>
                  <a:schemeClr val="tx1"/>
                </a:solidFill>
                <a:effectLst/>
                <a:latin typeface="+mn-lt"/>
                <a:ea typeface="+mn-ea"/>
                <a:cs typeface="+mn-cs"/>
              </a:rPr>
              <a:t>xternal </a:t>
            </a:r>
            <a:r>
              <a:rPr lang="en-US" sz="1200" b="1" kern="1200">
                <a:solidFill>
                  <a:schemeClr val="tx1"/>
                </a:solidFill>
                <a:effectLst/>
                <a:latin typeface="+mn-lt"/>
                <a:ea typeface="+mn-ea"/>
                <a:cs typeface="+mn-cs"/>
              </a:rPr>
              <a:t>R</a:t>
            </a:r>
            <a:r>
              <a:rPr lang="en-US" sz="1200" kern="1200">
                <a:solidFill>
                  <a:schemeClr val="tx1"/>
                </a:solidFill>
                <a:effectLst/>
                <a:latin typeface="+mn-lt"/>
                <a:ea typeface="+mn-ea"/>
                <a:cs typeface="+mn-cs"/>
              </a:rPr>
              <a:t>elationships) Partner</a:t>
            </a:r>
            <a:r>
              <a:rPr lang="en-GB" sz="1200" kern="1200">
                <a:solidFill>
                  <a:schemeClr val="tx1"/>
                </a:solidFill>
                <a:effectLst/>
                <a:latin typeface="+mn-lt"/>
                <a:ea typeface="+mn-ea"/>
                <a:cs typeface="+mn-cs"/>
              </a:rPr>
              <a:t> is used to facilitate the submission, review, and tracking of external study proposals/protocols and institute inspections. In addition, the site provides scientists with a mechanism for feeding back information on the performance of institutes (CRO, Collaborators &amp; Suppliers)</a:t>
            </a:r>
            <a:r>
              <a:rPr lang="en-GB" sz="2800" b="0" i="0">
                <a:solidFill>
                  <a:srgbClr val="242424"/>
                </a:solidFill>
                <a:effectLst/>
                <a:latin typeface="Segoe UI" panose="020B0502040204020203" pitchFamily="34" charset="0"/>
              </a:rPr>
              <a:t> to ensure the highest ethical standards are upheld.'</a:t>
            </a:r>
            <a:r>
              <a:rPr lang="en-GB" sz="1200" kern="1200">
                <a:solidFill>
                  <a:schemeClr val="tx1"/>
                </a:solidFill>
                <a:effectLst/>
                <a:latin typeface="+mn-lt"/>
                <a:ea typeface="+mn-ea"/>
                <a:cs typeface="+mn-cs"/>
              </a:rPr>
              <a:t> – 50% of AZ animal usage</a:t>
            </a:r>
            <a:endParaRPr lang="en-GB" sz="700"/>
          </a:p>
          <a:p>
            <a:pPr lvl="0">
              <a:spcAft>
                <a:spcPts val="0"/>
              </a:spcAft>
            </a:pPr>
            <a:r>
              <a:rPr lang="en-GB" sz="1200">
                <a:solidFill>
                  <a:prstClr val="black"/>
                </a:solidFill>
              </a:rPr>
              <a:t>Tick@lab = global animal management solution</a:t>
            </a:r>
          </a:p>
          <a:p>
            <a:pPr lvl="0">
              <a:spcAft>
                <a:spcPts val="0"/>
              </a:spcAft>
            </a:pPr>
            <a:r>
              <a:rPr lang="en-GB" sz="1200" err="1">
                <a:solidFill>
                  <a:prstClr val="black"/>
                </a:solidFill>
              </a:rPr>
              <a:t>StudyLog</a:t>
            </a:r>
            <a:r>
              <a:rPr lang="en-GB" sz="1200">
                <a:solidFill>
                  <a:prstClr val="black"/>
                </a:solidFill>
              </a:rPr>
              <a:t> = Future Global study design and capture for In Vivo</a:t>
            </a:r>
          </a:p>
          <a:p>
            <a:pPr lvl="0">
              <a:spcAft>
                <a:spcPts val="0"/>
              </a:spcAft>
            </a:pPr>
            <a:r>
              <a:rPr lang="en-GB" sz="1200">
                <a:solidFill>
                  <a:prstClr val="black"/>
                </a:solidFill>
              </a:rPr>
              <a:t>In Vivo Core = Platform Fair data strategy – involving data, systems and strategic initiatives</a:t>
            </a:r>
          </a:p>
          <a:p>
            <a:pPr lvl="0">
              <a:spcAft>
                <a:spcPts val="0"/>
              </a:spcAft>
            </a:pPr>
            <a:r>
              <a:rPr lang="en-GB" sz="1200">
                <a:solidFill>
                  <a:prstClr val="black"/>
                </a:solidFill>
              </a:rPr>
              <a:t>Lam data Mart – animal reporting dashboard for animal number usage (internal and external)</a:t>
            </a:r>
          </a:p>
        </p:txBody>
      </p:sp>
      <p:sp>
        <p:nvSpPr>
          <p:cNvPr id="4" name="Slide Number Placeholder 3"/>
          <p:cNvSpPr>
            <a:spLocks noGrp="1"/>
          </p:cNvSpPr>
          <p:nvPr>
            <p:ph type="sldNum" sz="quarter" idx="5"/>
          </p:nvPr>
        </p:nvSpPr>
        <p:spPr/>
        <p:txBody>
          <a:bodyPr/>
          <a:lstStyle/>
          <a:p>
            <a:fld id="{48857A81-DEF9-4B57-AC08-20326D7F815B}" type="slidenum">
              <a:rPr lang="en-GB" smtClean="0"/>
              <a:pPr/>
              <a:t>16</a:t>
            </a:fld>
            <a:endParaRPr lang="en-GB"/>
          </a:p>
        </p:txBody>
      </p:sp>
    </p:spTree>
    <p:extLst>
      <p:ext uri="{BB962C8B-B14F-4D97-AF65-F5344CB8AC3E}">
        <p14:creationId xmlns:p14="http://schemas.microsoft.com/office/powerpoint/2010/main" val="2357666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17</a:t>
            </a:fld>
            <a:endParaRPr lang="en-GB"/>
          </a:p>
        </p:txBody>
      </p:sp>
    </p:spTree>
    <p:extLst>
      <p:ext uri="{BB962C8B-B14F-4D97-AF65-F5344CB8AC3E}">
        <p14:creationId xmlns:p14="http://schemas.microsoft.com/office/powerpoint/2010/main" val="417257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Refer to respective Product Roadmap for more details on Platform Roadmap.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857A81-DEF9-4B57-AC08-20326D7F815B}" type="slidenum">
              <a:rPr kumimoji="0" lang="en-GB" sz="800" b="0" i="0" u="none" strike="noStrike" kern="1200" cap="none" spc="0" normalizeH="0" baseline="0" noProof="0" smtClean="0">
                <a:ln>
                  <a:noFill/>
                </a:ln>
                <a:solidFill>
                  <a:srgbClr val="3F4444"/>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3F4444"/>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7666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endParaRPr lang="en-GB" sz="1200">
              <a:solidFill>
                <a:prstClr val="black"/>
              </a:solidFill>
            </a:endParaRPr>
          </a:p>
        </p:txBody>
      </p:sp>
      <p:sp>
        <p:nvSpPr>
          <p:cNvPr id="4" name="Slide Number Placeholder 3"/>
          <p:cNvSpPr>
            <a:spLocks noGrp="1"/>
          </p:cNvSpPr>
          <p:nvPr>
            <p:ph type="sldNum" sz="quarter" idx="5"/>
          </p:nvPr>
        </p:nvSpPr>
        <p:spPr/>
        <p:txBody>
          <a:bodyPr/>
          <a:lstStyle/>
          <a:p>
            <a:fld id="{48857A81-DEF9-4B57-AC08-20326D7F815B}" type="slidenum">
              <a:rPr lang="en-GB" smtClean="0"/>
              <a:pPr/>
              <a:t>19</a:t>
            </a:fld>
            <a:endParaRPr lang="en-GB"/>
          </a:p>
        </p:txBody>
      </p:sp>
    </p:spTree>
    <p:extLst>
      <p:ext uri="{BB962C8B-B14F-4D97-AF65-F5344CB8AC3E}">
        <p14:creationId xmlns:p14="http://schemas.microsoft.com/office/powerpoint/2010/main" val="2357666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20</a:t>
            </a:fld>
            <a:endParaRPr lang="en-GB"/>
          </a:p>
        </p:txBody>
      </p:sp>
    </p:spTree>
    <p:extLst>
      <p:ext uri="{BB962C8B-B14F-4D97-AF65-F5344CB8AC3E}">
        <p14:creationId xmlns:p14="http://schemas.microsoft.com/office/powerpoint/2010/main" val="3636890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22</a:t>
            </a:fld>
            <a:endParaRPr lang="en-GB"/>
          </a:p>
        </p:txBody>
      </p:sp>
    </p:spTree>
    <p:extLst>
      <p:ext uri="{BB962C8B-B14F-4D97-AF65-F5344CB8AC3E}">
        <p14:creationId xmlns:p14="http://schemas.microsoft.com/office/powerpoint/2010/main" val="18455580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23</a:t>
            </a:fld>
            <a:endParaRPr lang="en-GB"/>
          </a:p>
        </p:txBody>
      </p:sp>
    </p:spTree>
    <p:extLst>
      <p:ext uri="{BB962C8B-B14F-4D97-AF65-F5344CB8AC3E}">
        <p14:creationId xmlns:p14="http://schemas.microsoft.com/office/powerpoint/2010/main" val="38371465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lide Number Placeholder 3"/>
          <p:cNvSpPr>
            <a:spLocks noGrp="1"/>
          </p:cNvSpPr>
          <p:nvPr>
            <p:ph type="sldNum" sz="quarter" idx="5"/>
          </p:nvPr>
        </p:nvSpPr>
        <p:spPr/>
        <p:txBody>
          <a:bodyPr/>
          <a:lstStyle/>
          <a:p>
            <a:fld id="{48857A81-DEF9-4B57-AC08-20326D7F815B}" type="slidenum">
              <a:rPr lang="en-GB" smtClean="0"/>
              <a:pPr/>
              <a:t>24</a:t>
            </a:fld>
            <a:endParaRPr lang="en-GB"/>
          </a:p>
        </p:txBody>
      </p:sp>
    </p:spTree>
    <p:extLst>
      <p:ext uri="{BB962C8B-B14F-4D97-AF65-F5344CB8AC3E}">
        <p14:creationId xmlns:p14="http://schemas.microsoft.com/office/powerpoint/2010/main" val="10614240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r>
              <a:rPr lang="en-GB" sz="1200">
                <a:solidFill>
                  <a:prstClr val="black"/>
                </a:solidFill>
              </a:rPr>
              <a:t>Need alignment on budgets across all slides</a:t>
            </a:r>
          </a:p>
        </p:txBody>
      </p:sp>
      <p:sp>
        <p:nvSpPr>
          <p:cNvPr id="4" name="Slide Number Placeholder 3"/>
          <p:cNvSpPr>
            <a:spLocks noGrp="1"/>
          </p:cNvSpPr>
          <p:nvPr>
            <p:ph type="sldNum" sz="quarter" idx="5"/>
          </p:nvPr>
        </p:nvSpPr>
        <p:spPr/>
        <p:txBody>
          <a:bodyPr/>
          <a:lstStyle/>
          <a:p>
            <a:fld id="{48857A81-DEF9-4B57-AC08-20326D7F815B}" type="slidenum">
              <a:rPr lang="en-GB" smtClean="0"/>
              <a:pPr/>
              <a:t>26</a:t>
            </a:fld>
            <a:endParaRPr lang="en-GB"/>
          </a:p>
        </p:txBody>
      </p:sp>
    </p:spTree>
    <p:extLst>
      <p:ext uri="{BB962C8B-B14F-4D97-AF65-F5344CB8AC3E}">
        <p14:creationId xmlns:p14="http://schemas.microsoft.com/office/powerpoint/2010/main" val="40529593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0900" y="300038"/>
            <a:ext cx="5156200" cy="2900362"/>
          </a:xfrm>
        </p:spPr>
      </p:sp>
      <p:sp>
        <p:nvSpPr>
          <p:cNvPr id="3" name="Notes Placeholder 2"/>
          <p:cNvSpPr>
            <a:spLocks noGrp="1"/>
          </p:cNvSpPr>
          <p:nvPr>
            <p:ph type="body" idx="1"/>
          </p:nvPr>
        </p:nvSpPr>
        <p:spPr/>
        <p:txBody>
          <a:bodyPr/>
          <a:lstStyle/>
          <a:p>
            <a:pPr lvl="0">
              <a:spcAft>
                <a:spcPts val="0"/>
              </a:spcAft>
            </a:pPr>
            <a:endParaRPr lang="en-GB" sz="1200">
              <a:solidFill>
                <a:prstClr val="black"/>
              </a:solidFill>
            </a:endParaRPr>
          </a:p>
        </p:txBody>
      </p:sp>
      <p:sp>
        <p:nvSpPr>
          <p:cNvPr id="4" name="Slide Number Placeholder 3"/>
          <p:cNvSpPr>
            <a:spLocks noGrp="1"/>
          </p:cNvSpPr>
          <p:nvPr>
            <p:ph type="sldNum" sz="quarter" idx="5"/>
          </p:nvPr>
        </p:nvSpPr>
        <p:spPr/>
        <p:txBody>
          <a:bodyPr/>
          <a:lstStyle/>
          <a:p>
            <a:fld id="{48857A81-DEF9-4B57-AC08-20326D7F815B}" type="slidenum">
              <a:rPr lang="en-GB" smtClean="0"/>
              <a:pPr/>
              <a:t>27</a:t>
            </a:fld>
            <a:endParaRPr lang="en-GB"/>
          </a:p>
        </p:txBody>
      </p:sp>
    </p:spTree>
    <p:extLst>
      <p:ext uri="{BB962C8B-B14F-4D97-AF65-F5344CB8AC3E}">
        <p14:creationId xmlns:p14="http://schemas.microsoft.com/office/powerpoint/2010/main" val="23576665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customXml" Target="../../customXml/item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customXml" Target="../../customXml/item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1.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2.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3.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4.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5.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6.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7.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8.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9.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0.xml"/></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41.xml"/><Relationship Id="rId1" Type="http://schemas.openxmlformats.org/officeDocument/2006/relationships/customXml" Target="../../customXml/item6.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4.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5.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6.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7.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8.xml"/></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9.xml"/><Relationship Id="rId1" Type="http://schemas.openxmlformats.org/officeDocument/2006/relationships/customXml" Target="../../customXml/item7.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2.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3.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4.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5.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6.xml"/></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7.xml"/><Relationship Id="rId1" Type="http://schemas.openxmlformats.org/officeDocument/2006/relationships/customXml" Target="../../customXml/item8.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3.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3.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6.xml"/><Relationship Id="rId1" Type="http://schemas.openxmlformats.org/officeDocument/2006/relationships/tags" Target="../tags/tag62.xml"/><Relationship Id="rId4" Type="http://schemas.openxmlformats.org/officeDocument/2006/relationships/image" Target="../media/image3.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6.xml"/><Relationship Id="rId1" Type="http://schemas.openxmlformats.org/officeDocument/2006/relationships/tags" Target="../tags/tag63.xml"/><Relationship Id="rId4" Type="http://schemas.openxmlformats.org/officeDocument/2006/relationships/image" Target="../media/image3.svg"/></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64.xml"/><Relationship Id="rId1" Type="http://schemas.openxmlformats.org/officeDocument/2006/relationships/customXml" Target="../../customXml/item9.xml"/></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slideMaster" Target="../slideMasters/slideMaster7.xml"/><Relationship Id="rId1" Type="http://schemas.openxmlformats.org/officeDocument/2006/relationships/tags" Target="../tags/tag67.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7.xml"/><Relationship Id="rId1" Type="http://schemas.openxmlformats.org/officeDocument/2006/relationships/tags" Target="../tags/tag68.xml"/><Relationship Id="rId5" Type="http://schemas.openxmlformats.org/officeDocument/2006/relationships/image" Target="../media/image11.png"/><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slideMaster" Target="../slideMasters/slideMaster7.xml"/><Relationship Id="rId1" Type="http://schemas.openxmlformats.org/officeDocument/2006/relationships/tags" Target="../tags/tag69.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7.xml"/><Relationship Id="rId1" Type="http://schemas.openxmlformats.org/officeDocument/2006/relationships/tags" Target="../tags/tag70.xml"/><Relationship Id="rId5" Type="http://schemas.openxmlformats.org/officeDocument/2006/relationships/image" Target="../media/image11.png"/><Relationship Id="rId4"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71.xml"/><Relationship Id="rId1" Type="http://schemas.openxmlformats.org/officeDocument/2006/relationships/customXml" Target="../../customXml/item10.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74.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75.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76.xml"/><Relationship Id="rId1" Type="http://schemas.openxmlformats.org/officeDocument/2006/relationships/customXml" Target="../../customXml/item11.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79.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0.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1.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2.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3.xml"/></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4.xml"/></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5.xml"/></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6.xml"/></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7.xml"/></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8.xm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89.xml"/></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tags" Target="../tags/tag90.xml"/></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91.xml"/><Relationship Id="rId1" Type="http://schemas.openxmlformats.org/officeDocument/2006/relationships/customXml" Target="../../customXml/item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407987" y="1486304"/>
            <a:ext cx="5185093" cy="2649135"/>
          </a:xfrm>
        </p:spPr>
        <p:txBody>
          <a:bodyPr anchor="b" anchorCtr="0">
            <a:normAutofit/>
          </a:bodyPr>
          <a:lstStyle>
            <a:lvl1pPr>
              <a:lnSpc>
                <a:spcPct val="100000"/>
              </a:lnSpc>
              <a:defRPr sz="4000">
                <a:solidFill>
                  <a:schemeClr val="accent1"/>
                </a:solidFill>
              </a:defRPr>
            </a:lvl1pPr>
          </a:lstStyle>
          <a:p>
            <a:r>
              <a:rPr lang="en-US"/>
              <a:t>Click to enter title here</a:t>
            </a:r>
          </a:p>
        </p:txBody>
      </p:sp>
      <p:sp>
        <p:nvSpPr>
          <p:cNvPr id="6" name="Picture Placeholder 12">
            <a:extLst>
              <a:ext uri="{FF2B5EF4-FFF2-40B4-BE49-F238E27FC236}">
                <a16:creationId xmlns:a16="http://schemas.microsoft.com/office/drawing/2014/main" id="{3506CBD9-0F78-454A-9842-87C2546180B8}"/>
              </a:ext>
            </a:extLst>
          </p:cNvPr>
          <p:cNvSpPr>
            <a:spLocks noGrp="1"/>
          </p:cNvSpPr>
          <p:nvPr>
            <p:ph type="pic" sz="quarter" idx="20" hasCustomPrompt="1"/>
          </p:nvPr>
        </p:nvSpPr>
        <p:spPr>
          <a:xfrm>
            <a:off x="6188475" y="0"/>
            <a:ext cx="6004761" cy="6865200"/>
          </a:xfrm>
          <a:custGeom>
            <a:avLst/>
            <a:gdLst>
              <a:gd name="connsiteX0" fmla="*/ 1547827 w 6004761"/>
              <a:gd name="connsiteY0" fmla="*/ 0 h 6864096"/>
              <a:gd name="connsiteX1" fmla="*/ 6004760 w 6004761"/>
              <a:gd name="connsiteY1" fmla="*/ 0 h 6864096"/>
              <a:gd name="connsiteX2" fmla="*/ 6004761 w 6004761"/>
              <a:gd name="connsiteY2" fmla="*/ 6864096 h 6864096"/>
              <a:gd name="connsiteX3" fmla="*/ 1554450 w 6004761"/>
              <a:gd name="connsiteY3" fmla="*/ 6864096 h 6864096"/>
              <a:gd name="connsiteX4" fmla="*/ 1379124 w 6004761"/>
              <a:gd name="connsiteY4" fmla="*/ 6702826 h 6864096"/>
              <a:gd name="connsiteX5" fmla="*/ 0 w 6004761"/>
              <a:gd name="connsiteY5" fmla="*/ 3429001 h 6864096"/>
              <a:gd name="connsiteX6" fmla="*/ 1379124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1547827" y="0"/>
                </a:moveTo>
                <a:lnTo>
                  <a:pt x="6004760" y="0"/>
                </a:lnTo>
                <a:lnTo>
                  <a:pt x="6004761" y="6864096"/>
                </a:lnTo>
                <a:lnTo>
                  <a:pt x="1554450" y="6864096"/>
                </a:lnTo>
                <a:lnTo>
                  <a:pt x="1379124" y="6702826"/>
                </a:lnTo>
                <a:cubicBezTo>
                  <a:pt x="528239" y="5871990"/>
                  <a:pt x="0" y="4712184"/>
                  <a:pt x="0" y="3429001"/>
                </a:cubicBezTo>
                <a:cubicBezTo>
                  <a:pt x="0" y="2145819"/>
                  <a:pt x="528239" y="986013"/>
                  <a:pt x="1379124" y="155178"/>
                </a:cubicBezTo>
                <a:close/>
              </a:path>
            </a:pathLst>
          </a:custGeom>
          <a:solidFill>
            <a:schemeClr val="accent1"/>
          </a:solidFill>
        </p:spPr>
        <p:txBody>
          <a:bodyPr wrap="square" tIns="432000" bIns="648000" anchor="ctr">
            <a:noAutofit/>
          </a:bodyPr>
          <a:lstStyle>
            <a:lvl1pPr marL="0" indent="0" algn="ctr">
              <a:lnSpc>
                <a:spcPct val="100000"/>
              </a:lnSpc>
              <a:buNone/>
              <a:defRPr sz="1600" b="1">
                <a:solidFill>
                  <a:schemeClr val="bg1"/>
                </a:solidFill>
              </a:defRPr>
            </a:lvl1pPr>
          </a:lstStyle>
          <a:p>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br>
              <a:rPr lang="en-US"/>
            </a:br>
            <a:br>
              <a:rPr lang="en-US"/>
            </a:br>
            <a:r>
              <a:rPr lang="en-US"/>
              <a:t> Your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pic>
        <p:nvPicPr>
          <p:cNvPr id="7" name="Picture 2" descr="Image result for ASTRAZENECA LOGO">
            <a:extLst>
              <a:ext uri="{FF2B5EF4-FFF2-40B4-BE49-F238E27FC236}">
                <a16:creationId xmlns:a16="http://schemas.microsoft.com/office/drawing/2014/main" id="{1ED72C3C-E918-420F-9374-6F1CBE3946F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2276" y="576767"/>
            <a:ext cx="2405987" cy="6519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407988" y="4328932"/>
            <a:ext cx="5184775" cy="1203767"/>
          </a:xfrm>
          <a:prstGeom prst="rect">
            <a:avLst/>
          </a:prstGeom>
        </p:spPr>
        <p:txBody>
          <a:bodyPr lIns="0">
            <a:normAutofit/>
          </a:bodyPr>
          <a:lstStyle>
            <a:lvl1pPr marL="0" indent="0">
              <a:lnSpc>
                <a:spcPct val="100000"/>
              </a:lnSpc>
              <a:buNone/>
              <a:defRPr sz="2400">
                <a:solidFill>
                  <a:schemeClr val="tx1"/>
                </a:solidFill>
              </a:defRPr>
            </a:lvl1pPr>
          </a:lstStyle>
          <a:p>
            <a:pPr lvl="0"/>
            <a:r>
              <a:rPr lang="en-US"/>
              <a:t>Click to add subtitle / presenter name</a:t>
            </a:r>
          </a:p>
        </p:txBody>
      </p:sp>
      <p:sp>
        <p:nvSpPr>
          <p:cNvPr id="12" name="Rectangle 11">
            <a:extLst>
              <a:ext uri="{FF2B5EF4-FFF2-40B4-BE49-F238E27FC236}">
                <a16:creationId xmlns:a16="http://schemas.microsoft.com/office/drawing/2014/main" id="{06231862-37A9-4364-9D96-47810B11870D}"/>
              </a:ext>
            </a:extLst>
          </p:cNvPr>
          <p:cNvSpPr/>
          <p:nvPr userDrawn="1"/>
        </p:nvSpPr>
        <p:spPr>
          <a:xfrm>
            <a:off x="342900" y="404813"/>
            <a:ext cx="2794000" cy="920488"/>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2400" err="1">
              <a:latin typeface="+mj-lt"/>
            </a:endParaRPr>
          </a:p>
        </p:txBody>
      </p:sp>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407987" y="5887668"/>
            <a:ext cx="1279358" cy="309145"/>
          </a:xfrm>
        </p:spPr>
        <p:txBody>
          <a:bodyPr lIns="0"/>
          <a:lstStyle>
            <a:lvl1pPr algn="l">
              <a:lnSpc>
                <a:spcPct val="100000"/>
              </a:lnSpc>
              <a:defRPr/>
            </a:lvl1pPr>
          </a:lstStyle>
          <a:p>
            <a:endParaRPr lang="en-GB"/>
          </a:p>
        </p:txBody>
      </p:sp>
      <p:sp>
        <p:nvSpPr>
          <p:cNvPr id="15" name="Freeform: Shape 14">
            <a:extLst>
              <a:ext uri="{FF2B5EF4-FFF2-40B4-BE49-F238E27FC236}">
                <a16:creationId xmlns:a16="http://schemas.microsoft.com/office/drawing/2014/main" id="{72260595-7C87-4D29-977E-EE25A0D9291A}"/>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4" name="Oval 13">
            <a:extLst>
              <a:ext uri="{FF2B5EF4-FFF2-40B4-BE49-F238E27FC236}">
                <a16:creationId xmlns:a16="http://schemas.microsoft.com/office/drawing/2014/main" id="{E4809C05-E460-4D1A-BC84-C63C988F5D2D}"/>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
        <p:nvSpPr>
          <p:cNvPr id="8" name="Text Placeholder 7">
            <a:extLst>
              <a:ext uri="{FF2B5EF4-FFF2-40B4-BE49-F238E27FC236}">
                <a16:creationId xmlns:a16="http://schemas.microsoft.com/office/drawing/2014/main" id="{7468ED59-10F2-418A-8E8D-5A205AB6BDFD}"/>
              </a:ext>
            </a:extLst>
          </p:cNvPr>
          <p:cNvSpPr>
            <a:spLocks noGrp="1"/>
          </p:cNvSpPr>
          <p:nvPr>
            <p:ph type="body" sz="quarter" idx="27" hasCustomPrompt="1"/>
          </p:nvPr>
        </p:nvSpPr>
        <p:spPr>
          <a:xfrm>
            <a:off x="407988" y="6420976"/>
            <a:ext cx="5184775" cy="234286"/>
          </a:xfrm>
        </p:spPr>
        <p:txBody>
          <a:bodyPr lIns="0" tIns="36000" rIns="0" bIns="36000" anchor="ctr"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a:t>Click to add confidentiality statement here</a:t>
            </a:r>
          </a:p>
        </p:txBody>
      </p:sp>
    </p:spTree>
    <p:custDataLst>
      <p:tags r:id="rId1"/>
    </p:custDataLst>
    <p:extLst>
      <p:ext uri="{BB962C8B-B14F-4D97-AF65-F5344CB8AC3E}">
        <p14:creationId xmlns:p14="http://schemas.microsoft.com/office/powerpoint/2010/main" val="2848700265"/>
      </p:ext>
    </p:extLst>
  </p:cSld>
  <p:clrMapOvr>
    <a:masterClrMapping/>
  </p:clrMapOvr>
  <p:extLst>
    <p:ext uri="{DCECCB84-F9BA-43D5-87BE-67443E8EF086}">
      <p15:sldGuideLst xmlns:p15="http://schemas.microsoft.com/office/powerpoint/2012/main">
        <p15:guide id="1" pos="3522"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defRPr/>
            </a:lvl1pPr>
          </a:lstStyle>
          <a:p>
            <a:r>
              <a:rPr lang="en-US"/>
              <a:t>Click to enter title here</a:t>
            </a:r>
          </a:p>
        </p:txBody>
      </p:sp>
      <p:sp>
        <p:nvSpPr>
          <p:cNvPr id="8" name="Content Placeholder 7">
            <a:extLst>
              <a:ext uri="{FF2B5EF4-FFF2-40B4-BE49-F238E27FC236}">
                <a16:creationId xmlns:a16="http://schemas.microsoft.com/office/drawing/2014/main" id="{91E4B5EC-9E53-45C3-B765-C1C483A070D0}"/>
              </a:ext>
            </a:extLst>
          </p:cNvPr>
          <p:cNvSpPr>
            <a:spLocks noGrp="1"/>
          </p:cNvSpPr>
          <p:nvPr>
            <p:ph sz="quarter" idx="19" hasCustomPrompt="1"/>
          </p:nvPr>
        </p:nvSpPr>
        <p:spPr>
          <a:xfrm>
            <a:off x="407988" y="1567815"/>
            <a:ext cx="11376024" cy="4608000"/>
          </a:xfrm>
        </p:spPr>
        <p:txBody>
          <a:bodyPr>
            <a:spAutoFit/>
          </a:bodyPr>
          <a:lstStyle>
            <a:lvl1pPr>
              <a:defRPr/>
            </a:lvl1pPr>
            <a:lvl2pPr marL="576000" indent="-288000">
              <a:defRPr/>
            </a:lvl2p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 </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02CC1A-50FF-4A50-8660-D325E3429D98}"/>
              </a:ext>
            </a:extLst>
          </p:cNvPr>
          <p:cNvSpPr>
            <a:spLocks noGrp="1"/>
          </p:cNvSpPr>
          <p:nvPr>
            <p:ph type="dt" sz="half" idx="20"/>
          </p:nvPr>
        </p:nvSpPr>
        <p:spPr/>
        <p:txBody>
          <a:bodyPr/>
          <a:lstStyle/>
          <a:p>
            <a:endParaRPr lang="en-GB"/>
          </a:p>
        </p:txBody>
      </p:sp>
      <p:sp>
        <p:nvSpPr>
          <p:cNvPr id="10" name="Slide Number Placeholder 9">
            <a:extLst>
              <a:ext uri="{FF2B5EF4-FFF2-40B4-BE49-F238E27FC236}">
                <a16:creationId xmlns:a16="http://schemas.microsoft.com/office/drawing/2014/main" id="{7E938F29-84D5-4449-9358-343332B4BEF7}"/>
              </a:ext>
            </a:extLst>
          </p:cNvPr>
          <p:cNvSpPr>
            <a:spLocks noGrp="1"/>
          </p:cNvSpPr>
          <p:nvPr>
            <p:ph type="sldNum" sz="quarter" idx="22"/>
          </p:nvPr>
        </p:nvSpPr>
        <p:spPr/>
        <p:txBody>
          <a:bodyPr/>
          <a:lstStyle/>
          <a:p>
            <a:fld id="{F8E47D07-9D1E-4FE9-B31A-2F5863681021}" type="slidenum">
              <a:rPr lang="en-GB" smtClean="0"/>
              <a:pPr/>
              <a:t>‹#›</a:t>
            </a:fld>
            <a:endParaRPr lang="en-GB"/>
          </a:p>
        </p:txBody>
      </p:sp>
      <p:sp>
        <p:nvSpPr>
          <p:cNvPr id="11" name="Text Placeholder 96">
            <a:extLst>
              <a:ext uri="{FF2B5EF4-FFF2-40B4-BE49-F238E27FC236}">
                <a16:creationId xmlns:a16="http://schemas.microsoft.com/office/drawing/2014/main" id="{C949FF72-87ED-4607-89DB-176C532FA3A0}"/>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983713331"/>
      </p:ext>
    </p:extLst>
  </p:cSld>
  <p:clrMapOvr>
    <a:masterClrMapping/>
  </p:clrMapOvr>
  <p:extLst>
    <p:ext uri="{DCECCB84-F9BA-43D5-87BE-67443E8EF086}">
      <p15:sldGuideLst xmlns:p15="http://schemas.microsoft.com/office/powerpoint/2012/main">
        <p15:guide id="1" pos="1391" userDrawn="1">
          <p15:clr>
            <a:srgbClr val="A4A3A4"/>
          </p15:clr>
        </p15:guide>
        <p15:guide id="2" pos="1463" userDrawn="1">
          <p15:clr>
            <a:srgbClr val="A4A3A4"/>
          </p15:clr>
        </p15:guide>
        <p15:guide id="3" pos="2598" userDrawn="1">
          <p15:clr>
            <a:srgbClr val="A4A3A4"/>
          </p15:clr>
        </p15:guide>
        <p15:guide id="4" pos="2669" userDrawn="1">
          <p15:clr>
            <a:srgbClr val="A4A3A4"/>
          </p15:clr>
        </p15:guide>
        <p15:guide id="5" pos="3804" userDrawn="1">
          <p15:clr>
            <a:srgbClr val="A4A3A4"/>
          </p15:clr>
        </p15:guide>
        <p15:guide id="6" pos="3876" userDrawn="1">
          <p15:clr>
            <a:srgbClr val="A4A3A4"/>
          </p15:clr>
        </p15:guide>
        <p15:guide id="7" pos="5009" userDrawn="1">
          <p15:clr>
            <a:srgbClr val="A4A3A4"/>
          </p15:clr>
        </p15:guide>
        <p15:guide id="8" pos="5082" userDrawn="1">
          <p15:clr>
            <a:srgbClr val="A4A3A4"/>
          </p15:clr>
        </p15:guide>
        <p15:guide id="9" pos="6215" userDrawn="1">
          <p15:clr>
            <a:srgbClr val="A4A3A4"/>
          </p15:clr>
        </p15:guide>
        <p15:guide id="10" pos="6288" userDrawn="1">
          <p15:clr>
            <a:srgbClr val="A4A3A4"/>
          </p15:clr>
        </p15:guide>
        <p15:guide id="11" orient="horz" pos="890" userDrawn="1">
          <p15:clr>
            <a:srgbClr val="C35EA4"/>
          </p15:clr>
        </p15:guide>
        <p15:guide id="12" orient="horz" pos="981"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in Lens">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D0FA13F-5B1F-4795-B0E7-3E97B5D8E071}"/>
              </a:ext>
            </a:extLst>
          </p:cNvPr>
          <p:cNvSpPr>
            <a:spLocks noGrp="1"/>
          </p:cNvSpPr>
          <p:nvPr>
            <p:ph type="title" hasCustomPrompt="1"/>
          </p:nvPr>
        </p:nvSpPr>
        <p:spPr>
          <a:xfrm>
            <a:off x="1" y="-1"/>
            <a:ext cx="3875391" cy="4330700"/>
          </a:xfrm>
          <a:custGeom>
            <a:avLst/>
            <a:gdLst>
              <a:gd name="connsiteX0" fmla="*/ 417122 w 3875391"/>
              <a:gd name="connsiteY0" fmla="*/ 0 h 4330700"/>
              <a:gd name="connsiteX1" fmla="*/ 2700571 w 3875391"/>
              <a:gd name="connsiteY1" fmla="*/ 0 h 4330700"/>
              <a:gd name="connsiteX2" fmla="*/ 2854048 w 3875391"/>
              <a:gd name="connsiteY2" fmla="*/ 93240 h 4330700"/>
              <a:gd name="connsiteX3" fmla="*/ 3875391 w 3875391"/>
              <a:gd name="connsiteY3" fmla="*/ 2014156 h 4330700"/>
              <a:gd name="connsiteX4" fmla="*/ 3479762 w 3875391"/>
              <a:gd name="connsiteY4" fmla="*/ 3309358 h 4330700"/>
              <a:gd name="connsiteX5" fmla="*/ 3457575 w 3875391"/>
              <a:gd name="connsiteY5" fmla="*/ 3339027 h 4330700"/>
              <a:gd name="connsiteX6" fmla="*/ 3457575 w 3875391"/>
              <a:gd name="connsiteY6" fmla="*/ 3343274 h 4330700"/>
              <a:gd name="connsiteX7" fmla="*/ 3454399 w 3875391"/>
              <a:gd name="connsiteY7" fmla="*/ 3343274 h 4330700"/>
              <a:gd name="connsiteX8" fmla="*/ 3346405 w 3875391"/>
              <a:gd name="connsiteY8" fmla="*/ 3487693 h 4330700"/>
              <a:gd name="connsiteX9" fmla="*/ 1558846 w 3875391"/>
              <a:gd name="connsiteY9" fmla="*/ 4330700 h 4330700"/>
              <a:gd name="connsiteX10" fmla="*/ 85309 w 3875391"/>
              <a:gd name="connsiteY10" fmla="*/ 3801714 h 4330700"/>
              <a:gd name="connsiteX11" fmla="*/ 0 w 3875391"/>
              <a:gd name="connsiteY11" fmla="*/ 3724180 h 4330700"/>
              <a:gd name="connsiteX12" fmla="*/ 0 w 3875391"/>
              <a:gd name="connsiteY12" fmla="*/ 304131 h 4330700"/>
              <a:gd name="connsiteX13" fmla="*/ 85309 w 3875391"/>
              <a:gd name="connsiteY13" fmla="*/ 226597 h 4330700"/>
              <a:gd name="connsiteX14" fmla="*/ 263644 w 3875391"/>
              <a:gd name="connsiteY14" fmla="*/ 93240 h 433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75391" h="4330700">
                <a:moveTo>
                  <a:pt x="417122" y="0"/>
                </a:moveTo>
                <a:lnTo>
                  <a:pt x="2700571" y="0"/>
                </a:lnTo>
                <a:lnTo>
                  <a:pt x="2854048" y="93240"/>
                </a:lnTo>
                <a:cubicBezTo>
                  <a:pt x="3470253" y="509540"/>
                  <a:pt x="3875391" y="1214535"/>
                  <a:pt x="3875391" y="2014156"/>
                </a:cubicBezTo>
                <a:cubicBezTo>
                  <a:pt x="3875391" y="2493928"/>
                  <a:pt x="3729542" y="2939635"/>
                  <a:pt x="3479762" y="3309358"/>
                </a:cubicBezTo>
                <a:lnTo>
                  <a:pt x="3457575" y="3339027"/>
                </a:lnTo>
                <a:lnTo>
                  <a:pt x="3457575" y="3343274"/>
                </a:lnTo>
                <a:lnTo>
                  <a:pt x="3454399" y="3343274"/>
                </a:lnTo>
                <a:lnTo>
                  <a:pt x="3346405" y="3487693"/>
                </a:lnTo>
                <a:cubicBezTo>
                  <a:pt x="2921516" y="4002539"/>
                  <a:pt x="2278504" y="4330700"/>
                  <a:pt x="1558846" y="4330700"/>
                </a:cubicBezTo>
                <a:cubicBezTo>
                  <a:pt x="999112" y="4330700"/>
                  <a:pt x="485745" y="4132183"/>
                  <a:pt x="85309" y="3801714"/>
                </a:cubicBezTo>
                <a:lnTo>
                  <a:pt x="0" y="3724180"/>
                </a:lnTo>
                <a:lnTo>
                  <a:pt x="0" y="304131"/>
                </a:lnTo>
                <a:lnTo>
                  <a:pt x="85309" y="226597"/>
                </a:lnTo>
                <a:cubicBezTo>
                  <a:pt x="142514" y="179387"/>
                  <a:pt x="202023" y="134871"/>
                  <a:pt x="263644" y="93240"/>
                </a:cubicBezTo>
                <a:close/>
              </a:path>
            </a:pathLst>
          </a:custGeom>
          <a:solidFill>
            <a:schemeClr val="accent1"/>
          </a:solidFill>
        </p:spPr>
        <p:txBody>
          <a:bodyPr wrap="square" lIns="396000" tIns="360000" bIns="360000" anchor="ctr" anchorCtr="0">
            <a:normAutofit/>
          </a:bodyPr>
          <a:lstStyle>
            <a:lvl1pPr>
              <a:lnSpc>
                <a:spcPct val="100000"/>
              </a:lnSpc>
              <a:defRPr sz="4000">
                <a:solidFill>
                  <a:schemeClr val="bg1"/>
                </a:solidFill>
              </a:defRPr>
            </a:lvl1pPr>
          </a:lstStyle>
          <a:p>
            <a:r>
              <a:rPr lang="en-US"/>
              <a:t>Click to enter title here</a:t>
            </a:r>
          </a:p>
        </p:txBody>
      </p:sp>
      <p:cxnSp>
        <p:nvCxnSpPr>
          <p:cNvPr id="9" name="Straight Connector 8">
            <a:extLst>
              <a:ext uri="{FF2B5EF4-FFF2-40B4-BE49-F238E27FC236}">
                <a16:creationId xmlns:a16="http://schemas.microsoft.com/office/drawing/2014/main" id="{21040238-DCC8-4532-9AE6-EB7C834F336E}"/>
              </a:ext>
            </a:extLst>
          </p:cNvPr>
          <p:cNvCxnSpPr>
            <a:cxnSpLocks/>
          </p:cNvCxnSpPr>
          <p:nvPr userDrawn="1"/>
        </p:nvCxnSpPr>
        <p:spPr>
          <a:xfrm>
            <a:off x="3540125" y="3730171"/>
            <a:ext cx="0" cy="24795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5A4EBE2-41F7-48F4-B525-605699ECF92F}"/>
              </a:ext>
            </a:extLst>
          </p:cNvPr>
          <p:cNvSpPr>
            <a:spLocks noGrp="1"/>
          </p:cNvSpPr>
          <p:nvPr>
            <p:ph sz="quarter" idx="19" hasCustomPrompt="1"/>
          </p:nvPr>
        </p:nvSpPr>
        <p:spPr>
          <a:xfrm>
            <a:off x="4238625" y="404812"/>
            <a:ext cx="7545387" cy="5795961"/>
          </a:xfrm>
        </p:spPr>
        <p:txBody>
          <a:bodyPr>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792000" indent="-216000">
              <a:lnSpc>
                <a:spcPct val="100000"/>
              </a:lnSpc>
              <a:defRPr lang="en-US" sz="2000" kern="1200" dirty="0">
                <a:solidFill>
                  <a:schemeClr val="tx1"/>
                </a:solidFill>
                <a:latin typeface="+mn-lt"/>
                <a:ea typeface="+mn-ea"/>
                <a:cs typeface="+mn-cs"/>
              </a:defRPr>
            </a:lvl3pPr>
            <a:lvl4pPr marL="972000" indent="-2160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10" name="Date Placeholder 9">
            <a:extLst>
              <a:ext uri="{FF2B5EF4-FFF2-40B4-BE49-F238E27FC236}">
                <a16:creationId xmlns:a16="http://schemas.microsoft.com/office/drawing/2014/main" id="{59C580CE-4074-4379-8D68-E5118B13A13A}"/>
              </a:ext>
            </a:extLst>
          </p:cNvPr>
          <p:cNvSpPr>
            <a:spLocks noGrp="1"/>
          </p:cNvSpPr>
          <p:nvPr>
            <p:ph type="dt" sz="half" idx="20"/>
          </p:nvPr>
        </p:nvSpPr>
        <p:spPr/>
        <p:txBody>
          <a:bodyPr/>
          <a:lstStyle>
            <a:lvl1pPr>
              <a:lnSpc>
                <a:spcPct val="100000"/>
              </a:lnSpc>
              <a:defRPr/>
            </a:lvl1pPr>
          </a:lstStyle>
          <a:p>
            <a:endParaRPr lang="en-GB"/>
          </a:p>
        </p:txBody>
      </p:sp>
      <p:sp>
        <p:nvSpPr>
          <p:cNvPr id="13" name="Slide Number Placeholder 12">
            <a:extLst>
              <a:ext uri="{FF2B5EF4-FFF2-40B4-BE49-F238E27FC236}">
                <a16:creationId xmlns:a16="http://schemas.microsoft.com/office/drawing/2014/main" id="{D2C25B5D-B685-4B55-8498-3486110FDCFE}"/>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8" name="Text Placeholder 96">
            <a:extLst>
              <a:ext uri="{FF2B5EF4-FFF2-40B4-BE49-F238E27FC236}">
                <a16:creationId xmlns:a16="http://schemas.microsoft.com/office/drawing/2014/main" id="{DFE25DB2-F58D-4AD2-B640-7A1061569FFB}"/>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028580439"/>
      </p:ext>
    </p:extLst>
  </p:cSld>
  <p:clrMapOvr>
    <a:masterClrMapping/>
  </p:clrMapOvr>
  <p:extLst>
    <p:ext uri="{DCECCB84-F9BA-43D5-87BE-67443E8EF086}">
      <p15:sldGuideLst xmlns:p15="http://schemas.microsoft.com/office/powerpoint/2012/main">
        <p15:guide id="1" pos="2230">
          <p15:clr>
            <a:srgbClr val="C35EA4"/>
          </p15:clr>
        </p15:guide>
        <p15:guide id="5" pos="2661"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447ADDD-920E-4BEB-819B-9759B3CF06AB}"/>
              </a:ext>
            </a:extLst>
          </p:cNvPr>
          <p:cNvSpPr>
            <a:spLocks noGrp="1"/>
          </p:cNvSpPr>
          <p:nvPr>
            <p:ph type="title" hasCustomPrompt="1"/>
          </p:nvPr>
        </p:nvSpPr>
        <p:spPr>
          <a:xfrm>
            <a:off x="1" y="0"/>
            <a:ext cx="5562601" cy="6858000"/>
          </a:xfrm>
          <a:custGeom>
            <a:avLst/>
            <a:gdLst>
              <a:gd name="connsiteX0" fmla="*/ 0 w 5562601"/>
              <a:gd name="connsiteY0" fmla="*/ 0 h 6858000"/>
              <a:gd name="connsiteX1" fmla="*/ 3124199 w 5562601"/>
              <a:gd name="connsiteY1" fmla="*/ 0 h 6858000"/>
              <a:gd name="connsiteX2" fmla="*/ 3694793 w 5562601"/>
              <a:gd name="connsiteY2" fmla="*/ 0 h 6858000"/>
              <a:gd name="connsiteX3" fmla="*/ 3762493 w 5562601"/>
              <a:gd name="connsiteY3" fmla="*/ 43402 h 6858000"/>
              <a:gd name="connsiteX4" fmla="*/ 5562601 w 5562601"/>
              <a:gd name="connsiteY4" fmla="*/ 3429000 h 6858000"/>
              <a:gd name="connsiteX5" fmla="*/ 3762493 w 5562601"/>
              <a:gd name="connsiteY5" fmla="*/ 6814598 h 6858000"/>
              <a:gd name="connsiteX6" fmla="*/ 3694792 w 5562601"/>
              <a:gd name="connsiteY6" fmla="*/ 6858000 h 6858000"/>
              <a:gd name="connsiteX7" fmla="*/ 0 w 5562601"/>
              <a:gd name="connsiteY7" fmla="*/ 6858000 h 6858000"/>
              <a:gd name="connsiteX8" fmla="*/ 0 w 5562601"/>
              <a:gd name="connsiteY8" fmla="*/ 260168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62601" h="6858000">
                <a:moveTo>
                  <a:pt x="0" y="0"/>
                </a:moveTo>
                <a:lnTo>
                  <a:pt x="3124199" y="0"/>
                </a:lnTo>
                <a:lnTo>
                  <a:pt x="3694793" y="0"/>
                </a:lnTo>
                <a:lnTo>
                  <a:pt x="3762493" y="43402"/>
                </a:lnTo>
                <a:cubicBezTo>
                  <a:pt x="4848549" y="777127"/>
                  <a:pt x="5562601" y="2019676"/>
                  <a:pt x="5562601" y="3429000"/>
                </a:cubicBezTo>
                <a:cubicBezTo>
                  <a:pt x="5562601" y="4838325"/>
                  <a:pt x="4848549" y="6080873"/>
                  <a:pt x="3762493" y="6814598"/>
                </a:cubicBezTo>
                <a:lnTo>
                  <a:pt x="3694792" y="6858000"/>
                </a:lnTo>
                <a:lnTo>
                  <a:pt x="0" y="6858000"/>
                </a:lnTo>
                <a:lnTo>
                  <a:pt x="0" y="2601686"/>
                </a:lnTo>
                <a:close/>
              </a:path>
            </a:pathLst>
          </a:custGeom>
          <a:solidFill>
            <a:schemeClr val="accent1"/>
          </a:solidFill>
        </p:spPr>
        <p:txBody>
          <a:bodyPr wrap="square" lIns="396000" tIns="2160000" bIns="2880000" anchor="b" anchorCtr="0">
            <a:normAutofit/>
          </a:bodyPr>
          <a:lstStyle>
            <a:lvl1pPr>
              <a:lnSpc>
                <a:spcPct val="100000"/>
              </a:lnSpc>
              <a:defRPr sz="4000">
                <a:solidFill>
                  <a:schemeClr val="bg1"/>
                </a:solidFill>
              </a:defRPr>
            </a:lvl1pPr>
          </a:lstStyle>
          <a:p>
            <a:r>
              <a:rPr lang="en-US"/>
              <a:t>Click to enter</a:t>
            </a:r>
            <a:br>
              <a:rPr lang="en-US"/>
            </a:br>
            <a:r>
              <a:rPr lang="en-US"/>
              <a:t>section title here</a:t>
            </a:r>
            <a:endParaRPr lang="en-GB"/>
          </a:p>
        </p:txBody>
      </p:sp>
      <p:sp>
        <p:nvSpPr>
          <p:cNvPr id="20" name="Text Placeholder 30">
            <a:extLst>
              <a:ext uri="{FF2B5EF4-FFF2-40B4-BE49-F238E27FC236}">
                <a16:creationId xmlns:a16="http://schemas.microsoft.com/office/drawing/2014/main" id="{9A77974F-FF01-4E3F-957B-CC5A44F8CE16}"/>
              </a:ext>
            </a:extLst>
          </p:cNvPr>
          <p:cNvSpPr txBox="1">
            <a:spLocks/>
          </p:cNvSpPr>
          <p:nvPr userDrawn="1"/>
        </p:nvSpPr>
        <p:spPr>
          <a:xfrm>
            <a:off x="11597151" y="6303999"/>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5" name="Text Placeholder 4">
            <a:extLst>
              <a:ext uri="{FF2B5EF4-FFF2-40B4-BE49-F238E27FC236}">
                <a16:creationId xmlns:a16="http://schemas.microsoft.com/office/drawing/2014/main" id="{D60AE4F3-AAA3-4B8D-A01A-1FF9B8F9F42A}"/>
              </a:ext>
            </a:extLst>
          </p:cNvPr>
          <p:cNvSpPr>
            <a:spLocks noGrp="1"/>
          </p:cNvSpPr>
          <p:nvPr>
            <p:ph type="body" sz="quarter" idx="33" hasCustomPrompt="1"/>
          </p:nvPr>
        </p:nvSpPr>
        <p:spPr>
          <a:xfrm>
            <a:off x="428095" y="863767"/>
            <a:ext cx="1203158" cy="1203158"/>
          </a:xfrm>
          <a:prstGeom prst="ellipse">
            <a:avLst/>
          </a:prstGeom>
          <a:solidFill>
            <a:schemeClr val="bg1"/>
          </a:solidFill>
        </p:spPr>
        <p:txBody>
          <a:bodyPr wrap="none" bIns="0" anchor="ctr" anchorCtr="0">
            <a:normAutofit/>
          </a:bodyPr>
          <a:lstStyle>
            <a:lvl1pPr marL="0" indent="0" algn="ctr">
              <a:lnSpc>
                <a:spcPct val="100000"/>
              </a:lnSpc>
              <a:buNone/>
              <a:defRPr sz="6000" b="1">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a:t>
            </a:r>
          </a:p>
        </p:txBody>
      </p:sp>
      <p:sp>
        <p:nvSpPr>
          <p:cNvPr id="8" name="Text Placeholder 7">
            <a:extLst>
              <a:ext uri="{FF2B5EF4-FFF2-40B4-BE49-F238E27FC236}">
                <a16:creationId xmlns:a16="http://schemas.microsoft.com/office/drawing/2014/main" id="{45758FA1-2B23-4C7E-97FD-FBA94AB3853B}"/>
              </a:ext>
            </a:extLst>
          </p:cNvPr>
          <p:cNvSpPr>
            <a:spLocks noGrp="1"/>
          </p:cNvSpPr>
          <p:nvPr>
            <p:ph type="body" sz="quarter" idx="34" hasCustomPrompt="1"/>
          </p:nvPr>
        </p:nvSpPr>
        <p:spPr>
          <a:xfrm>
            <a:off x="428626" y="4267200"/>
            <a:ext cx="3678918" cy="1896645"/>
          </a:xfrm>
          <a:prstGeom prst="rect">
            <a:avLst/>
          </a:prstGeom>
        </p:spPr>
        <p:txBody>
          <a:bodyPr lIns="0"/>
          <a:lstStyle>
            <a:lvl1pPr marL="0" indent="0">
              <a:lnSpc>
                <a:spcPct val="100000"/>
              </a:lnSpc>
              <a:buNone/>
              <a:defRPr>
                <a:solidFill>
                  <a:schemeClr val="bg1"/>
                </a:solidFill>
              </a:defRPr>
            </a:lvl1pPr>
            <a:lvl5pPr>
              <a:defRPr/>
            </a:lvl5pPr>
          </a:lstStyle>
          <a:p>
            <a:pPr lvl="0"/>
            <a:r>
              <a:rPr lang="en-US"/>
              <a:t>Click to add subtitle / presenter name(s)</a:t>
            </a:r>
          </a:p>
        </p:txBody>
      </p:sp>
      <p:sp>
        <p:nvSpPr>
          <p:cNvPr id="22" name="Picture Placeholder 21">
            <a:extLst>
              <a:ext uri="{FF2B5EF4-FFF2-40B4-BE49-F238E27FC236}">
                <a16:creationId xmlns:a16="http://schemas.microsoft.com/office/drawing/2014/main" id="{0486192A-3DB1-49EB-9B2C-D5E68AF24B1A}"/>
              </a:ext>
            </a:extLst>
          </p:cNvPr>
          <p:cNvSpPr>
            <a:spLocks noGrp="1"/>
          </p:cNvSpPr>
          <p:nvPr>
            <p:ph type="pic" sz="quarter" idx="36" hasCustomPrompt="1"/>
          </p:nvPr>
        </p:nvSpPr>
        <p:spPr>
          <a:xfrm>
            <a:off x="3694792" y="-1"/>
            <a:ext cx="8497208" cy="6858001"/>
          </a:xfrm>
          <a:custGeom>
            <a:avLst/>
            <a:gdLst>
              <a:gd name="connsiteX0" fmla="*/ 8001617 w 8497208"/>
              <a:gd name="connsiteY0" fmla="*/ 6414717 h 6858001"/>
              <a:gd name="connsiteX1" fmla="*/ 7980570 w 8497208"/>
              <a:gd name="connsiteY1" fmla="*/ 6439539 h 6858001"/>
              <a:gd name="connsiteX2" fmla="*/ 8034470 w 8497208"/>
              <a:gd name="connsiteY2" fmla="*/ 6517076 h 6858001"/>
              <a:gd name="connsiteX3" fmla="*/ 8090937 w 8497208"/>
              <a:gd name="connsiteY3" fmla="*/ 6510166 h 6858001"/>
              <a:gd name="connsiteX4" fmla="*/ 8091707 w 8497208"/>
              <a:gd name="connsiteY4" fmla="*/ 6506072 h 6858001"/>
              <a:gd name="connsiteX5" fmla="*/ 8095814 w 8497208"/>
              <a:gd name="connsiteY5" fmla="*/ 6478435 h 6858001"/>
              <a:gd name="connsiteX6" fmla="*/ 8062447 w 8497208"/>
              <a:gd name="connsiteY6" fmla="*/ 6464105 h 6858001"/>
              <a:gd name="connsiteX7" fmla="*/ 8064757 w 8497208"/>
              <a:gd name="connsiteY7" fmla="*/ 6499675 h 6858001"/>
              <a:gd name="connsiteX8" fmla="*/ 8064757 w 8497208"/>
              <a:gd name="connsiteY8" fmla="*/ 6504025 h 6858001"/>
              <a:gd name="connsiteX9" fmla="*/ 8048330 w 8497208"/>
              <a:gd name="connsiteY9" fmla="*/ 6515029 h 6858001"/>
              <a:gd name="connsiteX10" fmla="*/ 7993147 w 8497208"/>
              <a:gd name="connsiteY10" fmla="*/ 6433142 h 6858001"/>
              <a:gd name="connsiteX11" fmla="*/ 7994430 w 8497208"/>
              <a:gd name="connsiteY11" fmla="*/ 6431862 h 6858001"/>
              <a:gd name="connsiteX12" fmla="*/ 7995200 w 8497208"/>
              <a:gd name="connsiteY12" fmla="*/ 6432374 h 6858001"/>
              <a:gd name="connsiteX13" fmla="*/ 7995457 w 8497208"/>
              <a:gd name="connsiteY13" fmla="*/ 6432374 h 6858001"/>
              <a:gd name="connsiteX14" fmla="*/ 8062190 w 8497208"/>
              <a:gd name="connsiteY14" fmla="*/ 6459499 h 6858001"/>
              <a:gd name="connsiteX15" fmla="*/ 8096071 w 8497208"/>
              <a:gd name="connsiteY15" fmla="*/ 6474085 h 6858001"/>
              <a:gd name="connsiteX16" fmla="*/ 8122764 w 8497208"/>
              <a:gd name="connsiteY16" fmla="*/ 6486880 h 6858001"/>
              <a:gd name="connsiteX17" fmla="*/ 8134828 w 8497208"/>
              <a:gd name="connsiteY17" fmla="*/ 6503513 h 6858001"/>
              <a:gd name="connsiteX18" fmla="*/ 7984933 w 8497208"/>
              <a:gd name="connsiteY18" fmla="*/ 6615084 h 6858001"/>
              <a:gd name="connsiteX19" fmla="*/ 7984420 w 8497208"/>
              <a:gd name="connsiteY19" fmla="*/ 6615596 h 6858001"/>
              <a:gd name="connsiteX20" fmla="*/ 7983393 w 8497208"/>
              <a:gd name="connsiteY20" fmla="*/ 6617131 h 6858001"/>
              <a:gd name="connsiteX21" fmla="*/ 7983137 w 8497208"/>
              <a:gd name="connsiteY21" fmla="*/ 6617643 h 6858001"/>
              <a:gd name="connsiteX22" fmla="*/ 7978517 w 8497208"/>
              <a:gd name="connsiteY22" fmla="*/ 6631717 h 6858001"/>
              <a:gd name="connsiteX23" fmla="*/ 7997253 w 8497208"/>
              <a:gd name="connsiteY23" fmla="*/ 6655260 h 6858001"/>
              <a:gd name="connsiteX24" fmla="*/ 8009830 w 8497208"/>
              <a:gd name="connsiteY24" fmla="*/ 6657563 h 6858001"/>
              <a:gd name="connsiteX25" fmla="*/ 8012397 w 8497208"/>
              <a:gd name="connsiteY25" fmla="*/ 6657819 h 6858001"/>
              <a:gd name="connsiteX26" fmla="*/ 8136881 w 8497208"/>
              <a:gd name="connsiteY26" fmla="*/ 6633253 h 6858001"/>
              <a:gd name="connsiteX27" fmla="*/ 8146378 w 8497208"/>
              <a:gd name="connsiteY27" fmla="*/ 6607407 h 6858001"/>
              <a:gd name="connsiteX28" fmla="*/ 8103001 w 8497208"/>
              <a:gd name="connsiteY28" fmla="*/ 6582073 h 6858001"/>
              <a:gd name="connsiteX29" fmla="*/ 8093761 w 8497208"/>
              <a:gd name="connsiteY29" fmla="*/ 6588215 h 6858001"/>
              <a:gd name="connsiteX30" fmla="*/ 8128411 w 8497208"/>
              <a:gd name="connsiteY30" fmla="*/ 6611246 h 6858001"/>
              <a:gd name="connsiteX31" fmla="*/ 8126614 w 8497208"/>
              <a:gd name="connsiteY31" fmla="*/ 6614828 h 6858001"/>
              <a:gd name="connsiteX32" fmla="*/ 8124304 w 8497208"/>
              <a:gd name="connsiteY32" fmla="*/ 6614828 h 6858001"/>
              <a:gd name="connsiteX33" fmla="*/ 8047817 w 8497208"/>
              <a:gd name="connsiteY33" fmla="*/ 6619946 h 6858001"/>
              <a:gd name="connsiteX34" fmla="*/ 8040630 w 8497208"/>
              <a:gd name="connsiteY34" fmla="*/ 6620202 h 6858001"/>
              <a:gd name="connsiteX35" fmla="*/ 8052437 w 8497208"/>
              <a:gd name="connsiteY35" fmla="*/ 6610734 h 6858001"/>
              <a:gd name="connsiteX36" fmla="*/ 8173841 w 8497208"/>
              <a:gd name="connsiteY36" fmla="*/ 6529615 h 6858001"/>
              <a:gd name="connsiteX37" fmla="*/ 8144068 w 8497208"/>
              <a:gd name="connsiteY37" fmla="*/ 6452334 h 6858001"/>
              <a:gd name="connsiteX38" fmla="*/ 8001617 w 8497208"/>
              <a:gd name="connsiteY38" fmla="*/ 6414717 h 6858001"/>
              <a:gd name="connsiteX39" fmla="*/ 8063182 w 8497208"/>
              <a:gd name="connsiteY39" fmla="*/ 6306559 h 6858001"/>
              <a:gd name="connsiteX40" fmla="*/ 7947246 w 8497208"/>
              <a:gd name="connsiteY40" fmla="*/ 6409920 h 6858001"/>
              <a:gd name="connsiteX41" fmla="*/ 7903898 w 8497208"/>
              <a:gd name="connsiteY41" fmla="*/ 6477718 h 6858001"/>
              <a:gd name="connsiteX42" fmla="*/ 7922109 w 8497208"/>
              <a:gd name="connsiteY42" fmla="*/ 6498186 h 6858001"/>
              <a:gd name="connsiteX43" fmla="*/ 8041380 w 8497208"/>
              <a:gd name="connsiteY43" fmla="*/ 6559844 h 6858001"/>
              <a:gd name="connsiteX44" fmla="*/ 8050870 w 8497208"/>
              <a:gd name="connsiteY44" fmla="*/ 6553960 h 6858001"/>
              <a:gd name="connsiteX45" fmla="*/ 7945194 w 8497208"/>
              <a:gd name="connsiteY45" fmla="*/ 6495627 h 6858001"/>
              <a:gd name="connsiteX46" fmla="*/ 7928778 w 8497208"/>
              <a:gd name="connsiteY46" fmla="*/ 6480277 h 6858001"/>
              <a:gd name="connsiteX47" fmla="*/ 7958019 w 8497208"/>
              <a:gd name="connsiteY47" fmla="*/ 6449575 h 6858001"/>
              <a:gd name="connsiteX48" fmla="*/ 7974178 w 8497208"/>
              <a:gd name="connsiteY48" fmla="*/ 6433457 h 6858001"/>
              <a:gd name="connsiteX49" fmla="*/ 7976230 w 8497208"/>
              <a:gd name="connsiteY49" fmla="*/ 6416827 h 6858001"/>
              <a:gd name="connsiteX50" fmla="*/ 7997263 w 8497208"/>
              <a:gd name="connsiteY50" fmla="*/ 6410176 h 6858001"/>
              <a:gd name="connsiteX51" fmla="*/ 8024964 w 8497208"/>
              <a:gd name="connsiteY51" fmla="*/ 6382289 h 6858001"/>
              <a:gd name="connsiteX52" fmla="*/ 8047536 w 8497208"/>
              <a:gd name="connsiteY52" fmla="*/ 6364635 h 6858001"/>
              <a:gd name="connsiteX53" fmla="*/ 8053948 w 8497208"/>
              <a:gd name="connsiteY53" fmla="*/ 6376916 h 6858001"/>
              <a:gd name="connsiteX54" fmla="*/ 8058822 w 8497208"/>
              <a:gd name="connsiteY54" fmla="*/ 6421688 h 6858001"/>
              <a:gd name="connsiteX55" fmla="*/ 8097296 w 8497208"/>
              <a:gd name="connsiteY55" fmla="*/ 6432434 h 6858001"/>
              <a:gd name="connsiteX56" fmla="*/ 8063182 w 8497208"/>
              <a:gd name="connsiteY56" fmla="*/ 6306559 h 6858001"/>
              <a:gd name="connsiteX57" fmla="*/ 4802415 w 8497208"/>
              <a:gd name="connsiteY57" fmla="*/ 0 h 6858001"/>
              <a:gd name="connsiteX58" fmla="*/ 5373009 w 8497208"/>
              <a:gd name="connsiteY58" fmla="*/ 0 h 6858001"/>
              <a:gd name="connsiteX59" fmla="*/ 8497208 w 8497208"/>
              <a:gd name="connsiteY59" fmla="*/ 0 h 6858001"/>
              <a:gd name="connsiteX60" fmla="*/ 8497208 w 8497208"/>
              <a:gd name="connsiteY60" fmla="*/ 1 h 6858001"/>
              <a:gd name="connsiteX61" fmla="*/ 8497208 w 8497208"/>
              <a:gd name="connsiteY61" fmla="*/ 2601686 h 6858001"/>
              <a:gd name="connsiteX62" fmla="*/ 8497208 w 8497208"/>
              <a:gd name="connsiteY62" fmla="*/ 6858000 h 6858001"/>
              <a:gd name="connsiteX63" fmla="*/ 8497208 w 8497208"/>
              <a:gd name="connsiteY63" fmla="*/ 6858001 h 6858001"/>
              <a:gd name="connsiteX64" fmla="*/ 0 w 8497208"/>
              <a:gd name="connsiteY64" fmla="*/ 6858001 h 6858001"/>
              <a:gd name="connsiteX65" fmla="*/ 67701 w 8497208"/>
              <a:gd name="connsiteY65" fmla="*/ 6814599 h 6858001"/>
              <a:gd name="connsiteX66" fmla="*/ 1867809 w 8497208"/>
              <a:gd name="connsiteY66" fmla="*/ 3429001 h 6858001"/>
              <a:gd name="connsiteX67" fmla="*/ 67701 w 8497208"/>
              <a:gd name="connsiteY67" fmla="*/ 43403 h 6858001"/>
              <a:gd name="connsiteX68" fmla="*/ 1 w 8497208"/>
              <a:gd name="connsiteY68" fmla="*/ 1 h 6858001"/>
              <a:gd name="connsiteX69" fmla="*/ 4802413 w 8497208"/>
              <a:gd name="connsiteY69"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8497208" h="6858001">
                <a:moveTo>
                  <a:pt x="8001617" y="6414717"/>
                </a:moveTo>
                <a:cubicBezTo>
                  <a:pt x="7980570" y="6411902"/>
                  <a:pt x="7972100" y="6419579"/>
                  <a:pt x="7980570" y="6439539"/>
                </a:cubicBezTo>
                <a:cubicBezTo>
                  <a:pt x="7989297" y="6459243"/>
                  <a:pt x="8011370" y="6492254"/>
                  <a:pt x="8034470" y="6517076"/>
                </a:cubicBezTo>
                <a:cubicBezTo>
                  <a:pt x="8057827" y="6541642"/>
                  <a:pt x="8082981" y="6548551"/>
                  <a:pt x="8090937" y="6510166"/>
                </a:cubicBezTo>
                <a:cubicBezTo>
                  <a:pt x="8091194" y="6508887"/>
                  <a:pt x="8091451" y="6507608"/>
                  <a:pt x="8091707" y="6506072"/>
                </a:cubicBezTo>
                <a:cubicBezTo>
                  <a:pt x="8093504" y="6496348"/>
                  <a:pt x="8095044" y="6486880"/>
                  <a:pt x="8095814" y="6478435"/>
                </a:cubicBezTo>
                <a:cubicBezTo>
                  <a:pt x="8085547" y="6473829"/>
                  <a:pt x="8073997" y="6468967"/>
                  <a:pt x="8062447" y="6464105"/>
                </a:cubicBezTo>
                <a:cubicBezTo>
                  <a:pt x="8063217" y="6472806"/>
                  <a:pt x="8064244" y="6487904"/>
                  <a:pt x="8064757" y="6499675"/>
                </a:cubicBezTo>
                <a:cubicBezTo>
                  <a:pt x="8064757" y="6500954"/>
                  <a:pt x="8064757" y="6502490"/>
                  <a:pt x="8064757" y="6504025"/>
                </a:cubicBezTo>
                <a:cubicBezTo>
                  <a:pt x="8065527" y="6522705"/>
                  <a:pt x="8059110" y="6522705"/>
                  <a:pt x="8048330" y="6515029"/>
                </a:cubicBezTo>
                <a:cubicBezTo>
                  <a:pt x="8035754" y="6506072"/>
                  <a:pt x="7997510" y="6455661"/>
                  <a:pt x="7993147" y="6433142"/>
                </a:cubicBezTo>
                <a:cubicBezTo>
                  <a:pt x="7992890" y="6431862"/>
                  <a:pt x="7993660" y="6431606"/>
                  <a:pt x="7994430" y="6431862"/>
                </a:cubicBezTo>
                <a:cubicBezTo>
                  <a:pt x="7994687" y="6432118"/>
                  <a:pt x="7994943" y="6432118"/>
                  <a:pt x="7995200" y="6432374"/>
                </a:cubicBezTo>
                <a:cubicBezTo>
                  <a:pt x="7995200" y="6432374"/>
                  <a:pt x="7995200" y="6432374"/>
                  <a:pt x="7995457" y="6432374"/>
                </a:cubicBezTo>
                <a:cubicBezTo>
                  <a:pt x="8003927" y="6435701"/>
                  <a:pt x="8032930" y="6447216"/>
                  <a:pt x="8062190" y="6459499"/>
                </a:cubicBezTo>
                <a:cubicBezTo>
                  <a:pt x="8073741" y="6464361"/>
                  <a:pt x="8085547" y="6469479"/>
                  <a:pt x="8096071" y="6474085"/>
                </a:cubicBezTo>
                <a:cubicBezTo>
                  <a:pt x="8106594" y="6478691"/>
                  <a:pt x="8115834" y="6483297"/>
                  <a:pt x="8122764" y="6486880"/>
                </a:cubicBezTo>
                <a:cubicBezTo>
                  <a:pt x="8135341" y="6493533"/>
                  <a:pt x="8140218" y="6498139"/>
                  <a:pt x="8134828" y="6503513"/>
                </a:cubicBezTo>
                <a:cubicBezTo>
                  <a:pt x="8108647" y="6530382"/>
                  <a:pt x="8016504" y="6568255"/>
                  <a:pt x="7984933" y="6615084"/>
                </a:cubicBezTo>
                <a:cubicBezTo>
                  <a:pt x="7984933" y="6615084"/>
                  <a:pt x="7984677" y="6615340"/>
                  <a:pt x="7984420" y="6615596"/>
                </a:cubicBezTo>
                <a:cubicBezTo>
                  <a:pt x="7984163" y="6616108"/>
                  <a:pt x="7983650" y="6616619"/>
                  <a:pt x="7983393" y="6617131"/>
                </a:cubicBezTo>
                <a:cubicBezTo>
                  <a:pt x="7983393" y="6617387"/>
                  <a:pt x="7983393" y="6617643"/>
                  <a:pt x="7983137" y="6617643"/>
                </a:cubicBezTo>
                <a:cubicBezTo>
                  <a:pt x="7981597" y="6620714"/>
                  <a:pt x="7979287" y="6625576"/>
                  <a:pt x="7978517" y="6631717"/>
                </a:cubicBezTo>
                <a:cubicBezTo>
                  <a:pt x="7977233" y="6641953"/>
                  <a:pt x="7982623" y="6651421"/>
                  <a:pt x="7997253" y="6655260"/>
                </a:cubicBezTo>
                <a:cubicBezTo>
                  <a:pt x="8001103" y="6656283"/>
                  <a:pt x="8005210" y="6657051"/>
                  <a:pt x="8009830" y="6657563"/>
                </a:cubicBezTo>
                <a:cubicBezTo>
                  <a:pt x="8010600" y="6657819"/>
                  <a:pt x="8011627" y="6657819"/>
                  <a:pt x="8012397" y="6657819"/>
                </a:cubicBezTo>
                <a:cubicBezTo>
                  <a:pt x="8040887" y="6659098"/>
                  <a:pt x="8114551" y="6642977"/>
                  <a:pt x="8136881" y="6633253"/>
                </a:cubicBezTo>
                <a:cubicBezTo>
                  <a:pt x="8159981" y="6623017"/>
                  <a:pt x="8153051" y="6612781"/>
                  <a:pt x="8146378" y="6607407"/>
                </a:cubicBezTo>
                <a:cubicBezTo>
                  <a:pt x="8141244" y="6603313"/>
                  <a:pt x="8115577" y="6588983"/>
                  <a:pt x="8103001" y="6582073"/>
                </a:cubicBezTo>
                <a:cubicBezTo>
                  <a:pt x="8099664" y="6584376"/>
                  <a:pt x="8097097" y="6585912"/>
                  <a:pt x="8093761" y="6588215"/>
                </a:cubicBezTo>
                <a:cubicBezTo>
                  <a:pt x="8115064" y="6601010"/>
                  <a:pt x="8123534" y="6607407"/>
                  <a:pt x="8128411" y="6611246"/>
                </a:cubicBezTo>
                <a:cubicBezTo>
                  <a:pt x="8130464" y="6612781"/>
                  <a:pt x="8129438" y="6614572"/>
                  <a:pt x="8126614" y="6614828"/>
                </a:cubicBezTo>
                <a:cubicBezTo>
                  <a:pt x="8125844" y="6614828"/>
                  <a:pt x="8125074" y="6614828"/>
                  <a:pt x="8124304" y="6614828"/>
                </a:cubicBezTo>
                <a:cubicBezTo>
                  <a:pt x="8104027" y="6616364"/>
                  <a:pt x="8065784" y="6618922"/>
                  <a:pt x="8047817" y="6619946"/>
                </a:cubicBezTo>
                <a:cubicBezTo>
                  <a:pt x="8045250" y="6620202"/>
                  <a:pt x="8042170" y="6620202"/>
                  <a:pt x="8040630" y="6620202"/>
                </a:cubicBezTo>
                <a:cubicBezTo>
                  <a:pt x="8044994" y="6616108"/>
                  <a:pt x="8049870" y="6612525"/>
                  <a:pt x="8052437" y="6610734"/>
                </a:cubicBezTo>
                <a:cubicBezTo>
                  <a:pt x="8090937" y="6583609"/>
                  <a:pt x="8154848" y="6545736"/>
                  <a:pt x="8173841" y="6529615"/>
                </a:cubicBezTo>
                <a:cubicBezTo>
                  <a:pt x="8187701" y="6517587"/>
                  <a:pt x="8225688" y="6480994"/>
                  <a:pt x="8144068" y="6452334"/>
                </a:cubicBezTo>
                <a:cubicBezTo>
                  <a:pt x="8120711" y="6444401"/>
                  <a:pt x="8062704" y="6422906"/>
                  <a:pt x="8001617" y="6414717"/>
                </a:cubicBezTo>
                <a:close/>
                <a:moveTo>
                  <a:pt x="8063182" y="6306559"/>
                </a:moveTo>
                <a:cubicBezTo>
                  <a:pt x="8043432" y="6304000"/>
                  <a:pt x="8013678" y="6328817"/>
                  <a:pt x="7947246" y="6409920"/>
                </a:cubicBezTo>
                <a:cubicBezTo>
                  <a:pt x="7934934" y="6424759"/>
                  <a:pt x="7906206" y="6461088"/>
                  <a:pt x="7903898" y="6477718"/>
                </a:cubicBezTo>
                <a:cubicBezTo>
                  <a:pt x="7902359" y="6489487"/>
                  <a:pt x="7914927" y="6494604"/>
                  <a:pt x="7922109" y="6498186"/>
                </a:cubicBezTo>
                <a:cubicBezTo>
                  <a:pt x="7928778" y="6501768"/>
                  <a:pt x="8005727" y="6539888"/>
                  <a:pt x="8041380" y="6559844"/>
                </a:cubicBezTo>
                <a:cubicBezTo>
                  <a:pt x="8044458" y="6557797"/>
                  <a:pt x="8047536" y="6555751"/>
                  <a:pt x="8050870" y="6553960"/>
                </a:cubicBezTo>
                <a:cubicBezTo>
                  <a:pt x="8029581" y="6542447"/>
                  <a:pt x="7969561" y="6510211"/>
                  <a:pt x="7945194" y="6495627"/>
                </a:cubicBezTo>
                <a:cubicBezTo>
                  <a:pt x="7935190" y="6489743"/>
                  <a:pt x="7928265" y="6484882"/>
                  <a:pt x="7928778" y="6480277"/>
                </a:cubicBezTo>
                <a:cubicBezTo>
                  <a:pt x="7929548" y="6474648"/>
                  <a:pt x="7944168" y="6463391"/>
                  <a:pt x="7958019" y="6449575"/>
                </a:cubicBezTo>
                <a:cubicBezTo>
                  <a:pt x="7961610" y="6445994"/>
                  <a:pt x="7967509" y="6440109"/>
                  <a:pt x="7974178" y="6433457"/>
                </a:cubicBezTo>
                <a:cubicBezTo>
                  <a:pt x="7972382" y="6426550"/>
                  <a:pt x="7973152" y="6420921"/>
                  <a:pt x="7976230" y="6416827"/>
                </a:cubicBezTo>
                <a:cubicBezTo>
                  <a:pt x="7980077" y="6411711"/>
                  <a:pt x="7987003" y="6409664"/>
                  <a:pt x="7997263" y="6410176"/>
                </a:cubicBezTo>
                <a:cubicBezTo>
                  <a:pt x="8009831" y="6397639"/>
                  <a:pt x="8021117" y="6386382"/>
                  <a:pt x="8024964" y="6382289"/>
                </a:cubicBezTo>
                <a:cubicBezTo>
                  <a:pt x="8033941" y="6373334"/>
                  <a:pt x="8043432" y="6364124"/>
                  <a:pt x="8047536" y="6364635"/>
                </a:cubicBezTo>
                <a:cubicBezTo>
                  <a:pt x="8050870" y="6365147"/>
                  <a:pt x="8052666" y="6368217"/>
                  <a:pt x="8053948" y="6376916"/>
                </a:cubicBezTo>
                <a:cubicBezTo>
                  <a:pt x="8054974" y="6384591"/>
                  <a:pt x="8057539" y="6406850"/>
                  <a:pt x="8058822" y="6421688"/>
                </a:cubicBezTo>
                <a:cubicBezTo>
                  <a:pt x="8072672" y="6425014"/>
                  <a:pt x="8085497" y="6428852"/>
                  <a:pt x="8097296" y="6432434"/>
                </a:cubicBezTo>
                <a:cubicBezTo>
                  <a:pt x="8095757" y="6330864"/>
                  <a:pt x="8084215" y="6309373"/>
                  <a:pt x="8063182" y="6306559"/>
                </a:cubicBezTo>
                <a:close/>
                <a:moveTo>
                  <a:pt x="4802415" y="0"/>
                </a:moveTo>
                <a:lnTo>
                  <a:pt x="5373009" y="0"/>
                </a:lnTo>
                <a:lnTo>
                  <a:pt x="8497208" y="0"/>
                </a:lnTo>
                <a:lnTo>
                  <a:pt x="8497208" y="1"/>
                </a:lnTo>
                <a:lnTo>
                  <a:pt x="8497208" y="2601686"/>
                </a:lnTo>
                <a:lnTo>
                  <a:pt x="8497208" y="6858000"/>
                </a:lnTo>
                <a:lnTo>
                  <a:pt x="8497208" y="6858001"/>
                </a:lnTo>
                <a:lnTo>
                  <a:pt x="0" y="6858001"/>
                </a:lnTo>
                <a:lnTo>
                  <a:pt x="67701" y="6814599"/>
                </a:lnTo>
                <a:cubicBezTo>
                  <a:pt x="1153758" y="6080874"/>
                  <a:pt x="1867809" y="4838326"/>
                  <a:pt x="1867809" y="3429001"/>
                </a:cubicBezTo>
                <a:cubicBezTo>
                  <a:pt x="1867809" y="2019677"/>
                  <a:pt x="1153758" y="777128"/>
                  <a:pt x="67701" y="43403"/>
                </a:cubicBezTo>
                <a:lnTo>
                  <a:pt x="1" y="1"/>
                </a:lnTo>
                <a:lnTo>
                  <a:pt x="4802413" y="1"/>
                </a:lnTo>
                <a:close/>
              </a:path>
            </a:pathLst>
          </a:custGeom>
        </p:spPr>
        <p:txBody>
          <a:bodyPr wrap="square" tIns="360000" bIns="900000" anchor="ctr" anchorCtr="0">
            <a:noAutofit/>
          </a:bodyPr>
          <a:lstStyle>
            <a:lvl1pPr marL="0" marR="0" indent="0" algn="ctr" defTabSz="914400" rtl="0" eaLnBrk="1" fontAlgn="auto" latinLnBrk="0" hangingPunct="1">
              <a:lnSpc>
                <a:spcPct val="100000"/>
              </a:lnSpc>
              <a:spcBef>
                <a:spcPts val="0"/>
              </a:spcBef>
              <a:spcAft>
                <a:spcPts val="600"/>
              </a:spcAft>
              <a:buClrTx/>
              <a:buSzTx/>
              <a:buFont typeface="Arial" panose="020B0604020202020204" pitchFamily="34" charset="0"/>
              <a:buNone/>
              <a:tabLst/>
              <a:defRPr sz="1600" b="1"/>
            </a:lvl1pPr>
          </a:lstStyle>
          <a:p>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r>
              <a:rPr lang="en-US"/>
              <a:t>Alternatively, you can fill this shape </a:t>
            </a:r>
            <a:br>
              <a:rPr lang="en-US"/>
            </a:br>
            <a:r>
              <a:rPr lang="en-US"/>
              <a:t>with a solid </a:t>
            </a:r>
            <a:r>
              <a:rPr lang="en-US" err="1"/>
              <a:t>colour</a:t>
            </a:r>
            <a:r>
              <a:rPr lang="en-US"/>
              <a:t>.</a:t>
            </a:r>
            <a:br>
              <a:rPr lang="en-US"/>
            </a:br>
            <a:br>
              <a:rPr lang="en-US"/>
            </a:br>
            <a:br>
              <a:rPr lang="en-US"/>
            </a:br>
            <a:br>
              <a:rPr lang="en-US"/>
            </a:br>
            <a:br>
              <a:rPr lang="en-US"/>
            </a:br>
            <a:r>
              <a:rPr lang="en-US"/>
              <a:t> Images can be scaled within this frame </a:t>
            </a:r>
            <a:br>
              <a:rPr lang="en-US"/>
            </a:br>
            <a:r>
              <a:rPr lang="en-US"/>
              <a:t>by using the Crop feature in </a:t>
            </a:r>
            <a:br>
              <a:rPr lang="en-US"/>
            </a:br>
            <a:r>
              <a:rPr lang="en-US"/>
              <a:t>the Picture Format tab of the ribbon.</a:t>
            </a:r>
            <a:br>
              <a:rPr lang="en-US"/>
            </a:br>
            <a:r>
              <a:rPr lang="en-US"/>
              <a:t>_______________________________</a:t>
            </a:r>
          </a:p>
        </p:txBody>
      </p:sp>
      <p:sp>
        <p:nvSpPr>
          <p:cNvPr id="10" name="Date Placeholder 9">
            <a:extLst>
              <a:ext uri="{FF2B5EF4-FFF2-40B4-BE49-F238E27FC236}">
                <a16:creationId xmlns:a16="http://schemas.microsoft.com/office/drawing/2014/main" id="{41CC83E6-E70E-43EE-817C-4F68FB75EFD9}"/>
              </a:ext>
            </a:extLst>
          </p:cNvPr>
          <p:cNvSpPr>
            <a:spLocks noGrp="1"/>
          </p:cNvSpPr>
          <p:nvPr>
            <p:ph type="dt" sz="half" idx="35"/>
          </p:nvPr>
        </p:nvSpPr>
        <p:spPr/>
        <p:txBody>
          <a:bodyPr/>
          <a:lstStyle>
            <a:lvl1pPr>
              <a:lnSpc>
                <a:spcPct val="100000"/>
              </a:lnSpc>
              <a:defRPr/>
            </a:lvl1pPr>
          </a:lstStyle>
          <a:p>
            <a:endParaRPr lang="en-GB"/>
          </a:p>
        </p:txBody>
      </p:sp>
    </p:spTree>
    <p:custDataLst>
      <p:tags r:id="rId1"/>
    </p:custData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CFFF0-7218-4B33-8DFC-E37157D920C0}"/>
              </a:ext>
            </a:extLst>
          </p:cNvPr>
          <p:cNvSpPr>
            <a:spLocks noGrp="1"/>
          </p:cNvSpPr>
          <p:nvPr>
            <p:ph type="title" hasCustomPrompt="1"/>
          </p:nvPr>
        </p:nvSpPr>
        <p:spPr>
          <a:xfrm>
            <a:off x="3288323" y="555585"/>
            <a:ext cx="5615354" cy="5614274"/>
          </a:xfrm>
          <a:prstGeom prst="ellipse">
            <a:avLst/>
          </a:prstGeom>
          <a:solidFill>
            <a:schemeClr val="bg1"/>
          </a:solidFill>
        </p:spPr>
        <p:txBody>
          <a:bodyPr anchor="ctr" anchorCtr="0">
            <a:normAutofit/>
          </a:bodyPr>
          <a:lstStyle>
            <a:lvl1pPr algn="ctr">
              <a:defRPr sz="4000">
                <a:solidFill>
                  <a:schemeClr val="accent1"/>
                </a:solidFill>
              </a:defRPr>
            </a:lvl1pPr>
          </a:lstStyle>
          <a:p>
            <a:r>
              <a:rPr lang="en-US"/>
              <a:t>Click to add key statement</a:t>
            </a:r>
          </a:p>
        </p:txBody>
      </p:sp>
      <p:sp>
        <p:nvSpPr>
          <p:cNvPr id="3" name="Date Placeholder 2">
            <a:extLst>
              <a:ext uri="{FF2B5EF4-FFF2-40B4-BE49-F238E27FC236}">
                <a16:creationId xmlns:a16="http://schemas.microsoft.com/office/drawing/2014/main" id="{BA8931D2-AD7B-454A-86A6-EA48B20C0CCA}"/>
              </a:ext>
            </a:extLst>
          </p:cNvPr>
          <p:cNvSpPr>
            <a:spLocks noGrp="1"/>
          </p:cNvSpPr>
          <p:nvPr>
            <p:ph type="dt" sz="half" idx="10"/>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5C0FD97D-3F39-4649-B10A-ECD97F370F22}"/>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4214809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defRPr/>
            </a:lvl1pPr>
          </a:lstStyle>
          <a:p>
            <a:r>
              <a:rPr lang="en-US"/>
              <a:t>Click to enter title here</a:t>
            </a:r>
          </a:p>
        </p:txBody>
      </p:sp>
      <p:sp>
        <p:nvSpPr>
          <p:cNvPr id="8" name="Date Placeholder 7">
            <a:extLst>
              <a:ext uri="{FF2B5EF4-FFF2-40B4-BE49-F238E27FC236}">
                <a16:creationId xmlns:a16="http://schemas.microsoft.com/office/drawing/2014/main" id="{11075AA4-1FA9-4704-A587-D8E88C1D1EF9}"/>
              </a:ext>
            </a:extLst>
          </p:cNvPr>
          <p:cNvSpPr>
            <a:spLocks noGrp="1"/>
          </p:cNvSpPr>
          <p:nvPr>
            <p:ph type="dt" sz="half" idx="10"/>
          </p:nvPr>
        </p:nvSpPr>
        <p:spPr/>
        <p:txBody>
          <a:bodyPr/>
          <a:lstStyle/>
          <a:p>
            <a:endParaRPr lang="en-GB"/>
          </a:p>
        </p:txBody>
      </p:sp>
      <p:sp>
        <p:nvSpPr>
          <p:cNvPr id="11" name="Slide Number Placeholder 10">
            <a:extLst>
              <a:ext uri="{FF2B5EF4-FFF2-40B4-BE49-F238E27FC236}">
                <a16:creationId xmlns:a16="http://schemas.microsoft.com/office/drawing/2014/main" id="{A7BF9FC5-73CA-47D5-891A-42CBDE79952C}"/>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6" name="Text Placeholder 96">
            <a:extLst>
              <a:ext uri="{FF2B5EF4-FFF2-40B4-BE49-F238E27FC236}">
                <a16:creationId xmlns:a16="http://schemas.microsoft.com/office/drawing/2014/main" id="{462FAF15-0CB5-418E-A59C-EA8FADE526AE}"/>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926881019"/>
      </p:ext>
    </p:extLst>
  </p:cSld>
  <p:clrMapOvr>
    <a:masterClrMapping/>
  </p:clrMapOvr>
  <p:extLst>
    <p:ext uri="{DCECCB84-F9BA-43D5-87BE-67443E8EF086}">
      <p15:sldGuideLst xmlns:p15="http://schemas.microsoft.com/office/powerpoint/2012/main">
        <p15:guide id="1" pos="1391">
          <p15:clr>
            <a:srgbClr val="A4A3A4"/>
          </p15:clr>
        </p15:guide>
        <p15:guide id="2" pos="1463">
          <p15:clr>
            <a:srgbClr val="A4A3A4"/>
          </p15:clr>
        </p15:guide>
        <p15:guide id="3" pos="2598">
          <p15:clr>
            <a:srgbClr val="A4A3A4"/>
          </p15:clr>
        </p15:guide>
        <p15:guide id="4" pos="2669">
          <p15:clr>
            <a:srgbClr val="A4A3A4"/>
          </p15:clr>
        </p15:guide>
        <p15:guide id="5" pos="3804">
          <p15:clr>
            <a:srgbClr val="A4A3A4"/>
          </p15:clr>
        </p15:guide>
        <p15:guide id="6" pos="3876">
          <p15:clr>
            <a:srgbClr val="A4A3A4"/>
          </p15:clr>
        </p15:guide>
        <p15:guide id="7" pos="5009">
          <p15:clr>
            <a:srgbClr val="A4A3A4"/>
          </p15:clr>
        </p15:guide>
        <p15:guide id="8" pos="5082">
          <p15:clr>
            <a:srgbClr val="A4A3A4"/>
          </p15:clr>
        </p15:guide>
        <p15:guide id="9" pos="6215">
          <p15:clr>
            <a:srgbClr val="A4A3A4"/>
          </p15:clr>
        </p15:guide>
        <p15:guide id="10" pos="6288">
          <p15:clr>
            <a:srgbClr val="A4A3A4"/>
          </p15:clr>
        </p15:guide>
        <p15:guide id="11" orient="horz" pos="890" userDrawn="1">
          <p15:clr>
            <a:srgbClr val="C35EA4"/>
          </p15:clr>
        </p15:guide>
        <p15:guide id="12" orient="horz" pos="981"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Date Placeholder 8">
            <a:extLst>
              <a:ext uri="{FF2B5EF4-FFF2-40B4-BE49-F238E27FC236}">
                <a16:creationId xmlns:a16="http://schemas.microsoft.com/office/drawing/2014/main" id="{9B03F247-4297-4973-90A3-0193475AC741}"/>
              </a:ext>
            </a:extLst>
          </p:cNvPr>
          <p:cNvSpPr>
            <a:spLocks noGrp="1"/>
          </p:cNvSpPr>
          <p:nvPr>
            <p:ph type="dt" sz="half" idx="10"/>
          </p:nvPr>
        </p:nvSpPr>
        <p:spPr/>
        <p:txBody>
          <a:bodyPr/>
          <a:lstStyle/>
          <a:p>
            <a:endParaRPr lang="en-GB"/>
          </a:p>
        </p:txBody>
      </p:sp>
      <p:sp>
        <p:nvSpPr>
          <p:cNvPr id="11" name="Slide Number Placeholder 10">
            <a:extLst>
              <a:ext uri="{FF2B5EF4-FFF2-40B4-BE49-F238E27FC236}">
                <a16:creationId xmlns:a16="http://schemas.microsoft.com/office/drawing/2014/main" id="{E358DA9E-BDF5-4DC7-B478-434301DA6253}"/>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5" name="Text Placeholder 96">
            <a:extLst>
              <a:ext uri="{FF2B5EF4-FFF2-40B4-BE49-F238E27FC236}">
                <a16:creationId xmlns:a16="http://schemas.microsoft.com/office/drawing/2014/main" id="{5D317BC2-3CD5-4931-93AD-CC95F2C50D24}"/>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9082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fidentiality Notic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848B27A-10B7-4200-88E7-16263562F97B}"/>
              </a:ext>
            </a:extLst>
          </p:cNvPr>
          <p:cNvSpPr txBox="1"/>
          <p:nvPr userDrawn="1"/>
        </p:nvSpPr>
        <p:spPr>
          <a:xfrm>
            <a:off x="419100" y="4864100"/>
            <a:ext cx="9156700" cy="1028700"/>
          </a:xfrm>
          <a:prstGeom prst="rect">
            <a:avLst/>
          </a:prstGeom>
          <a:noFill/>
        </p:spPr>
        <p:txBody>
          <a:bodyPr wrap="square" rtlCol="0">
            <a:noAutofit/>
          </a:bodyPr>
          <a:lstStyle/>
          <a:p>
            <a:pPr marL="12700">
              <a:lnSpc>
                <a:spcPct val="100000"/>
              </a:lnSpc>
              <a:spcBef>
                <a:spcPts val="100"/>
              </a:spcBef>
            </a:pPr>
            <a:r>
              <a:rPr lang="en-US" sz="1200" b="1" spc="-5">
                <a:solidFill>
                  <a:schemeClr val="tx1"/>
                </a:solidFill>
                <a:latin typeface="+mn-lt"/>
                <a:cs typeface="Arial"/>
              </a:rPr>
              <a:t>Confidentiality</a:t>
            </a:r>
            <a:r>
              <a:rPr lang="en-US" sz="1200" b="1" spc="-10">
                <a:solidFill>
                  <a:schemeClr val="tx1"/>
                </a:solidFill>
                <a:latin typeface="+mn-lt"/>
                <a:cs typeface="Arial"/>
              </a:rPr>
              <a:t> </a:t>
            </a:r>
            <a:r>
              <a:rPr lang="en-US" sz="1200" b="1" spc="-5">
                <a:solidFill>
                  <a:schemeClr val="tx1"/>
                </a:solidFill>
                <a:latin typeface="+mn-lt"/>
                <a:cs typeface="Arial"/>
              </a:rPr>
              <a:t>Notice</a:t>
            </a:r>
            <a:endParaRPr lang="en-US" sz="1200">
              <a:solidFill>
                <a:schemeClr val="tx1"/>
              </a:solidFill>
              <a:latin typeface="+mn-lt"/>
              <a:cs typeface="Arial"/>
            </a:endParaRPr>
          </a:p>
          <a:p>
            <a:pPr marL="26670" marR="5080">
              <a:lnSpc>
                <a:spcPct val="102699"/>
              </a:lnSpc>
              <a:spcBef>
                <a:spcPts val="780"/>
              </a:spcBef>
            </a:pPr>
            <a:r>
              <a:rPr lang="en-US" sz="1200" spc="5">
                <a:solidFill>
                  <a:schemeClr val="tx1"/>
                </a:solidFill>
                <a:latin typeface="+mn-lt"/>
                <a:cs typeface="Arial"/>
              </a:rPr>
              <a:t>This </a:t>
            </a:r>
            <a:r>
              <a:rPr lang="en-US" sz="1200">
                <a:solidFill>
                  <a:schemeClr val="tx1"/>
                </a:solidFill>
                <a:latin typeface="+mn-lt"/>
                <a:cs typeface="Arial"/>
              </a:rPr>
              <a:t>file is </a:t>
            </a:r>
            <a:r>
              <a:rPr lang="en-US" sz="1200" spc="5">
                <a:solidFill>
                  <a:schemeClr val="tx1"/>
                </a:solidFill>
                <a:latin typeface="+mn-lt"/>
                <a:cs typeface="Arial"/>
              </a:rPr>
              <a:t>private </a:t>
            </a:r>
            <a:r>
              <a:rPr lang="en-US" sz="1200" spc="10">
                <a:solidFill>
                  <a:schemeClr val="tx1"/>
                </a:solidFill>
                <a:latin typeface="+mn-lt"/>
                <a:cs typeface="Arial"/>
              </a:rPr>
              <a:t>and may contain confidential and proprietary information. </a:t>
            </a:r>
            <a:r>
              <a:rPr lang="en-US" sz="1200">
                <a:solidFill>
                  <a:schemeClr val="tx1"/>
                </a:solidFill>
                <a:latin typeface="+mn-lt"/>
                <a:cs typeface="Arial"/>
              </a:rPr>
              <a:t>If </a:t>
            </a:r>
            <a:r>
              <a:rPr lang="en-US" sz="1200" spc="10">
                <a:solidFill>
                  <a:schemeClr val="tx1"/>
                </a:solidFill>
                <a:latin typeface="+mn-lt"/>
                <a:cs typeface="Arial"/>
              </a:rPr>
              <a:t>you have received </a:t>
            </a:r>
            <a:r>
              <a:rPr lang="en-US" sz="1200" spc="5">
                <a:solidFill>
                  <a:schemeClr val="tx1"/>
                </a:solidFill>
                <a:latin typeface="+mn-lt"/>
                <a:cs typeface="Arial"/>
              </a:rPr>
              <a:t>this </a:t>
            </a:r>
            <a:r>
              <a:rPr lang="en-US" sz="1200">
                <a:solidFill>
                  <a:schemeClr val="tx1"/>
                </a:solidFill>
                <a:latin typeface="+mn-lt"/>
                <a:cs typeface="Arial"/>
              </a:rPr>
              <a:t>file in </a:t>
            </a:r>
            <a:r>
              <a:rPr lang="en-US" sz="1200" spc="10">
                <a:solidFill>
                  <a:schemeClr val="tx1"/>
                </a:solidFill>
                <a:latin typeface="+mn-lt"/>
                <a:cs typeface="Arial"/>
              </a:rPr>
              <a:t>error, please </a:t>
            </a:r>
            <a:r>
              <a:rPr lang="en-US" sz="1200" spc="5">
                <a:solidFill>
                  <a:schemeClr val="tx1"/>
                </a:solidFill>
                <a:latin typeface="+mn-lt"/>
                <a:cs typeface="Arial"/>
              </a:rPr>
              <a:t>notify us </a:t>
            </a:r>
            <a:r>
              <a:rPr lang="en-US" sz="1200" spc="10">
                <a:solidFill>
                  <a:schemeClr val="tx1"/>
                </a:solidFill>
                <a:latin typeface="+mn-lt"/>
                <a:cs typeface="Arial"/>
              </a:rPr>
              <a:t>and remove  </a:t>
            </a:r>
            <a:r>
              <a:rPr lang="en-US" sz="1200">
                <a:solidFill>
                  <a:schemeClr val="tx1"/>
                </a:solidFill>
                <a:latin typeface="+mn-lt"/>
                <a:cs typeface="Arial"/>
              </a:rPr>
              <a:t>it </a:t>
            </a:r>
            <a:r>
              <a:rPr lang="en-US" sz="1200" spc="5">
                <a:solidFill>
                  <a:schemeClr val="tx1"/>
                </a:solidFill>
                <a:latin typeface="+mn-lt"/>
                <a:cs typeface="Arial"/>
              </a:rPr>
              <a:t>from </a:t>
            </a:r>
            <a:r>
              <a:rPr lang="en-US" sz="1200" spc="10">
                <a:solidFill>
                  <a:schemeClr val="tx1"/>
                </a:solidFill>
                <a:latin typeface="+mn-lt"/>
                <a:cs typeface="Arial"/>
              </a:rPr>
              <a:t>your system and </a:t>
            </a:r>
            <a:r>
              <a:rPr lang="en-US" sz="1200" spc="5">
                <a:solidFill>
                  <a:schemeClr val="tx1"/>
                </a:solidFill>
                <a:latin typeface="+mn-lt"/>
                <a:cs typeface="Arial"/>
              </a:rPr>
              <a:t>note that </a:t>
            </a:r>
            <a:r>
              <a:rPr lang="en-US" sz="1200" spc="10">
                <a:solidFill>
                  <a:schemeClr val="tx1"/>
                </a:solidFill>
                <a:latin typeface="+mn-lt"/>
                <a:cs typeface="Arial"/>
              </a:rPr>
              <a:t>you must not copy, </a:t>
            </a:r>
            <a:r>
              <a:rPr lang="en-US" sz="1200" spc="5">
                <a:solidFill>
                  <a:schemeClr val="tx1"/>
                </a:solidFill>
                <a:latin typeface="+mn-lt"/>
                <a:cs typeface="Arial"/>
              </a:rPr>
              <a:t>distribute or take </a:t>
            </a:r>
            <a:r>
              <a:rPr lang="en-US" sz="1200" spc="10">
                <a:solidFill>
                  <a:schemeClr val="tx1"/>
                </a:solidFill>
                <a:latin typeface="+mn-lt"/>
                <a:cs typeface="Arial"/>
              </a:rPr>
              <a:t>any </a:t>
            </a:r>
            <a:r>
              <a:rPr lang="en-US" sz="1200" spc="5">
                <a:solidFill>
                  <a:schemeClr val="tx1"/>
                </a:solidFill>
                <a:latin typeface="+mn-lt"/>
                <a:cs typeface="Arial"/>
              </a:rPr>
              <a:t>action </a:t>
            </a:r>
            <a:r>
              <a:rPr lang="en-US" sz="1200">
                <a:solidFill>
                  <a:schemeClr val="tx1"/>
                </a:solidFill>
                <a:latin typeface="+mn-lt"/>
                <a:cs typeface="Arial"/>
              </a:rPr>
              <a:t>in </a:t>
            </a:r>
            <a:r>
              <a:rPr lang="en-US" sz="1200" spc="10">
                <a:solidFill>
                  <a:schemeClr val="tx1"/>
                </a:solidFill>
                <a:latin typeface="+mn-lt"/>
                <a:cs typeface="Arial"/>
              </a:rPr>
              <a:t>reliance </a:t>
            </a:r>
            <a:r>
              <a:rPr lang="en-US" sz="1200" spc="5">
                <a:solidFill>
                  <a:schemeClr val="tx1"/>
                </a:solidFill>
                <a:latin typeface="+mn-lt"/>
                <a:cs typeface="Arial"/>
              </a:rPr>
              <a:t>on </a:t>
            </a:r>
            <a:r>
              <a:rPr lang="en-US" sz="1200">
                <a:solidFill>
                  <a:schemeClr val="tx1"/>
                </a:solidFill>
                <a:latin typeface="+mn-lt"/>
                <a:cs typeface="Arial"/>
              </a:rPr>
              <a:t>it. </a:t>
            </a:r>
            <a:r>
              <a:rPr lang="en-US" sz="1200" spc="10">
                <a:solidFill>
                  <a:schemeClr val="tx1"/>
                </a:solidFill>
                <a:latin typeface="+mn-lt"/>
                <a:cs typeface="Arial"/>
              </a:rPr>
              <a:t>Any unauthorized use </a:t>
            </a:r>
            <a:r>
              <a:rPr lang="en-US" sz="1200" spc="5">
                <a:solidFill>
                  <a:schemeClr val="tx1"/>
                </a:solidFill>
                <a:latin typeface="+mn-lt"/>
                <a:cs typeface="Arial"/>
              </a:rPr>
              <a:t>or </a:t>
            </a:r>
            <a:r>
              <a:rPr lang="en-US" sz="1200" spc="10">
                <a:solidFill>
                  <a:schemeClr val="tx1"/>
                </a:solidFill>
                <a:latin typeface="+mn-lt"/>
                <a:cs typeface="Arial"/>
              </a:rPr>
              <a:t>disclosure </a:t>
            </a:r>
            <a:r>
              <a:rPr lang="en-US" sz="1200" spc="5">
                <a:solidFill>
                  <a:schemeClr val="tx1"/>
                </a:solidFill>
                <a:latin typeface="+mn-lt"/>
                <a:cs typeface="Arial"/>
              </a:rPr>
              <a:t>of the  </a:t>
            </a:r>
            <a:r>
              <a:rPr lang="en-US" sz="1200" spc="10">
                <a:solidFill>
                  <a:schemeClr val="tx1"/>
                </a:solidFill>
                <a:latin typeface="+mn-lt"/>
                <a:cs typeface="Arial"/>
              </a:rPr>
              <a:t>contents </a:t>
            </a:r>
            <a:r>
              <a:rPr lang="en-US" sz="1200" spc="5">
                <a:solidFill>
                  <a:schemeClr val="tx1"/>
                </a:solidFill>
                <a:latin typeface="+mn-lt"/>
                <a:cs typeface="Arial"/>
              </a:rPr>
              <a:t>of this </a:t>
            </a:r>
            <a:r>
              <a:rPr lang="en-US" sz="1200">
                <a:solidFill>
                  <a:schemeClr val="tx1"/>
                </a:solidFill>
                <a:latin typeface="+mn-lt"/>
                <a:cs typeface="Arial"/>
              </a:rPr>
              <a:t>file is </a:t>
            </a:r>
            <a:r>
              <a:rPr lang="en-US" sz="1200" spc="10">
                <a:solidFill>
                  <a:schemeClr val="tx1"/>
                </a:solidFill>
                <a:latin typeface="+mn-lt"/>
                <a:cs typeface="Arial"/>
              </a:rPr>
              <a:t>not permitted and may </a:t>
            </a:r>
            <a:r>
              <a:rPr lang="en-US" sz="1200" spc="5">
                <a:solidFill>
                  <a:schemeClr val="tx1"/>
                </a:solidFill>
                <a:latin typeface="+mn-lt"/>
                <a:cs typeface="Arial"/>
              </a:rPr>
              <a:t>be </a:t>
            </a:r>
            <a:r>
              <a:rPr lang="en-US" sz="1200" spc="10">
                <a:solidFill>
                  <a:schemeClr val="tx1"/>
                </a:solidFill>
                <a:latin typeface="+mn-lt"/>
                <a:cs typeface="Arial"/>
              </a:rPr>
              <a:t>unlawful. AstraZeneca PLC, </a:t>
            </a:r>
            <a:r>
              <a:rPr lang="en-US" sz="1200">
                <a:solidFill>
                  <a:schemeClr val="tx1"/>
                </a:solidFill>
                <a:latin typeface="+mn-lt"/>
                <a:cs typeface="Arial"/>
              </a:rPr>
              <a:t>1 </a:t>
            </a:r>
            <a:r>
              <a:rPr lang="en-US" sz="1200" spc="10">
                <a:solidFill>
                  <a:schemeClr val="tx1"/>
                </a:solidFill>
                <a:latin typeface="+mn-lt"/>
                <a:cs typeface="Arial"/>
              </a:rPr>
              <a:t>Francis Crick Avenue, Cambridge Biomedical </a:t>
            </a:r>
            <a:r>
              <a:rPr lang="en-US" sz="1200" spc="15">
                <a:solidFill>
                  <a:schemeClr val="tx1"/>
                </a:solidFill>
                <a:latin typeface="+mn-lt"/>
                <a:cs typeface="Arial"/>
              </a:rPr>
              <a:t>Campus,  </a:t>
            </a:r>
            <a:r>
              <a:rPr lang="en-US" sz="1200" spc="10">
                <a:solidFill>
                  <a:schemeClr val="tx1"/>
                </a:solidFill>
                <a:latin typeface="+mn-lt"/>
                <a:cs typeface="Arial"/>
              </a:rPr>
              <a:t>Cambridge, CB2 0AA, UK, </a:t>
            </a:r>
            <a:r>
              <a:rPr lang="en-US" sz="1200" spc="5">
                <a:solidFill>
                  <a:schemeClr val="tx1"/>
                </a:solidFill>
                <a:latin typeface="+mn-lt"/>
                <a:cs typeface="Arial"/>
              </a:rPr>
              <a:t>T: </a:t>
            </a:r>
            <a:r>
              <a:rPr lang="en-US" sz="1200" spc="10">
                <a:solidFill>
                  <a:schemeClr val="tx1"/>
                </a:solidFill>
                <a:latin typeface="+mn-lt"/>
                <a:cs typeface="Arial"/>
              </a:rPr>
              <a:t>+44(0)203 749 5000,</a:t>
            </a:r>
            <a:r>
              <a:rPr lang="en-US" sz="1200" spc="85">
                <a:solidFill>
                  <a:schemeClr val="tx1"/>
                </a:solidFill>
                <a:latin typeface="+mn-lt"/>
                <a:cs typeface="Arial"/>
              </a:rPr>
              <a:t> </a:t>
            </a:r>
            <a:r>
              <a:rPr lang="en-US" sz="1200" u="none" spc="10">
                <a:solidFill>
                  <a:schemeClr val="tx1"/>
                </a:solidFill>
                <a:latin typeface="+mn-lt"/>
                <a:cs typeface="Arial"/>
              </a:rPr>
              <a:t>www.astrazeneca.com</a:t>
            </a:r>
            <a:endParaRPr lang="en-US" sz="1200">
              <a:solidFill>
                <a:schemeClr val="tx1"/>
              </a:solidFill>
            </a:endParaRPr>
          </a:p>
        </p:txBody>
      </p:sp>
      <p:sp>
        <p:nvSpPr>
          <p:cNvPr id="4" name="Date Placeholder 3">
            <a:extLst>
              <a:ext uri="{FF2B5EF4-FFF2-40B4-BE49-F238E27FC236}">
                <a16:creationId xmlns:a16="http://schemas.microsoft.com/office/drawing/2014/main" id="{2AB750B5-01B2-430D-BF92-6E5CD93388D3}"/>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25C10CA0-7F28-40CE-9633-59C6800E7665}"/>
              </a:ext>
            </a:extLst>
          </p:cNvPr>
          <p:cNvSpPr>
            <a:spLocks noGrp="1"/>
          </p:cNvSpPr>
          <p:nvPr>
            <p:ph type="sldNum" sz="quarter" idx="12"/>
          </p:nvPr>
        </p:nvSpPr>
        <p:spPr/>
        <p:txBody>
          <a:body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824475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 material cover sheet">
    <p:spTree>
      <p:nvGrpSpPr>
        <p:cNvPr id="1" name=""/>
        <p:cNvGrpSpPr/>
        <p:nvPr/>
      </p:nvGrpSpPr>
      <p:grpSpPr>
        <a:xfrm>
          <a:off x="0" y="0"/>
          <a:ext cx="0" cy="0"/>
          <a:chOff x="0" y="0"/>
          <a:chExt cx="0" cy="0"/>
        </a:xfrm>
      </p:grpSpPr>
      <p:graphicFrame>
        <p:nvGraphicFramePr>
          <p:cNvPr id="6" name="Content Placeholder 7">
            <a:extLst>
              <a:ext uri="{FF2B5EF4-FFF2-40B4-BE49-F238E27FC236}">
                <a16:creationId xmlns:a16="http://schemas.microsoft.com/office/drawing/2014/main" id="{04DB76CF-2039-45C4-B354-9EE97D797645}"/>
              </a:ext>
            </a:extLst>
          </p:cNvPr>
          <p:cNvGraphicFramePr>
            <a:graphicFrameLocks/>
          </p:cNvGraphicFramePr>
          <p:nvPr userDrawn="1">
            <p:extLst>
              <p:ext uri="{D42A27DB-BD31-4B8C-83A1-F6EECF244321}">
                <p14:modId xmlns:p14="http://schemas.microsoft.com/office/powerpoint/2010/main" val="3476387880"/>
              </p:ext>
            </p:extLst>
          </p:nvPr>
        </p:nvGraphicFramePr>
        <p:xfrm>
          <a:off x="407988" y="1562100"/>
          <a:ext cx="11329647" cy="3949404"/>
        </p:xfrm>
        <a:graphic>
          <a:graphicData uri="http://schemas.openxmlformats.org/drawingml/2006/table">
            <a:tbl>
              <a:tblPr>
                <a:tableStyleId>{0E3FDE45-AF77-4B5C-9715-49D594BDF05E}</a:tableStyleId>
              </a:tblPr>
              <a:tblGrid>
                <a:gridCol w="1908000">
                  <a:extLst>
                    <a:ext uri="{9D8B030D-6E8A-4147-A177-3AD203B41FA5}">
                      <a16:colId xmlns:a16="http://schemas.microsoft.com/office/drawing/2014/main" val="3020953081"/>
                    </a:ext>
                  </a:extLst>
                </a:gridCol>
                <a:gridCol w="3733633">
                  <a:extLst>
                    <a:ext uri="{9D8B030D-6E8A-4147-A177-3AD203B41FA5}">
                      <a16:colId xmlns:a16="http://schemas.microsoft.com/office/drawing/2014/main" val="2772063876"/>
                    </a:ext>
                  </a:extLst>
                </a:gridCol>
                <a:gridCol w="1954381">
                  <a:extLst>
                    <a:ext uri="{9D8B030D-6E8A-4147-A177-3AD203B41FA5}">
                      <a16:colId xmlns:a16="http://schemas.microsoft.com/office/drawing/2014/main" val="3401200571"/>
                    </a:ext>
                  </a:extLst>
                </a:gridCol>
                <a:gridCol w="3733633">
                  <a:extLst>
                    <a:ext uri="{9D8B030D-6E8A-4147-A177-3AD203B41FA5}">
                      <a16:colId xmlns:a16="http://schemas.microsoft.com/office/drawing/2014/main" val="3073099758"/>
                    </a:ext>
                  </a:extLst>
                </a:gridCol>
              </a:tblGrid>
              <a:tr h="284393">
                <a:tc>
                  <a:txBody>
                    <a:bodyPr/>
                    <a:lstStyle/>
                    <a:p>
                      <a:r>
                        <a:rPr lang="en-US" sz="1200" b="1">
                          <a:solidFill>
                            <a:schemeClr val="bg1"/>
                          </a:solidFill>
                        </a:rPr>
                        <a:t>Asset Title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gridSpan="3">
                  <a:txBody>
                    <a:bodyPr/>
                    <a:lstStyle/>
                    <a:p>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hMerge="1">
                  <a:txBody>
                    <a:bodyPr/>
                    <a:lstStyle/>
                    <a:p>
                      <a:endParaRPr lang="en-US" sz="1400"/>
                    </a:p>
                  </a:txBody>
                  <a:tcP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hMerge="1">
                  <a:txBody>
                    <a:bodyPr/>
                    <a:lstStyle/>
                    <a:p>
                      <a:endParaRPr lang="en-US" sz="1400"/>
                    </a:p>
                  </a:txBody>
                  <a:tcP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1005573207"/>
                  </a:ext>
                </a:extLst>
              </a:tr>
              <a:tr h="284393">
                <a:tc>
                  <a:txBody>
                    <a:bodyPr/>
                    <a:lstStyle/>
                    <a:p>
                      <a:r>
                        <a:rPr lang="en-US" sz="1200" b="1">
                          <a:solidFill>
                            <a:schemeClr val="bg1"/>
                          </a:solidFill>
                        </a:rPr>
                        <a:t>Intended Use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a:txBody>
                    <a:bodyPr/>
                    <a:lstStyle/>
                    <a:p>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a:txBody>
                    <a:bodyPr/>
                    <a:lstStyle/>
                    <a:p>
                      <a:r>
                        <a:rPr lang="en-US" sz="1200" b="1">
                          <a:solidFill>
                            <a:schemeClr val="bg1"/>
                          </a:solidFill>
                        </a:rPr>
                        <a:t>Website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a:txBody>
                    <a:bodyPr/>
                    <a:lstStyle/>
                    <a:p>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3351839488"/>
                  </a:ext>
                </a:extLst>
              </a:tr>
              <a:tr h="284393">
                <a:tc>
                  <a:txBody>
                    <a:bodyPr/>
                    <a:lstStyle/>
                    <a:p>
                      <a:r>
                        <a:rPr lang="en-US" sz="1200" b="1">
                          <a:solidFill>
                            <a:schemeClr val="bg1"/>
                          </a:solidFill>
                        </a:rPr>
                        <a:t>Brand or TA Name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a:txBody>
                    <a:bodyPr/>
                    <a:lstStyle/>
                    <a:p>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a:txBody>
                    <a:bodyPr/>
                    <a:lstStyle/>
                    <a:p>
                      <a:r>
                        <a:rPr lang="en-US" sz="1200" b="1">
                          <a:solidFill>
                            <a:schemeClr val="bg1"/>
                          </a:solidFill>
                        </a:rPr>
                        <a:t>Approval Date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445604142"/>
                  </a:ext>
                </a:extLst>
              </a:tr>
              <a:tr h="284393">
                <a:tc>
                  <a:txBody>
                    <a:bodyPr/>
                    <a:lstStyle/>
                    <a:p>
                      <a:r>
                        <a:rPr lang="en-US" sz="1200" b="1">
                          <a:solidFill>
                            <a:schemeClr val="bg1"/>
                          </a:solidFill>
                        </a:rPr>
                        <a:t>One Time Use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a:txBody>
                    <a:bodyPr/>
                    <a:lstStyle/>
                    <a:p>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a:txBody>
                    <a:bodyPr/>
                    <a:lstStyle/>
                    <a:p>
                      <a:r>
                        <a:rPr lang="en-US" sz="1200" b="1">
                          <a:solidFill>
                            <a:schemeClr val="bg1"/>
                          </a:solidFill>
                        </a:rPr>
                        <a:t>Expiration Date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528429679"/>
                  </a:ext>
                </a:extLst>
              </a:tr>
              <a:tr h="284393">
                <a:tc>
                  <a:txBody>
                    <a:bodyPr/>
                    <a:lstStyle/>
                    <a:p>
                      <a:r>
                        <a:rPr lang="en-US" sz="1200" b="1">
                          <a:solidFill>
                            <a:schemeClr val="bg1"/>
                          </a:solidFill>
                        </a:rPr>
                        <a:t>Approved for Use By</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a:txBody>
                    <a:bodyPr/>
                    <a:lstStyle/>
                    <a:p>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a:txBody>
                    <a:bodyPr/>
                    <a:lstStyle/>
                    <a:p>
                      <a:r>
                        <a:rPr lang="en-US" sz="1200" b="1">
                          <a:solidFill>
                            <a:schemeClr val="bg1"/>
                          </a:solidFill>
                        </a:rPr>
                        <a:t>Audience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717158807"/>
                  </a:ext>
                </a:extLst>
              </a:tr>
              <a:tr h="284393">
                <a:tc>
                  <a:txBody>
                    <a:bodyPr/>
                    <a:lstStyle/>
                    <a:p>
                      <a:r>
                        <a:rPr lang="en-US" sz="1200" b="1">
                          <a:solidFill>
                            <a:schemeClr val="bg1"/>
                          </a:solidFill>
                        </a:rPr>
                        <a:t>Distribution</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gridSpan="3">
                  <a:txBody>
                    <a:bodyPr/>
                    <a:lstStyle/>
                    <a:p>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400"/>
                    </a:p>
                  </a:txBody>
                  <a:tcP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hMerge="1">
                  <a:txBody>
                    <a:bodyPr/>
                    <a:lstStyle/>
                    <a:p>
                      <a:endParaRPr lang="en-US" sz="1400"/>
                    </a:p>
                  </a:txBody>
                  <a:tcP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1174415841"/>
                  </a:ext>
                </a:extLst>
              </a:tr>
              <a:tr h="47399">
                <a:tc>
                  <a:txBody>
                    <a:bodyPr/>
                    <a:lstStyle/>
                    <a:p>
                      <a:endParaRPr lang="en-US" sz="300">
                        <a:solidFill>
                          <a:schemeClr val="bg1"/>
                        </a:solidFill>
                      </a:endParaRPr>
                    </a:p>
                  </a:txBody>
                  <a:tcPr marL="0" marR="0" marT="0" marB="0" anchor="ctr">
                    <a:lnL w="12700" cap="flat" cmpd="sng" algn="ctr">
                      <a:solidFill>
                        <a:schemeClr val="bg2">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
                    </a:p>
                  </a:txBody>
                  <a:tcPr marL="0" marR="0" marT="0" marB="0" anchor="ctr">
                    <a:lnL w="12700" cap="flat" cmpd="sng" algn="ctr">
                      <a:no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10374596"/>
                  </a:ext>
                </a:extLst>
              </a:tr>
              <a:tr h="2843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Asset Owner</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Document #</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2769264365"/>
                  </a:ext>
                </a:extLst>
              </a:tr>
              <a:tr h="4739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New Asset/Renewal</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rPr>
                        <a:t>Based On Asset: </a:t>
                      </a:r>
                      <a:r>
                        <a:rPr lang="en-US" sz="1200" b="1" err="1">
                          <a:solidFill>
                            <a:schemeClr val="bg1"/>
                          </a:solidFill>
                        </a:rPr>
                        <a:t>PromoMats</a:t>
                      </a:r>
                      <a:r>
                        <a:rPr lang="en-US" sz="1200" b="1">
                          <a:solidFill>
                            <a:schemeClr val="bg1"/>
                          </a:solidFill>
                        </a:rPr>
                        <a:t>/</a:t>
                      </a:r>
                      <a:r>
                        <a:rPr lang="en-US" sz="1200" b="1" err="1">
                          <a:solidFill>
                            <a:schemeClr val="bg1"/>
                          </a:solidFill>
                        </a:rPr>
                        <a:t>MedComms</a:t>
                      </a:r>
                      <a:r>
                        <a:rPr lang="en-US" sz="1200" b="1">
                          <a:solidFill>
                            <a:schemeClr val="bg1"/>
                          </a:solidFill>
                        </a:rPr>
                        <a:t> #</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7768145"/>
                  </a:ext>
                </a:extLst>
              </a:tr>
              <a:tr h="47399">
                <a:tc>
                  <a:txBody>
                    <a:bodyPr/>
                    <a:lstStyle/>
                    <a:p>
                      <a:endParaRPr lang="en-US" sz="300">
                        <a:solidFill>
                          <a:schemeClr val="bg1"/>
                        </a:solidFill>
                      </a:endParaRPr>
                    </a:p>
                  </a:txBody>
                  <a:tcPr marL="0" marR="0" marT="0" marB="0" anchor="ctr">
                    <a:lnL w="12700" cap="flat" cmpd="sng" algn="ctr">
                      <a:solidFill>
                        <a:schemeClr val="bg2">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a:solidFill>
                          <a:schemeClr val="bg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00"/>
                    </a:p>
                  </a:txBody>
                  <a:tcPr marL="0" marR="0" marT="0" marB="0" anchor="ctr">
                    <a:lnL w="12700" cap="flat" cmpd="sng" algn="ctr">
                      <a:no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9571672"/>
                  </a:ext>
                </a:extLst>
              </a:tr>
              <a:tr h="2843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rPr>
                        <a:t>Veeva CRM</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rPr>
                        <a:t>Restricted Use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780472451"/>
                  </a:ext>
                </a:extLst>
              </a:tr>
              <a:tr h="2843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rPr>
                        <a:t>MSL Leave-behind</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rPr>
                        <a:t>If Yes, Fair Market Value</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3174664936"/>
                  </a:ext>
                </a:extLst>
              </a:tr>
              <a:tr h="8210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rPr>
                        <a:t>Special Instructions</a:t>
                      </a:r>
                      <a:br>
                        <a:rPr lang="en-US" sz="1200" b="1">
                          <a:solidFill>
                            <a:schemeClr val="tx1"/>
                          </a:solidFill>
                        </a:rPr>
                      </a:br>
                      <a:r>
                        <a:rPr lang="en-US" sz="1200" b="1">
                          <a:solidFill>
                            <a:schemeClr val="tx1"/>
                          </a:solidFill>
                        </a:rPr>
                        <a:t>and/or Disclaimers</a:t>
                      </a:r>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txBody>
                  <a:tcPr anchor="ct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1200">
                        <a:solidFill>
                          <a:schemeClr val="bg1"/>
                        </a:solidFill>
                      </a:endParaRPr>
                    </a:p>
                  </a:txBody>
                  <a:tcP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solidFill>
                      <a:schemeClr val="tx2"/>
                    </a:solidFill>
                  </a:tcPr>
                </a:tc>
                <a:tc hMerge="1">
                  <a:txBody>
                    <a:bodyPr/>
                    <a:lstStyle/>
                    <a:p>
                      <a:endParaRPr lang="en-US" sz="1200"/>
                    </a:p>
                  </a:txBody>
                  <a:tcPr>
                    <a:lnL w="12700" cap="flat" cmpd="sng" algn="ctr">
                      <a:solidFill>
                        <a:schemeClr val="bg2">
                          <a:lumMod val="60000"/>
                          <a:lumOff val="40000"/>
                        </a:schemeClr>
                      </a:solidFill>
                      <a:prstDash val="solid"/>
                      <a:round/>
                      <a:headEnd type="none" w="med" len="med"/>
                      <a:tailEnd type="none" w="med" len="med"/>
                    </a:lnL>
                    <a:lnR w="12700" cap="flat" cmpd="sng" algn="ctr">
                      <a:solidFill>
                        <a:schemeClr val="bg2">
                          <a:lumMod val="60000"/>
                          <a:lumOff val="40000"/>
                        </a:schemeClr>
                      </a:solidFill>
                      <a:prstDash val="solid"/>
                      <a:round/>
                      <a:headEnd type="none" w="med" len="med"/>
                      <a:tailEnd type="none" w="med" len="med"/>
                    </a:lnR>
                    <a:lnT w="12700" cap="flat" cmpd="sng" algn="ctr">
                      <a:solidFill>
                        <a:schemeClr val="bg2">
                          <a:lumMod val="60000"/>
                          <a:lumOff val="40000"/>
                        </a:schemeClr>
                      </a:solidFill>
                      <a:prstDash val="solid"/>
                      <a:round/>
                      <a:headEnd type="none" w="med" len="med"/>
                      <a:tailEnd type="none" w="med" len="med"/>
                    </a:lnT>
                    <a:lnB w="12700" cap="flat" cmpd="sng" algn="ctr">
                      <a:solidFill>
                        <a:schemeClr val="bg2">
                          <a:lumMod val="60000"/>
                          <a:lumOff val="40000"/>
                        </a:schemeClr>
                      </a:solidFill>
                      <a:prstDash val="solid"/>
                      <a:round/>
                      <a:headEnd type="none" w="med" len="med"/>
                      <a:tailEnd type="none" w="med" len="med"/>
                    </a:lnB>
                  </a:tcPr>
                </a:tc>
                <a:extLst>
                  <a:ext uri="{0D108BD9-81ED-4DB2-BD59-A6C34878D82A}">
                    <a16:rowId xmlns:a16="http://schemas.microsoft.com/office/drawing/2014/main" val="3563512750"/>
                  </a:ext>
                </a:extLst>
              </a:tr>
            </a:tbl>
          </a:graphicData>
        </a:graphic>
      </p:graphicFrame>
      <p:sp>
        <p:nvSpPr>
          <p:cNvPr id="7" name="Title 1">
            <a:extLst>
              <a:ext uri="{FF2B5EF4-FFF2-40B4-BE49-F238E27FC236}">
                <a16:creationId xmlns:a16="http://schemas.microsoft.com/office/drawing/2014/main" id="{08E80C85-5DA4-4A5C-8DF2-B56EA4DBF182}"/>
              </a:ext>
            </a:extLst>
          </p:cNvPr>
          <p:cNvSpPr txBox="1">
            <a:spLocks/>
          </p:cNvSpPr>
          <p:nvPr userDrawn="1"/>
        </p:nvSpPr>
        <p:spPr>
          <a:xfrm>
            <a:off x="407987" y="416889"/>
            <a:ext cx="11376025" cy="1007427"/>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600" kern="1200">
                <a:solidFill>
                  <a:schemeClr val="accent1"/>
                </a:solidFill>
                <a:latin typeface="+mj-lt"/>
                <a:ea typeface="+mj-ea"/>
                <a:cs typeface="+mj-cs"/>
              </a:defRPr>
            </a:lvl1pPr>
          </a:lstStyle>
          <a:p>
            <a:r>
              <a:rPr lang="en-US"/>
              <a:t>MA material cover sheet</a:t>
            </a:r>
          </a:p>
        </p:txBody>
      </p:sp>
      <p:sp>
        <p:nvSpPr>
          <p:cNvPr id="9" name="Text Placeholder 8">
            <a:extLst>
              <a:ext uri="{FF2B5EF4-FFF2-40B4-BE49-F238E27FC236}">
                <a16:creationId xmlns:a16="http://schemas.microsoft.com/office/drawing/2014/main" id="{50F47440-0181-47EA-AD36-E50E768DD437}"/>
              </a:ext>
            </a:extLst>
          </p:cNvPr>
          <p:cNvSpPr>
            <a:spLocks noGrp="1"/>
          </p:cNvSpPr>
          <p:nvPr>
            <p:ph type="body" sz="quarter" idx="13" hasCustomPrompt="1"/>
          </p:nvPr>
        </p:nvSpPr>
        <p:spPr>
          <a:xfrm>
            <a:off x="2400300" y="1592284"/>
            <a:ext cx="9326880" cy="212704"/>
          </a:xfrm>
          <a:prstGeom prst="rect">
            <a:avLst/>
          </a:prstGeom>
        </p:spPr>
        <p:txBody>
          <a:bodyPr bIns="36000" anchor="ctr" anchorCtr="0">
            <a:noAutofit/>
          </a:bodyPr>
          <a:lstStyle>
            <a:lvl1pPr marL="0" indent="0">
              <a:buNone/>
              <a:defRPr lang="en-US" sz="1200" kern="1200" dirty="0" smtClean="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lvl="0"/>
            <a:r>
              <a:rPr lang="en-US"/>
              <a:t>&lt;&lt;MAAZAP&gt; &lt;#######&lt;TA&gt; &lt;Asset Title&gt; 70 character limit</a:t>
            </a:r>
          </a:p>
        </p:txBody>
      </p:sp>
      <p:sp>
        <p:nvSpPr>
          <p:cNvPr id="12" name="Text Placeholder 8">
            <a:extLst>
              <a:ext uri="{FF2B5EF4-FFF2-40B4-BE49-F238E27FC236}">
                <a16:creationId xmlns:a16="http://schemas.microsoft.com/office/drawing/2014/main" id="{5925113D-6657-4599-B0F5-6FF0AB947264}"/>
              </a:ext>
            </a:extLst>
          </p:cNvPr>
          <p:cNvSpPr>
            <a:spLocks noGrp="1"/>
          </p:cNvSpPr>
          <p:nvPr>
            <p:ph type="body" sz="quarter" idx="14" hasCustomPrompt="1"/>
          </p:nvPr>
        </p:nvSpPr>
        <p:spPr>
          <a:xfrm>
            <a:off x="2400300" y="1884384"/>
            <a:ext cx="3587750" cy="212704"/>
          </a:xfrm>
          <a:prstGeom prst="rect">
            <a:avLst/>
          </a:prstGeom>
        </p:spPr>
        <p:txBody>
          <a:bodyPr bIns="36000" anchor="ctr" anchorCtr="0">
            <a:noAutofit/>
          </a:bodyPr>
          <a:lstStyle>
            <a:lvl1pPr marL="0" indent="0">
              <a:buNone/>
              <a:defRPr lang="en-US" sz="1200" kern="1200" dirty="0" smtClean="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lvl="0"/>
            <a:r>
              <a:rPr lang="en-US"/>
              <a:t>Reactive or Proactive</a:t>
            </a:r>
          </a:p>
        </p:txBody>
      </p:sp>
      <p:sp>
        <p:nvSpPr>
          <p:cNvPr id="13" name="Text Placeholder 8">
            <a:extLst>
              <a:ext uri="{FF2B5EF4-FFF2-40B4-BE49-F238E27FC236}">
                <a16:creationId xmlns:a16="http://schemas.microsoft.com/office/drawing/2014/main" id="{5D9114A8-616B-486E-9E92-00E337C75391}"/>
              </a:ext>
            </a:extLst>
          </p:cNvPr>
          <p:cNvSpPr>
            <a:spLocks noGrp="1"/>
          </p:cNvSpPr>
          <p:nvPr>
            <p:ph type="body" sz="quarter" idx="15" hasCustomPrompt="1"/>
          </p:nvPr>
        </p:nvSpPr>
        <p:spPr>
          <a:xfrm>
            <a:off x="8051800" y="1884384"/>
            <a:ext cx="3587750" cy="212704"/>
          </a:xfrm>
          <a:prstGeom prst="rect">
            <a:avLst/>
          </a:prstGeom>
        </p:spPr>
        <p:txBody>
          <a:bodyPr bIns="36000" anchor="ctr" anchorCtr="0">
            <a:noAutofit/>
          </a:bodyPr>
          <a:lstStyle>
            <a:lvl1pPr marL="0" indent="0">
              <a:buNone/>
              <a:defRPr lang="en-US" sz="1200" kern="1200" dirty="0" smtClean="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lvl="0"/>
            <a:r>
              <a:rPr lang="en-US"/>
              <a:t>Yes or No</a:t>
            </a:r>
          </a:p>
        </p:txBody>
      </p:sp>
      <p:sp>
        <p:nvSpPr>
          <p:cNvPr id="14" name="Text Placeholder 8">
            <a:extLst>
              <a:ext uri="{FF2B5EF4-FFF2-40B4-BE49-F238E27FC236}">
                <a16:creationId xmlns:a16="http://schemas.microsoft.com/office/drawing/2014/main" id="{90C3A556-4916-4E1D-B04B-572FD96029C6}"/>
              </a:ext>
            </a:extLst>
          </p:cNvPr>
          <p:cNvSpPr>
            <a:spLocks noGrp="1"/>
          </p:cNvSpPr>
          <p:nvPr>
            <p:ph type="body" sz="quarter" idx="16" hasCustomPrompt="1"/>
          </p:nvPr>
        </p:nvSpPr>
        <p:spPr>
          <a:xfrm>
            <a:off x="2400300" y="2163784"/>
            <a:ext cx="3587750" cy="212704"/>
          </a:xfrm>
          <a:prstGeom prst="rect">
            <a:avLst/>
          </a:prstGeom>
        </p:spPr>
        <p:txBody>
          <a:bodyPr bIns="36000" anchor="ctr" anchorCtr="0">
            <a:noAutofit/>
          </a:bodyPr>
          <a:lstStyle>
            <a:lvl1pPr marL="0" indent="0">
              <a:buNone/>
              <a:defRPr lang="en-US" sz="1200" kern="1200" dirty="0" smtClean="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lvl="0"/>
            <a:r>
              <a:rPr lang="en-US"/>
              <a:t>Brand or TA Name</a:t>
            </a:r>
          </a:p>
        </p:txBody>
      </p:sp>
      <p:sp>
        <p:nvSpPr>
          <p:cNvPr id="15" name="Text Placeholder 8">
            <a:extLst>
              <a:ext uri="{FF2B5EF4-FFF2-40B4-BE49-F238E27FC236}">
                <a16:creationId xmlns:a16="http://schemas.microsoft.com/office/drawing/2014/main" id="{0253ED03-21A0-44F7-BD09-2666D6097220}"/>
              </a:ext>
            </a:extLst>
          </p:cNvPr>
          <p:cNvSpPr>
            <a:spLocks noGrp="1"/>
          </p:cNvSpPr>
          <p:nvPr>
            <p:ph type="body" sz="quarter" idx="17" hasCustomPrompt="1"/>
          </p:nvPr>
        </p:nvSpPr>
        <p:spPr>
          <a:xfrm>
            <a:off x="8051800" y="2163784"/>
            <a:ext cx="3587750" cy="212704"/>
          </a:xfrm>
          <a:prstGeom prst="rect">
            <a:avLst/>
          </a:prstGeom>
        </p:spPr>
        <p:txBody>
          <a:bodyPr bIns="36000" anchor="ctr" anchorCtr="0">
            <a:noAutofit/>
          </a:bodyPr>
          <a:lstStyle>
            <a:lvl1pPr marL="0" indent="0">
              <a:buNone/>
              <a:defRPr lang="en-US" sz="1200" kern="1200" dirty="0" smtClean="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lvl="0"/>
            <a:r>
              <a:rPr lang="en-US"/>
              <a:t>MM/YY</a:t>
            </a:r>
          </a:p>
        </p:txBody>
      </p:sp>
      <p:sp>
        <p:nvSpPr>
          <p:cNvPr id="18" name="Text Placeholder 8">
            <a:extLst>
              <a:ext uri="{FF2B5EF4-FFF2-40B4-BE49-F238E27FC236}">
                <a16:creationId xmlns:a16="http://schemas.microsoft.com/office/drawing/2014/main" id="{6355F49D-FCEB-4737-A7FE-0297BC495C99}"/>
              </a:ext>
            </a:extLst>
          </p:cNvPr>
          <p:cNvSpPr>
            <a:spLocks noGrp="1"/>
          </p:cNvSpPr>
          <p:nvPr>
            <p:ph type="body" sz="quarter" idx="18" hasCustomPrompt="1"/>
          </p:nvPr>
        </p:nvSpPr>
        <p:spPr>
          <a:xfrm>
            <a:off x="2400300" y="2449534"/>
            <a:ext cx="3587750" cy="212704"/>
          </a:xfrm>
          <a:prstGeom prst="rect">
            <a:avLst/>
          </a:prstGeom>
        </p:spPr>
        <p:txBody>
          <a:bodyPr bIns="36000" anchor="ctr" anchorCtr="0">
            <a:noAutofit/>
          </a:bodyPr>
          <a:lstStyle>
            <a:lvl1pPr marL="0" indent="0">
              <a:buNone/>
              <a:defRPr lang="en-US" sz="1200" kern="1200" dirty="0" smtClean="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r>
              <a:rPr lang="en-US" sz="1200"/>
              <a:t>Yes or No. If Yes - MM/YY.</a:t>
            </a:r>
          </a:p>
        </p:txBody>
      </p:sp>
      <p:sp>
        <p:nvSpPr>
          <p:cNvPr id="19" name="Text Placeholder 8">
            <a:extLst>
              <a:ext uri="{FF2B5EF4-FFF2-40B4-BE49-F238E27FC236}">
                <a16:creationId xmlns:a16="http://schemas.microsoft.com/office/drawing/2014/main" id="{D17F7E43-F372-42E2-8782-3D4EA680F782}"/>
              </a:ext>
            </a:extLst>
          </p:cNvPr>
          <p:cNvSpPr>
            <a:spLocks noGrp="1"/>
          </p:cNvSpPr>
          <p:nvPr>
            <p:ph type="body" sz="quarter" idx="19" hasCustomPrompt="1"/>
          </p:nvPr>
        </p:nvSpPr>
        <p:spPr>
          <a:xfrm>
            <a:off x="2400300" y="2735284"/>
            <a:ext cx="3587750" cy="212704"/>
          </a:xfrm>
          <a:prstGeom prst="rect">
            <a:avLst/>
          </a:prstGeom>
        </p:spPr>
        <p:txBody>
          <a:bodyPr bIns="36000" anchor="ctr" anchorCtr="0">
            <a:noAutofit/>
          </a:bodyPr>
          <a:lstStyle>
            <a:lvl1pPr marL="0" indent="0">
              <a:buNone/>
              <a:defRPr lang="en-US" sz="1200" kern="1200" dirty="0" smtClean="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r>
              <a:rPr lang="en-US" sz="1200"/>
              <a:t>Any MA </a:t>
            </a:r>
            <a:r>
              <a:rPr lang="en-US" sz="1200" err="1"/>
              <a:t>SciP</a:t>
            </a:r>
            <a:r>
              <a:rPr lang="en-US" sz="1200"/>
              <a:t>, MSL, MA MM, or Other MA Role</a:t>
            </a:r>
          </a:p>
        </p:txBody>
      </p:sp>
      <p:sp>
        <p:nvSpPr>
          <p:cNvPr id="20" name="Text Placeholder 8">
            <a:extLst>
              <a:ext uri="{FF2B5EF4-FFF2-40B4-BE49-F238E27FC236}">
                <a16:creationId xmlns:a16="http://schemas.microsoft.com/office/drawing/2014/main" id="{690615B3-69C7-48E9-9205-207421257897}"/>
              </a:ext>
            </a:extLst>
          </p:cNvPr>
          <p:cNvSpPr>
            <a:spLocks noGrp="1"/>
          </p:cNvSpPr>
          <p:nvPr>
            <p:ph type="body" sz="quarter" idx="20" hasCustomPrompt="1"/>
          </p:nvPr>
        </p:nvSpPr>
        <p:spPr>
          <a:xfrm>
            <a:off x="8051800" y="2449534"/>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MM/YY (if &lt;1 year)</a:t>
            </a:r>
          </a:p>
        </p:txBody>
      </p:sp>
      <p:sp>
        <p:nvSpPr>
          <p:cNvPr id="21" name="Text Placeholder 8">
            <a:extLst>
              <a:ext uri="{FF2B5EF4-FFF2-40B4-BE49-F238E27FC236}">
                <a16:creationId xmlns:a16="http://schemas.microsoft.com/office/drawing/2014/main" id="{BB3A7C6B-D77E-4065-8C54-B73ADEBAAC31}"/>
              </a:ext>
            </a:extLst>
          </p:cNvPr>
          <p:cNvSpPr>
            <a:spLocks noGrp="1"/>
          </p:cNvSpPr>
          <p:nvPr>
            <p:ph type="body" sz="quarter" idx="21" hasCustomPrompt="1"/>
          </p:nvPr>
        </p:nvSpPr>
        <p:spPr>
          <a:xfrm>
            <a:off x="8051800" y="2728934"/>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Any HCP, MM Only, Contracted EE, or Other</a:t>
            </a:r>
          </a:p>
        </p:txBody>
      </p:sp>
      <p:sp>
        <p:nvSpPr>
          <p:cNvPr id="22" name="Text Placeholder 8">
            <a:extLst>
              <a:ext uri="{FF2B5EF4-FFF2-40B4-BE49-F238E27FC236}">
                <a16:creationId xmlns:a16="http://schemas.microsoft.com/office/drawing/2014/main" id="{C84FBF64-16E5-4F89-A4A0-2E3587E31032}"/>
              </a:ext>
            </a:extLst>
          </p:cNvPr>
          <p:cNvSpPr>
            <a:spLocks noGrp="1"/>
          </p:cNvSpPr>
          <p:nvPr>
            <p:ph type="body" sz="quarter" idx="22" hasCustomPrompt="1"/>
          </p:nvPr>
        </p:nvSpPr>
        <p:spPr>
          <a:xfrm>
            <a:off x="2400300" y="3021034"/>
            <a:ext cx="9326880" cy="212704"/>
          </a:xfrm>
          <a:prstGeom prst="rect">
            <a:avLst/>
          </a:prstGeom>
        </p:spPr>
        <p:txBody>
          <a:bodyPr bIns="36000" anchor="ctr" anchorCtr="0">
            <a:noAutofit/>
          </a:bodyPr>
          <a:lstStyle>
            <a:lvl1pPr marL="0" indent="0">
              <a:buNone/>
              <a:defRPr lang="en-US" sz="1200" kern="1200" dirty="0" smtClean="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lvl="0"/>
            <a:r>
              <a:rPr lang="en-US"/>
              <a:t>Yes or No. If Yes - Reactive via MI, Reactive via MI </a:t>
            </a:r>
            <a:r>
              <a:rPr lang="en-US" err="1"/>
              <a:t>SciP</a:t>
            </a:r>
            <a:r>
              <a:rPr lang="en-US"/>
              <a:t>, or Proactive</a:t>
            </a:r>
          </a:p>
        </p:txBody>
      </p:sp>
      <p:sp>
        <p:nvSpPr>
          <p:cNvPr id="23" name="Text Placeholder 8">
            <a:extLst>
              <a:ext uri="{FF2B5EF4-FFF2-40B4-BE49-F238E27FC236}">
                <a16:creationId xmlns:a16="http://schemas.microsoft.com/office/drawing/2014/main" id="{8D5C8090-9756-4CB3-B7DD-F4CDC41FCCB8}"/>
              </a:ext>
            </a:extLst>
          </p:cNvPr>
          <p:cNvSpPr>
            <a:spLocks noGrp="1"/>
          </p:cNvSpPr>
          <p:nvPr>
            <p:ph type="body" sz="quarter" idx="23" hasCustomPrompt="1"/>
          </p:nvPr>
        </p:nvSpPr>
        <p:spPr>
          <a:xfrm>
            <a:off x="2400300" y="3357584"/>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Asset Owner Name</a:t>
            </a:r>
          </a:p>
        </p:txBody>
      </p:sp>
      <p:sp>
        <p:nvSpPr>
          <p:cNvPr id="24" name="Text Placeholder 8">
            <a:extLst>
              <a:ext uri="{FF2B5EF4-FFF2-40B4-BE49-F238E27FC236}">
                <a16:creationId xmlns:a16="http://schemas.microsoft.com/office/drawing/2014/main" id="{CCD87786-7ED8-4EE1-B3B3-A6479A715E4E}"/>
              </a:ext>
            </a:extLst>
          </p:cNvPr>
          <p:cNvSpPr>
            <a:spLocks noGrp="1"/>
          </p:cNvSpPr>
          <p:nvPr>
            <p:ph type="body" sz="quarter" idx="24" hasCustomPrompt="1"/>
          </p:nvPr>
        </p:nvSpPr>
        <p:spPr>
          <a:xfrm>
            <a:off x="2400300" y="3719534"/>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New, Renewal, or Renewal with Changes</a:t>
            </a:r>
          </a:p>
        </p:txBody>
      </p:sp>
      <p:sp>
        <p:nvSpPr>
          <p:cNvPr id="25" name="Text Placeholder 8">
            <a:extLst>
              <a:ext uri="{FF2B5EF4-FFF2-40B4-BE49-F238E27FC236}">
                <a16:creationId xmlns:a16="http://schemas.microsoft.com/office/drawing/2014/main" id="{1D9B817E-A629-4622-9AC6-41D2225A8F01}"/>
              </a:ext>
            </a:extLst>
          </p:cNvPr>
          <p:cNvSpPr>
            <a:spLocks noGrp="1"/>
          </p:cNvSpPr>
          <p:nvPr>
            <p:ph type="body" sz="quarter" idx="25" hasCustomPrompt="1"/>
          </p:nvPr>
        </p:nvSpPr>
        <p:spPr>
          <a:xfrm>
            <a:off x="8051800" y="3357584"/>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ML-XXXX-US-XXXX</a:t>
            </a:r>
          </a:p>
        </p:txBody>
      </p:sp>
      <p:sp>
        <p:nvSpPr>
          <p:cNvPr id="26" name="Text Placeholder 8">
            <a:extLst>
              <a:ext uri="{FF2B5EF4-FFF2-40B4-BE49-F238E27FC236}">
                <a16:creationId xmlns:a16="http://schemas.microsoft.com/office/drawing/2014/main" id="{E2D501DA-67EF-4777-9F2D-C3939AA8458D}"/>
              </a:ext>
            </a:extLst>
          </p:cNvPr>
          <p:cNvSpPr>
            <a:spLocks noGrp="1"/>
          </p:cNvSpPr>
          <p:nvPr>
            <p:ph type="body" sz="quarter" idx="26" hasCustomPrompt="1"/>
          </p:nvPr>
        </p:nvSpPr>
        <p:spPr>
          <a:xfrm>
            <a:off x="8051800" y="3719534"/>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t>
            </a:r>
          </a:p>
        </p:txBody>
      </p:sp>
      <p:sp>
        <p:nvSpPr>
          <p:cNvPr id="27" name="Text Placeholder 8">
            <a:extLst>
              <a:ext uri="{FF2B5EF4-FFF2-40B4-BE49-F238E27FC236}">
                <a16:creationId xmlns:a16="http://schemas.microsoft.com/office/drawing/2014/main" id="{59E037D0-0F77-44B7-9103-198F043B9444}"/>
              </a:ext>
            </a:extLst>
          </p:cNvPr>
          <p:cNvSpPr>
            <a:spLocks noGrp="1"/>
          </p:cNvSpPr>
          <p:nvPr>
            <p:ph type="body" sz="quarter" idx="27" hasCustomPrompt="1"/>
          </p:nvPr>
        </p:nvSpPr>
        <p:spPr>
          <a:xfrm>
            <a:off x="2400300" y="4165622"/>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Yes or No</a:t>
            </a:r>
          </a:p>
        </p:txBody>
      </p:sp>
      <p:sp>
        <p:nvSpPr>
          <p:cNvPr id="28" name="Text Placeholder 8">
            <a:extLst>
              <a:ext uri="{FF2B5EF4-FFF2-40B4-BE49-F238E27FC236}">
                <a16:creationId xmlns:a16="http://schemas.microsoft.com/office/drawing/2014/main" id="{9D6106A2-A056-419F-B716-040993280643}"/>
              </a:ext>
            </a:extLst>
          </p:cNvPr>
          <p:cNvSpPr>
            <a:spLocks noGrp="1"/>
          </p:cNvSpPr>
          <p:nvPr>
            <p:ph type="body" sz="quarter" idx="28" hasCustomPrompt="1"/>
          </p:nvPr>
        </p:nvSpPr>
        <p:spPr>
          <a:xfrm>
            <a:off x="2400300" y="4449784"/>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Yes or No</a:t>
            </a:r>
          </a:p>
        </p:txBody>
      </p:sp>
      <p:sp>
        <p:nvSpPr>
          <p:cNvPr id="29" name="Text Placeholder 8">
            <a:extLst>
              <a:ext uri="{FF2B5EF4-FFF2-40B4-BE49-F238E27FC236}">
                <a16:creationId xmlns:a16="http://schemas.microsoft.com/office/drawing/2014/main" id="{8BF6C55C-A804-4A53-ADEF-31F1D645B7E5}"/>
              </a:ext>
            </a:extLst>
          </p:cNvPr>
          <p:cNvSpPr>
            <a:spLocks noGrp="1"/>
          </p:cNvSpPr>
          <p:nvPr>
            <p:ph type="body" sz="quarter" idx="29" hasCustomPrompt="1"/>
          </p:nvPr>
        </p:nvSpPr>
        <p:spPr>
          <a:xfrm>
            <a:off x="8051800" y="4165622"/>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Yes or No</a:t>
            </a:r>
          </a:p>
        </p:txBody>
      </p:sp>
      <p:sp>
        <p:nvSpPr>
          <p:cNvPr id="30" name="Text Placeholder 8">
            <a:extLst>
              <a:ext uri="{FF2B5EF4-FFF2-40B4-BE49-F238E27FC236}">
                <a16:creationId xmlns:a16="http://schemas.microsoft.com/office/drawing/2014/main" id="{276A9016-F7A1-4312-93C6-EA22ACE9E0B6}"/>
              </a:ext>
            </a:extLst>
          </p:cNvPr>
          <p:cNvSpPr>
            <a:spLocks noGrp="1"/>
          </p:cNvSpPr>
          <p:nvPr>
            <p:ph type="body" sz="quarter" idx="30" hasCustomPrompt="1"/>
          </p:nvPr>
        </p:nvSpPr>
        <p:spPr>
          <a:xfrm>
            <a:off x="8051800" y="4449784"/>
            <a:ext cx="3587750" cy="21270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If Yes - $Value</a:t>
            </a:r>
          </a:p>
        </p:txBody>
      </p:sp>
      <p:sp>
        <p:nvSpPr>
          <p:cNvPr id="31" name="Text Placeholder 8">
            <a:extLst>
              <a:ext uri="{FF2B5EF4-FFF2-40B4-BE49-F238E27FC236}">
                <a16:creationId xmlns:a16="http://schemas.microsoft.com/office/drawing/2014/main" id="{B0D90536-A5DA-41EA-B290-AD700D87E194}"/>
              </a:ext>
            </a:extLst>
          </p:cNvPr>
          <p:cNvSpPr>
            <a:spLocks noGrp="1"/>
          </p:cNvSpPr>
          <p:nvPr>
            <p:ph type="body" sz="quarter" idx="31" hasCustomPrompt="1"/>
          </p:nvPr>
        </p:nvSpPr>
        <p:spPr>
          <a:xfrm>
            <a:off x="2400300" y="4777084"/>
            <a:ext cx="9239250" cy="615654"/>
          </a:xfrm>
          <a:prstGeom prst="rect">
            <a:avLst/>
          </a:prstGeom>
        </p:spPr>
        <p:txBody>
          <a:bodyPr bIns="36000" anchor="ctr" anchorCtr="0">
            <a:noAutofit/>
          </a:bodyPr>
          <a:lstStyle>
            <a:lvl1pPr marL="0" marR="0" indent="0" algn="l" defTabSz="914400" rtl="0" eaLnBrk="1" fontAlgn="auto" latinLnBrk="0" hangingPunct="1">
              <a:lnSpc>
                <a:spcPct val="100000"/>
              </a:lnSpc>
              <a:spcBef>
                <a:spcPts val="0"/>
              </a:spcBef>
              <a:spcAft>
                <a:spcPts val="0"/>
              </a:spcAft>
              <a:buClrTx/>
              <a:buSzTx/>
              <a:buFontTx/>
              <a:buNone/>
              <a:tabLst/>
              <a:defRPr lang="en-US" sz="1200" kern="1200">
                <a:solidFill>
                  <a:schemeClr val="tx1"/>
                </a:solidFill>
                <a:latin typeface="+mn-lt"/>
                <a:ea typeface="+mn-ea"/>
                <a:cs typeface="+mn-cs"/>
              </a:defRPr>
            </a:lvl1pPr>
            <a:lvl2pPr marL="0" indent="0">
              <a:buNone/>
              <a:defRPr lang="en-US" sz="1200" kern="1200" dirty="0" smtClean="0">
                <a:solidFill>
                  <a:schemeClr val="tx1"/>
                </a:solidFill>
                <a:latin typeface="+mn-lt"/>
                <a:ea typeface="+mn-ea"/>
                <a:cs typeface="+mn-cs"/>
              </a:defRPr>
            </a:lvl2pPr>
            <a:lvl3pPr>
              <a:defRPr lang="en-US" sz="1200" kern="1200" dirty="0" smtClean="0">
                <a:solidFill>
                  <a:schemeClr val="tx1"/>
                </a:solidFill>
                <a:latin typeface="+mn-lt"/>
                <a:ea typeface="+mn-ea"/>
                <a:cs typeface="+mn-cs"/>
              </a:defRPr>
            </a:lvl3pPr>
            <a:lvl4pPr>
              <a:defRPr lang="en-US" sz="1200" kern="1200" dirty="0" smtClean="0">
                <a:solidFill>
                  <a:schemeClr val="tx1"/>
                </a:solidFill>
                <a:latin typeface="+mn-lt"/>
                <a:ea typeface="+mn-ea"/>
                <a:cs typeface="+mn-cs"/>
              </a:defRPr>
            </a:lvl4pPr>
            <a:lvl5pPr>
              <a:defRPr lang="en-US" sz="1200" kern="1200" dirty="0">
                <a:solidFill>
                  <a:schemeClr val="tx1"/>
                </a:solidFill>
                <a:latin typeface="+mn-lt"/>
                <a:ea typeface="+mn-ea"/>
                <a:cs typeface="+mn-cs"/>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N/A or Enter Instructions</a:t>
            </a:r>
          </a:p>
        </p:txBody>
      </p:sp>
      <p:sp>
        <p:nvSpPr>
          <p:cNvPr id="4" name="Date Placeholder 3">
            <a:extLst>
              <a:ext uri="{FF2B5EF4-FFF2-40B4-BE49-F238E27FC236}">
                <a16:creationId xmlns:a16="http://schemas.microsoft.com/office/drawing/2014/main" id="{77A2A3E3-164F-4AAA-A9F6-A4BAFFBD8DD5}"/>
              </a:ext>
            </a:extLst>
          </p:cNvPr>
          <p:cNvSpPr>
            <a:spLocks noGrp="1"/>
          </p:cNvSpPr>
          <p:nvPr>
            <p:ph type="dt" sz="half" idx="32"/>
          </p:nvPr>
        </p:nvSpPr>
        <p:spPr/>
        <p:txBody>
          <a:bodyPr/>
          <a:lstStyle/>
          <a:p>
            <a:endParaRPr lang="en-GB"/>
          </a:p>
        </p:txBody>
      </p:sp>
      <p:sp>
        <p:nvSpPr>
          <p:cNvPr id="10" name="Slide Number Placeholder 9">
            <a:extLst>
              <a:ext uri="{FF2B5EF4-FFF2-40B4-BE49-F238E27FC236}">
                <a16:creationId xmlns:a16="http://schemas.microsoft.com/office/drawing/2014/main" id="{85072D7A-46D0-4869-AC3D-8CEFC15C6A83}"/>
              </a:ext>
            </a:extLst>
          </p:cNvPr>
          <p:cNvSpPr>
            <a:spLocks noGrp="1"/>
          </p:cNvSpPr>
          <p:nvPr>
            <p:ph type="sldNum" sz="quarter" idx="34"/>
          </p:nvPr>
        </p:nvSpPr>
        <p:spPr/>
        <p:txBody>
          <a:bodyPr/>
          <a:lstStyle/>
          <a:p>
            <a:fld id="{F8E47D07-9D1E-4FE9-B31A-2F5863681021}" type="slidenum">
              <a:rPr lang="en-GB" smtClean="0"/>
              <a:pPr/>
              <a:t>‹#›</a:t>
            </a:fld>
            <a:endParaRPr lang="en-GB"/>
          </a:p>
        </p:txBody>
      </p:sp>
    </p:spTree>
    <p:custDataLst>
      <p:tags r:id="rId1"/>
    </p:custDataLst>
    <p:extLst>
      <p:ext uri="{BB962C8B-B14F-4D97-AF65-F5344CB8AC3E}">
        <p14:creationId xmlns:p14="http://schemas.microsoft.com/office/powerpoint/2010/main" val="1090001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4" name="DO NOT DELETE (BRANDIN)">
            <a:extLst>
              <a:ext uri="{FF2B5EF4-FFF2-40B4-BE49-F238E27FC236}">
                <a16:creationId xmlns:a16="http://schemas.microsoft.com/office/drawing/2014/main" id="{F1299135-0714-4CF7-A974-069E1C738F33}"/>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967950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Dual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407987" y="1486304"/>
            <a:ext cx="5185093" cy="2649135"/>
          </a:xfrm>
        </p:spPr>
        <p:txBody>
          <a:bodyPr anchor="b" anchorCtr="0">
            <a:normAutofit/>
          </a:bodyPr>
          <a:lstStyle>
            <a:lvl1pPr>
              <a:lnSpc>
                <a:spcPct val="100000"/>
              </a:lnSpc>
              <a:defRPr sz="4000">
                <a:solidFill>
                  <a:schemeClr val="accent1"/>
                </a:solidFill>
              </a:defRPr>
            </a:lvl1pPr>
          </a:lstStyle>
          <a:p>
            <a:r>
              <a:rPr lang="en-US"/>
              <a:t>Click to enter title here</a:t>
            </a:r>
          </a:p>
        </p:txBody>
      </p:sp>
      <p:sp>
        <p:nvSpPr>
          <p:cNvPr id="6" name="Picture Placeholder 12">
            <a:extLst>
              <a:ext uri="{FF2B5EF4-FFF2-40B4-BE49-F238E27FC236}">
                <a16:creationId xmlns:a16="http://schemas.microsoft.com/office/drawing/2014/main" id="{3506CBD9-0F78-454A-9842-87C2546180B8}"/>
              </a:ext>
            </a:extLst>
          </p:cNvPr>
          <p:cNvSpPr>
            <a:spLocks noGrp="1"/>
          </p:cNvSpPr>
          <p:nvPr>
            <p:ph type="pic" sz="quarter" idx="20" hasCustomPrompt="1"/>
          </p:nvPr>
        </p:nvSpPr>
        <p:spPr>
          <a:xfrm>
            <a:off x="6188475" y="0"/>
            <a:ext cx="6004761" cy="6865200"/>
          </a:xfrm>
          <a:custGeom>
            <a:avLst/>
            <a:gdLst>
              <a:gd name="connsiteX0" fmla="*/ 1547827 w 6004761"/>
              <a:gd name="connsiteY0" fmla="*/ 0 h 6864096"/>
              <a:gd name="connsiteX1" fmla="*/ 6004760 w 6004761"/>
              <a:gd name="connsiteY1" fmla="*/ 0 h 6864096"/>
              <a:gd name="connsiteX2" fmla="*/ 6004761 w 6004761"/>
              <a:gd name="connsiteY2" fmla="*/ 6864096 h 6864096"/>
              <a:gd name="connsiteX3" fmla="*/ 1554450 w 6004761"/>
              <a:gd name="connsiteY3" fmla="*/ 6864096 h 6864096"/>
              <a:gd name="connsiteX4" fmla="*/ 1379124 w 6004761"/>
              <a:gd name="connsiteY4" fmla="*/ 6702826 h 6864096"/>
              <a:gd name="connsiteX5" fmla="*/ 0 w 6004761"/>
              <a:gd name="connsiteY5" fmla="*/ 3429001 h 6864096"/>
              <a:gd name="connsiteX6" fmla="*/ 1379124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1547827" y="0"/>
                </a:moveTo>
                <a:lnTo>
                  <a:pt x="6004760" y="0"/>
                </a:lnTo>
                <a:lnTo>
                  <a:pt x="6004761" y="6864096"/>
                </a:lnTo>
                <a:lnTo>
                  <a:pt x="1554450" y="6864096"/>
                </a:lnTo>
                <a:lnTo>
                  <a:pt x="1379124" y="6702826"/>
                </a:lnTo>
                <a:cubicBezTo>
                  <a:pt x="528239" y="5871990"/>
                  <a:pt x="0" y="4712184"/>
                  <a:pt x="0" y="3429001"/>
                </a:cubicBezTo>
                <a:cubicBezTo>
                  <a:pt x="0" y="2145819"/>
                  <a:pt x="528239" y="986013"/>
                  <a:pt x="1379124" y="155178"/>
                </a:cubicBezTo>
                <a:close/>
              </a:path>
            </a:pathLst>
          </a:custGeom>
          <a:solidFill>
            <a:schemeClr val="accent1"/>
          </a:solidFill>
        </p:spPr>
        <p:txBody>
          <a:bodyPr vert="horz" wrap="square" lIns="91440" tIns="432000" rIns="91440" bIns="648000" rtlCol="0" anchor="ctr">
            <a:noAutofit/>
          </a:bodyPr>
          <a:lstStyle>
            <a:lvl1pPr marL="0" indent="0" algn="ctr">
              <a:lnSpc>
                <a:spcPct val="100000"/>
              </a:lnSpc>
              <a:buNone/>
              <a:defRPr lang="en-US" sz="1600" b="1" dirty="0">
                <a:solidFill>
                  <a:schemeClr val="bg1"/>
                </a:solidFill>
              </a:defRPr>
            </a:lvl1pPr>
          </a:lstStyle>
          <a:p>
            <a:pPr marL="228600" lvl="0" indent="-228600" algn="ctr"/>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br>
              <a:rPr lang="en-US"/>
            </a:br>
            <a:br>
              <a:rPr lang="en-US"/>
            </a:br>
            <a:r>
              <a:rPr lang="en-US"/>
              <a:t> Your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pic>
        <p:nvPicPr>
          <p:cNvPr id="7" name="Picture 2" descr="Image result for ASTRAZENECA LOGO">
            <a:extLst>
              <a:ext uri="{FF2B5EF4-FFF2-40B4-BE49-F238E27FC236}">
                <a16:creationId xmlns:a16="http://schemas.microsoft.com/office/drawing/2014/main" id="{1ED72C3C-E918-420F-9374-6F1CBE3946F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2276" y="576767"/>
            <a:ext cx="2405987" cy="6519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407988" y="4328932"/>
            <a:ext cx="5184775" cy="1203767"/>
          </a:xfrm>
          <a:prstGeom prst="rect">
            <a:avLst/>
          </a:prstGeom>
        </p:spPr>
        <p:txBody>
          <a:bodyPr lIns="0">
            <a:normAutofit/>
          </a:bodyPr>
          <a:lstStyle>
            <a:lvl1pPr marL="0" indent="0">
              <a:lnSpc>
                <a:spcPct val="100000"/>
              </a:lnSpc>
              <a:buNone/>
              <a:defRPr sz="2400">
                <a:solidFill>
                  <a:schemeClr val="tx1"/>
                </a:solidFill>
              </a:defRPr>
            </a:lvl1pPr>
          </a:lstStyle>
          <a:p>
            <a:pPr lvl="0"/>
            <a:r>
              <a:rPr lang="en-US"/>
              <a:t>Click to add subtitle / presenter name</a:t>
            </a:r>
          </a:p>
        </p:txBody>
      </p:sp>
      <p:sp>
        <p:nvSpPr>
          <p:cNvPr id="12" name="Rectangle 11">
            <a:extLst>
              <a:ext uri="{FF2B5EF4-FFF2-40B4-BE49-F238E27FC236}">
                <a16:creationId xmlns:a16="http://schemas.microsoft.com/office/drawing/2014/main" id="{06231862-37A9-4364-9D96-47810B11870D}"/>
              </a:ext>
            </a:extLst>
          </p:cNvPr>
          <p:cNvSpPr/>
          <p:nvPr userDrawn="1"/>
        </p:nvSpPr>
        <p:spPr>
          <a:xfrm>
            <a:off x="342900" y="404813"/>
            <a:ext cx="2794000" cy="920488"/>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2400" err="1">
              <a:latin typeface="+mj-lt"/>
            </a:endParaRPr>
          </a:p>
        </p:txBody>
      </p:sp>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407987" y="5887668"/>
            <a:ext cx="1279358" cy="309145"/>
          </a:xfrm>
        </p:spPr>
        <p:txBody>
          <a:bodyPr lIns="0"/>
          <a:lstStyle>
            <a:lvl1pPr algn="l">
              <a:lnSpc>
                <a:spcPct val="100000"/>
              </a:lnSpc>
              <a:defRPr/>
            </a:lvl1pPr>
          </a:lstStyle>
          <a:p>
            <a:endParaRPr lang="en-GB"/>
          </a:p>
        </p:txBody>
      </p:sp>
      <p:sp>
        <p:nvSpPr>
          <p:cNvPr id="11" name="Picture Placeholder 3">
            <a:extLst>
              <a:ext uri="{FF2B5EF4-FFF2-40B4-BE49-F238E27FC236}">
                <a16:creationId xmlns:a16="http://schemas.microsoft.com/office/drawing/2014/main" id="{894F9465-82DF-4370-9E47-56C71396EFC4}"/>
              </a:ext>
            </a:extLst>
          </p:cNvPr>
          <p:cNvSpPr>
            <a:spLocks noGrp="1"/>
          </p:cNvSpPr>
          <p:nvPr>
            <p:ph type="pic" sz="quarter" idx="25" hasCustomPrompt="1"/>
          </p:nvPr>
        </p:nvSpPr>
        <p:spPr>
          <a:xfrm>
            <a:off x="3530600" y="622299"/>
            <a:ext cx="2062480" cy="635001"/>
          </a:xfrm>
        </p:spPr>
        <p:txBody>
          <a:bodyPr anchor="ctr" anchorCtr="0">
            <a:normAutofit/>
          </a:bodyPr>
          <a:lstStyle>
            <a:lvl1pPr marL="0" indent="0" algn="ctr">
              <a:lnSpc>
                <a:spcPct val="100000"/>
              </a:lnSpc>
              <a:buNone/>
              <a:defRPr sz="1400"/>
            </a:lvl1pPr>
          </a:lstStyle>
          <a:p>
            <a:r>
              <a:rPr lang="en-US"/>
              <a:t>Use this placeholder for a secondary logo if needed</a:t>
            </a:r>
          </a:p>
        </p:txBody>
      </p:sp>
      <p:sp>
        <p:nvSpPr>
          <p:cNvPr id="15" name="Text Placeholder 7">
            <a:extLst>
              <a:ext uri="{FF2B5EF4-FFF2-40B4-BE49-F238E27FC236}">
                <a16:creationId xmlns:a16="http://schemas.microsoft.com/office/drawing/2014/main" id="{AF0B1B31-3000-4CD8-BB26-CDF0CF4ED32F}"/>
              </a:ext>
            </a:extLst>
          </p:cNvPr>
          <p:cNvSpPr>
            <a:spLocks noGrp="1"/>
          </p:cNvSpPr>
          <p:nvPr>
            <p:ph type="body" sz="quarter" idx="27" hasCustomPrompt="1"/>
          </p:nvPr>
        </p:nvSpPr>
        <p:spPr>
          <a:xfrm>
            <a:off x="407988" y="6420976"/>
            <a:ext cx="5184775" cy="234286"/>
          </a:xfrm>
        </p:spPr>
        <p:txBody>
          <a:bodyPr lIns="0" tIns="36000" rIns="0" bIns="36000" anchor="ctr"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a:t>Click to add confidentiality statement here</a:t>
            </a:r>
          </a:p>
        </p:txBody>
      </p:sp>
      <p:sp>
        <p:nvSpPr>
          <p:cNvPr id="16" name="Freeform: Shape 15">
            <a:extLst>
              <a:ext uri="{FF2B5EF4-FFF2-40B4-BE49-F238E27FC236}">
                <a16:creationId xmlns:a16="http://schemas.microsoft.com/office/drawing/2014/main" id="{B8C86533-B59D-4640-AA9B-D75189B4B4CA}"/>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7" name="Oval 16">
            <a:extLst>
              <a:ext uri="{FF2B5EF4-FFF2-40B4-BE49-F238E27FC236}">
                <a16:creationId xmlns:a16="http://schemas.microsoft.com/office/drawing/2014/main" id="{CF3181C7-2372-4ADB-A7E1-372907919D37}"/>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Tree>
    <p:custDataLst>
      <p:tags r:id="rId1"/>
    </p:custDataLst>
    <p:extLst>
      <p:ext uri="{BB962C8B-B14F-4D97-AF65-F5344CB8AC3E}">
        <p14:creationId xmlns:p14="http://schemas.microsoft.com/office/powerpoint/2010/main" val="634878808"/>
      </p:ext>
    </p:extLst>
  </p:cSld>
  <p:clrMapOvr>
    <a:masterClrMapping/>
  </p:clrMapOvr>
  <p:extLst>
    <p:ext uri="{DCECCB84-F9BA-43D5-87BE-67443E8EF086}">
      <p15:sldGuideLst xmlns:p15="http://schemas.microsoft.com/office/powerpoint/2012/main">
        <p15:guide id="1" pos="3522" userDrawn="1">
          <p15:clr>
            <a:srgbClr val="C35E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Alternativ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B1523F-CCFB-4B58-AB3F-DEC8A49B7F24}"/>
              </a:ext>
            </a:extLst>
          </p:cNvPr>
          <p:cNvSpPr/>
          <p:nvPr userDrawn="1"/>
        </p:nvSpPr>
        <p:spPr>
          <a:xfrm>
            <a:off x="9855200" y="4927601"/>
            <a:ext cx="2336800" cy="193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err="1"/>
          </a:p>
        </p:txBody>
      </p:sp>
      <p:sp>
        <p:nvSpPr>
          <p:cNvPr id="2" name="Title 1">
            <a:extLst>
              <a:ext uri="{FF2B5EF4-FFF2-40B4-BE49-F238E27FC236}">
                <a16:creationId xmlns:a16="http://schemas.microsoft.com/office/drawing/2014/main" id="{49CDCC3B-CA12-4A4B-B5F5-D2062F3C58EC}"/>
              </a:ext>
            </a:extLst>
          </p:cNvPr>
          <p:cNvSpPr>
            <a:spLocks noGrp="1"/>
          </p:cNvSpPr>
          <p:nvPr>
            <p:ph type="title" hasCustomPrompt="1"/>
          </p:nvPr>
        </p:nvSpPr>
        <p:spPr>
          <a:xfrm>
            <a:off x="407986" y="2148952"/>
            <a:ext cx="4356101" cy="1986487"/>
          </a:xfrm>
        </p:spPr>
        <p:txBody>
          <a:bodyPr anchor="b" anchorCtr="0">
            <a:normAutofit/>
          </a:bodyPr>
          <a:lstStyle>
            <a:lvl1pPr>
              <a:lnSpc>
                <a:spcPct val="100000"/>
              </a:lnSpc>
              <a:defRPr sz="4000">
                <a:solidFill>
                  <a:schemeClr val="accent1"/>
                </a:solidFill>
              </a:defRPr>
            </a:lvl1pPr>
          </a:lstStyle>
          <a:p>
            <a:r>
              <a:rPr lang="en-US"/>
              <a:t>Click to enter </a:t>
            </a:r>
            <a:br>
              <a:rPr lang="en-US"/>
            </a:br>
            <a:r>
              <a:rPr lang="en-US"/>
              <a:t>title here</a:t>
            </a:r>
          </a:p>
        </p:txBody>
      </p:sp>
      <p:pic>
        <p:nvPicPr>
          <p:cNvPr id="7" name="Picture 2" descr="Image result for ASTRAZENECA LOGO">
            <a:extLst>
              <a:ext uri="{FF2B5EF4-FFF2-40B4-BE49-F238E27FC236}">
                <a16:creationId xmlns:a16="http://schemas.microsoft.com/office/drawing/2014/main" id="{1ED72C3C-E918-420F-9374-6F1CBE3946F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12276" y="576767"/>
            <a:ext cx="2405987" cy="651957"/>
          </a:xfrm>
          <a:prstGeom prst="rect">
            <a:avLst/>
          </a:prstGeom>
          <a:noFill/>
          <a:extLst>
            <a:ext uri="{909E8E84-426E-40DD-AFC4-6F175D3DCCD1}">
              <a14:hiddenFill xmlns:a14="http://schemas.microsoft.com/office/drawing/2010/main">
                <a:solidFill>
                  <a:srgbClr val="FFFFFF"/>
                </a:solidFill>
              </a14:hiddenFill>
            </a:ext>
          </a:extLst>
        </p:spPr>
      </p:pic>
      <p:sp>
        <p:nvSpPr>
          <p:cNvPr id="10" name="Text Placeholder 9">
            <a:extLst>
              <a:ext uri="{FF2B5EF4-FFF2-40B4-BE49-F238E27FC236}">
                <a16:creationId xmlns:a16="http://schemas.microsoft.com/office/drawing/2014/main" id="{632E5583-912E-4EA8-8EDC-7B6B86E76274}"/>
              </a:ext>
            </a:extLst>
          </p:cNvPr>
          <p:cNvSpPr>
            <a:spLocks noGrp="1"/>
          </p:cNvSpPr>
          <p:nvPr>
            <p:ph type="body" sz="quarter" idx="21" hasCustomPrompt="1"/>
          </p:nvPr>
        </p:nvSpPr>
        <p:spPr>
          <a:xfrm>
            <a:off x="407987" y="4328932"/>
            <a:ext cx="4355835" cy="1203767"/>
          </a:xfrm>
          <a:prstGeom prst="rect">
            <a:avLst/>
          </a:prstGeom>
        </p:spPr>
        <p:txBody>
          <a:bodyPr lIns="0">
            <a:normAutofit/>
          </a:bodyPr>
          <a:lstStyle>
            <a:lvl1pPr marL="0" indent="0">
              <a:lnSpc>
                <a:spcPct val="100000"/>
              </a:lnSpc>
              <a:buNone/>
              <a:defRPr sz="2400">
                <a:solidFill>
                  <a:schemeClr val="tx1"/>
                </a:solidFill>
              </a:defRPr>
            </a:lvl1pPr>
          </a:lstStyle>
          <a:p>
            <a:pPr lvl="0"/>
            <a:r>
              <a:rPr lang="en-US"/>
              <a:t>Click to add subtitle /</a:t>
            </a:r>
            <a:br>
              <a:rPr lang="en-US"/>
            </a:br>
            <a:r>
              <a:rPr lang="en-US"/>
              <a:t>presenter name</a:t>
            </a:r>
          </a:p>
        </p:txBody>
      </p:sp>
      <p:sp>
        <p:nvSpPr>
          <p:cNvPr id="12" name="Rectangle 11">
            <a:extLst>
              <a:ext uri="{FF2B5EF4-FFF2-40B4-BE49-F238E27FC236}">
                <a16:creationId xmlns:a16="http://schemas.microsoft.com/office/drawing/2014/main" id="{06231862-37A9-4364-9D96-47810B11870D}"/>
              </a:ext>
            </a:extLst>
          </p:cNvPr>
          <p:cNvSpPr/>
          <p:nvPr userDrawn="1"/>
        </p:nvSpPr>
        <p:spPr>
          <a:xfrm>
            <a:off x="342900" y="404813"/>
            <a:ext cx="2794000" cy="920488"/>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2400" err="1">
              <a:latin typeface="+mj-lt"/>
            </a:endParaRPr>
          </a:p>
        </p:txBody>
      </p:sp>
      <p:sp>
        <p:nvSpPr>
          <p:cNvPr id="3" name="Date Placeholder 2">
            <a:extLst>
              <a:ext uri="{FF2B5EF4-FFF2-40B4-BE49-F238E27FC236}">
                <a16:creationId xmlns:a16="http://schemas.microsoft.com/office/drawing/2014/main" id="{39E6A1CD-3FD6-4AD3-876A-75F060E88A2E}"/>
              </a:ext>
            </a:extLst>
          </p:cNvPr>
          <p:cNvSpPr>
            <a:spLocks noGrp="1"/>
          </p:cNvSpPr>
          <p:nvPr>
            <p:ph type="dt" sz="half" idx="26"/>
          </p:nvPr>
        </p:nvSpPr>
        <p:spPr>
          <a:xfrm>
            <a:off x="407987" y="5887668"/>
            <a:ext cx="1279358" cy="309145"/>
          </a:xfrm>
        </p:spPr>
        <p:txBody>
          <a:bodyPr lIns="0"/>
          <a:lstStyle>
            <a:lvl1pPr algn="l">
              <a:lnSpc>
                <a:spcPct val="100000"/>
              </a:lnSpc>
              <a:defRPr/>
            </a:lvl1pPr>
          </a:lstStyle>
          <a:p>
            <a:endParaRPr lang="en-GB"/>
          </a:p>
        </p:txBody>
      </p:sp>
      <p:sp>
        <p:nvSpPr>
          <p:cNvPr id="13" name="Picture Placeholder 12">
            <a:extLst>
              <a:ext uri="{FF2B5EF4-FFF2-40B4-BE49-F238E27FC236}">
                <a16:creationId xmlns:a16="http://schemas.microsoft.com/office/drawing/2014/main" id="{332A73A7-F1E1-4085-B3F6-999828C7F549}"/>
              </a:ext>
            </a:extLst>
          </p:cNvPr>
          <p:cNvSpPr>
            <a:spLocks noGrp="1"/>
          </p:cNvSpPr>
          <p:nvPr>
            <p:ph type="pic" sz="quarter" idx="20" hasCustomPrompt="1"/>
          </p:nvPr>
        </p:nvSpPr>
        <p:spPr>
          <a:xfrm>
            <a:off x="4922520" y="0"/>
            <a:ext cx="7269480" cy="6858000"/>
          </a:xfrm>
          <a:custGeom>
            <a:avLst/>
            <a:gdLst>
              <a:gd name="connsiteX0" fmla="*/ 2049352 w 7269480"/>
              <a:gd name="connsiteY0" fmla="*/ 0 h 6858000"/>
              <a:gd name="connsiteX1" fmla="*/ 3164301 w 7269480"/>
              <a:gd name="connsiteY1" fmla="*/ 0 h 6858000"/>
              <a:gd name="connsiteX2" fmla="*/ 5735747 w 7269480"/>
              <a:gd name="connsiteY2" fmla="*/ 0 h 6858000"/>
              <a:gd name="connsiteX3" fmla="*/ 5735748 w 7269480"/>
              <a:gd name="connsiteY3" fmla="*/ 0 h 6858000"/>
              <a:gd name="connsiteX4" fmla="*/ 5747970 w 7269480"/>
              <a:gd name="connsiteY4" fmla="*/ 6260 h 6858000"/>
              <a:gd name="connsiteX5" fmla="*/ 7120314 w 7269480"/>
              <a:gd name="connsiteY5" fmla="*/ 1252638 h 6858000"/>
              <a:gd name="connsiteX6" fmla="*/ 7269480 w 7269480"/>
              <a:gd name="connsiteY6" fmla="*/ 1498173 h 6858000"/>
              <a:gd name="connsiteX7" fmla="*/ 7269480 w 7269480"/>
              <a:gd name="connsiteY7" fmla="*/ 5359828 h 6858000"/>
              <a:gd name="connsiteX8" fmla="*/ 7120314 w 7269480"/>
              <a:gd name="connsiteY8" fmla="*/ 5605362 h 6858000"/>
              <a:gd name="connsiteX9" fmla="*/ 5747970 w 7269480"/>
              <a:gd name="connsiteY9" fmla="*/ 6851740 h 6858000"/>
              <a:gd name="connsiteX10" fmla="*/ 5735748 w 7269480"/>
              <a:gd name="connsiteY10" fmla="*/ 6858000 h 6858000"/>
              <a:gd name="connsiteX11" fmla="*/ 3163098 w 7269480"/>
              <a:gd name="connsiteY11" fmla="*/ 6858000 h 6858000"/>
              <a:gd name="connsiteX12" fmla="*/ 2049352 w 7269480"/>
              <a:gd name="connsiteY12" fmla="*/ 6858000 h 6858000"/>
              <a:gd name="connsiteX13" fmla="*/ 2037130 w 7269480"/>
              <a:gd name="connsiteY13" fmla="*/ 6851740 h 6858000"/>
              <a:gd name="connsiteX14" fmla="*/ 0 w 7269480"/>
              <a:gd name="connsiteY14" fmla="*/ 3429000 h 6858000"/>
              <a:gd name="connsiteX15" fmla="*/ 2037130 w 7269480"/>
              <a:gd name="connsiteY15" fmla="*/ 626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69480" h="6858000">
                <a:moveTo>
                  <a:pt x="2049352" y="0"/>
                </a:moveTo>
                <a:lnTo>
                  <a:pt x="3164301" y="0"/>
                </a:lnTo>
                <a:lnTo>
                  <a:pt x="5735747" y="0"/>
                </a:lnTo>
                <a:lnTo>
                  <a:pt x="5735748" y="0"/>
                </a:lnTo>
                <a:lnTo>
                  <a:pt x="5747970" y="6260"/>
                </a:lnTo>
                <a:cubicBezTo>
                  <a:pt x="6299519" y="305879"/>
                  <a:pt x="6770554" y="734926"/>
                  <a:pt x="7120314" y="1252638"/>
                </a:cubicBezTo>
                <a:lnTo>
                  <a:pt x="7269480" y="1498173"/>
                </a:lnTo>
                <a:lnTo>
                  <a:pt x="7269480" y="5359828"/>
                </a:lnTo>
                <a:lnTo>
                  <a:pt x="7120314" y="5605362"/>
                </a:lnTo>
                <a:cubicBezTo>
                  <a:pt x="6770554" y="6123075"/>
                  <a:pt x="6299519" y="6552122"/>
                  <a:pt x="5747970" y="6851740"/>
                </a:cubicBezTo>
                <a:lnTo>
                  <a:pt x="5735748" y="6858000"/>
                </a:lnTo>
                <a:lnTo>
                  <a:pt x="3163098" y="6858000"/>
                </a:lnTo>
                <a:lnTo>
                  <a:pt x="2049352" y="6858000"/>
                </a:lnTo>
                <a:lnTo>
                  <a:pt x="2037130" y="6851740"/>
                </a:lnTo>
                <a:cubicBezTo>
                  <a:pt x="823724" y="6192579"/>
                  <a:pt x="0" y="4906985"/>
                  <a:pt x="0" y="3429000"/>
                </a:cubicBezTo>
                <a:cubicBezTo>
                  <a:pt x="0" y="1951015"/>
                  <a:pt x="823724" y="665422"/>
                  <a:pt x="2037130" y="6260"/>
                </a:cubicBezTo>
                <a:close/>
              </a:path>
            </a:pathLst>
          </a:custGeom>
          <a:solidFill>
            <a:schemeClr val="accent1"/>
          </a:solidFill>
        </p:spPr>
        <p:txBody>
          <a:bodyPr vert="horz" wrap="square" lIns="91440" tIns="432000" rIns="91440" bIns="648000" rtlCol="0" anchor="ctr">
            <a:noAutofit/>
          </a:bodyPr>
          <a:lstStyle>
            <a:lvl1pPr marL="0" indent="0" algn="ctr">
              <a:lnSpc>
                <a:spcPct val="100000"/>
              </a:lnSpc>
              <a:buNone/>
              <a:defRPr lang="en-US" sz="1600" b="1" dirty="0">
                <a:solidFill>
                  <a:schemeClr val="bg1"/>
                </a:solidFill>
              </a:defRPr>
            </a:lvl1pPr>
          </a:lstStyle>
          <a:p>
            <a:pPr marL="228600" lvl="0" indent="-228600" algn="ctr"/>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br>
              <a:rPr lang="en-US"/>
            </a:br>
            <a:br>
              <a:rPr lang="en-US"/>
            </a:br>
            <a:r>
              <a:rPr lang="en-US"/>
              <a:t> Your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14" name="Text Placeholder 7">
            <a:extLst>
              <a:ext uri="{FF2B5EF4-FFF2-40B4-BE49-F238E27FC236}">
                <a16:creationId xmlns:a16="http://schemas.microsoft.com/office/drawing/2014/main" id="{92EBB4F1-3A58-475F-9EBB-925156182B78}"/>
              </a:ext>
            </a:extLst>
          </p:cNvPr>
          <p:cNvSpPr>
            <a:spLocks noGrp="1"/>
          </p:cNvSpPr>
          <p:nvPr>
            <p:ph type="body" sz="quarter" idx="27" hasCustomPrompt="1"/>
          </p:nvPr>
        </p:nvSpPr>
        <p:spPr>
          <a:xfrm>
            <a:off x="407989" y="6420976"/>
            <a:ext cx="4355834" cy="234286"/>
          </a:xfrm>
        </p:spPr>
        <p:txBody>
          <a:bodyPr wrap="square" lIns="0" tIns="36000" rIns="0" bIns="36000" anchor="ctr" anchorCtr="0">
            <a:spAutoFit/>
          </a:bodyPr>
          <a:lstStyle>
            <a:lvl1pPr marL="0" indent="0">
              <a:lnSpc>
                <a:spcPct val="100000"/>
              </a:lnSpc>
              <a:buNone/>
              <a:defRPr sz="1050"/>
            </a:lvl1pPr>
            <a:lvl2pPr marL="432000" indent="0">
              <a:buNone/>
              <a:defRPr sz="1050"/>
            </a:lvl2pPr>
            <a:lvl3pPr marL="684000" indent="0">
              <a:buNone/>
              <a:defRPr sz="1050"/>
            </a:lvl3pPr>
            <a:lvl4pPr marL="828000" indent="0">
              <a:buNone/>
              <a:defRPr sz="1050"/>
            </a:lvl4pPr>
            <a:lvl5pPr marL="959400" indent="0">
              <a:buNone/>
              <a:defRPr sz="1050"/>
            </a:lvl5pPr>
          </a:lstStyle>
          <a:p>
            <a:pPr lvl="0"/>
            <a:r>
              <a:rPr lang="en-US"/>
              <a:t>Click to add confidentiality statement here</a:t>
            </a:r>
          </a:p>
        </p:txBody>
      </p:sp>
      <p:sp>
        <p:nvSpPr>
          <p:cNvPr id="16" name="Freeform: Shape 15">
            <a:extLst>
              <a:ext uri="{FF2B5EF4-FFF2-40B4-BE49-F238E27FC236}">
                <a16:creationId xmlns:a16="http://schemas.microsoft.com/office/drawing/2014/main" id="{E75B7FBB-299C-44B5-9400-EB5D056A8E38}"/>
              </a:ext>
            </a:extLst>
          </p:cNvPr>
          <p:cNvSpPr/>
          <p:nvPr userDrawn="1"/>
        </p:nvSpPr>
        <p:spPr>
          <a:xfrm>
            <a:off x="-2087955" y="1"/>
            <a:ext cx="2064161" cy="6858000"/>
          </a:xfrm>
          <a:custGeom>
            <a:avLst/>
            <a:gdLst>
              <a:gd name="connsiteX0" fmla="*/ 0 w 2064161"/>
              <a:gd name="connsiteY0" fmla="*/ 0 h 6858000"/>
              <a:gd name="connsiteX1" fmla="*/ 2002971 w 2064161"/>
              <a:gd name="connsiteY1" fmla="*/ 0 h 6858000"/>
              <a:gd name="connsiteX2" fmla="*/ 2002971 w 2064161"/>
              <a:gd name="connsiteY2" fmla="*/ 6447122 h 6858000"/>
              <a:gd name="connsiteX3" fmla="*/ 2064161 w 2064161"/>
              <a:gd name="connsiteY3" fmla="*/ 6538118 h 6858000"/>
              <a:gd name="connsiteX4" fmla="*/ 2002971 w 2064161"/>
              <a:gd name="connsiteY4" fmla="*/ 6629114 h 6858000"/>
              <a:gd name="connsiteX5" fmla="*/ 2002971 w 2064161"/>
              <a:gd name="connsiteY5" fmla="*/ 6858000 h 6858000"/>
              <a:gd name="connsiteX6" fmla="*/ 0 w 206416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4161" h="6858000">
                <a:moveTo>
                  <a:pt x="0" y="0"/>
                </a:moveTo>
                <a:lnTo>
                  <a:pt x="2002971" y="0"/>
                </a:lnTo>
                <a:lnTo>
                  <a:pt x="2002971" y="6447122"/>
                </a:lnTo>
                <a:lnTo>
                  <a:pt x="2064161" y="6538118"/>
                </a:lnTo>
                <a:lnTo>
                  <a:pt x="2002971" y="6629114"/>
                </a:lnTo>
                <a:lnTo>
                  <a:pt x="2002971"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rIns="144000" bIns="216000" rtlCol="0" anchor="b" anchorCtr="0">
            <a:noAutofit/>
          </a:bodyPr>
          <a:lstStyle/>
          <a:p>
            <a:pPr>
              <a:lnSpc>
                <a:spcPct val="100000"/>
              </a:lnSpc>
              <a:spcAft>
                <a:spcPts val="600"/>
              </a:spcAft>
            </a:pPr>
            <a:r>
              <a:rPr lang="en-GB" sz="1400">
                <a:solidFill>
                  <a:schemeClr val="tx1"/>
                </a:solidFill>
              </a:rPr>
              <a:t>Please ensure you have added the correct confidentiality statement. </a:t>
            </a:r>
          </a:p>
          <a:p>
            <a:pPr>
              <a:lnSpc>
                <a:spcPct val="100000"/>
              </a:lnSpc>
              <a:spcAft>
                <a:spcPts val="600"/>
              </a:spcAft>
            </a:pPr>
            <a:r>
              <a:rPr lang="en-GB" sz="1400">
                <a:solidFill>
                  <a:schemeClr val="tx1"/>
                </a:solidFill>
              </a:rPr>
              <a:t>Type the correct statement: </a:t>
            </a:r>
            <a:br>
              <a:rPr lang="en-GB" sz="1400">
                <a:solidFill>
                  <a:schemeClr val="accent1"/>
                </a:solidFill>
              </a:rPr>
            </a:br>
            <a:r>
              <a:rPr lang="en-GB" sz="1400">
                <a:solidFill>
                  <a:schemeClr val="accent1"/>
                </a:solidFill>
              </a:rPr>
              <a:t>‘</a:t>
            </a:r>
            <a:r>
              <a:rPr lang="en-GB" sz="1400" b="1" i="1">
                <a:solidFill>
                  <a:schemeClr val="accent1"/>
                </a:solidFill>
              </a:rPr>
              <a:t>Company Restricted’ </a:t>
            </a:r>
            <a:r>
              <a:rPr lang="en-GB" sz="1400" b="0">
                <a:solidFill>
                  <a:schemeClr val="tx1"/>
                </a:solidFill>
              </a:rPr>
              <a:t>or</a:t>
            </a:r>
            <a:r>
              <a:rPr lang="en-GB" sz="1400" b="1">
                <a:solidFill>
                  <a:schemeClr val="accent1"/>
                </a:solidFill>
              </a:rPr>
              <a:t> ‘</a:t>
            </a:r>
            <a:r>
              <a:rPr lang="en-GB" sz="1400" b="1" i="1">
                <a:solidFill>
                  <a:schemeClr val="accent1"/>
                </a:solidFill>
              </a:rPr>
              <a:t>Strictly Confidential’ </a:t>
            </a:r>
            <a:r>
              <a:rPr lang="en-GB" sz="1400" b="0" i="1">
                <a:solidFill>
                  <a:schemeClr val="tx1"/>
                </a:solidFill>
              </a:rPr>
              <a:t>.</a:t>
            </a:r>
            <a:r>
              <a:rPr lang="en-GB" sz="1400" b="1" i="1">
                <a:solidFill>
                  <a:schemeClr val="accent1"/>
                </a:solidFill>
              </a:rPr>
              <a:t> </a:t>
            </a:r>
            <a:r>
              <a:rPr lang="en-GB" sz="1400" b="0" i="0">
                <a:solidFill>
                  <a:schemeClr val="tx1"/>
                </a:solidFill>
              </a:rPr>
              <a:t>No statement is needed </a:t>
            </a:r>
            <a:br>
              <a:rPr lang="en-GB" sz="1400" b="0" i="0">
                <a:solidFill>
                  <a:schemeClr val="tx1"/>
                </a:solidFill>
              </a:rPr>
            </a:br>
            <a:r>
              <a:rPr lang="en-GB" sz="1400" b="0" i="0">
                <a:solidFill>
                  <a:schemeClr val="tx1"/>
                </a:solidFill>
              </a:rPr>
              <a:t>for public information. </a:t>
            </a:r>
            <a:endParaRPr lang="en-GB" sz="1400" b="0">
              <a:solidFill>
                <a:schemeClr val="tx1"/>
              </a:solidFill>
            </a:endParaRPr>
          </a:p>
        </p:txBody>
      </p:sp>
      <p:sp>
        <p:nvSpPr>
          <p:cNvPr id="17" name="Oval 16">
            <a:extLst>
              <a:ext uri="{FF2B5EF4-FFF2-40B4-BE49-F238E27FC236}">
                <a16:creationId xmlns:a16="http://schemas.microsoft.com/office/drawing/2014/main" id="{7ED5B82E-36BE-4555-8CA2-58A989EDD594}"/>
              </a:ext>
            </a:extLst>
          </p:cNvPr>
          <p:cNvSpPr/>
          <p:nvPr userDrawn="1"/>
        </p:nvSpPr>
        <p:spPr>
          <a:xfrm>
            <a:off x="-1944694" y="3878333"/>
            <a:ext cx="419968" cy="41996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r>
              <a:rPr lang="en-US" sz="2400" b="1">
                <a:solidFill>
                  <a:schemeClr val="bg1"/>
                </a:solidFill>
                <a:latin typeface="+mn-lt"/>
              </a:rPr>
              <a:t>!</a:t>
            </a:r>
          </a:p>
        </p:txBody>
      </p:sp>
    </p:spTree>
    <p:custDataLst>
      <p:tags r:id="rId1"/>
    </p:custDataLst>
    <p:extLst>
      <p:ext uri="{BB962C8B-B14F-4D97-AF65-F5344CB8AC3E}">
        <p14:creationId xmlns:p14="http://schemas.microsoft.com/office/powerpoint/2010/main" val="4289368211"/>
      </p:ext>
    </p:extLst>
  </p:cSld>
  <p:clrMapOvr>
    <a:masterClrMapping/>
  </p:clrMapOvr>
  <p:extLst>
    <p:ext uri="{DCECCB84-F9BA-43D5-87BE-67443E8EF086}">
      <p15:sldGuideLst xmlns:p15="http://schemas.microsoft.com/office/powerpoint/2012/main">
        <p15:guide id="1" pos="3001" userDrawn="1">
          <p15:clr>
            <a:srgbClr val="C35E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1071349"/>
            <a:ext cx="3049588" cy="1231106"/>
          </a:xfrm>
        </p:spPr>
        <p:txBody>
          <a:bodyPr>
            <a:spAutoFit/>
          </a:bodyPr>
          <a:lstStyle>
            <a:lvl1pPr>
              <a:lnSpc>
                <a:spcPct val="100000"/>
              </a:lnSpc>
              <a:defRPr sz="4000"/>
            </a:lvl1pPr>
          </a:lstStyle>
          <a:p>
            <a:r>
              <a:rPr lang="en-US"/>
              <a:t>Click to enter title here</a:t>
            </a:r>
          </a:p>
        </p:txBody>
      </p:sp>
      <p:cxnSp>
        <p:nvCxnSpPr>
          <p:cNvPr id="9" name="Straight Connector 8">
            <a:extLst>
              <a:ext uri="{FF2B5EF4-FFF2-40B4-BE49-F238E27FC236}">
                <a16:creationId xmlns:a16="http://schemas.microsoft.com/office/drawing/2014/main" id="{21040238-DCC8-4532-9AE6-EB7C834F336E}"/>
              </a:ext>
            </a:extLst>
          </p:cNvPr>
          <p:cNvCxnSpPr>
            <a:cxnSpLocks/>
          </p:cNvCxnSpPr>
          <p:nvPr userDrawn="1"/>
        </p:nvCxnSpPr>
        <p:spPr>
          <a:xfrm>
            <a:off x="3540125" y="1071349"/>
            <a:ext cx="0" cy="499562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2552EAD-E21A-4A83-A364-65FFC805340A}"/>
              </a:ext>
            </a:extLst>
          </p:cNvPr>
          <p:cNvSpPr>
            <a:spLocks noGrp="1"/>
          </p:cNvSpPr>
          <p:nvPr>
            <p:ph sz="quarter" idx="19" hasCustomPrompt="1"/>
          </p:nvPr>
        </p:nvSpPr>
        <p:spPr>
          <a:xfrm>
            <a:off x="3719512" y="1071563"/>
            <a:ext cx="8064501" cy="4995409"/>
          </a:xfrm>
        </p:spPr>
        <p:txBody>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a:t>
            </a:r>
            <a:br>
              <a:rPr lang="en-US"/>
            </a:br>
            <a:r>
              <a:rPr lang="en-US"/>
              <a:t>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6" name="Date Placeholder 5">
            <a:extLst>
              <a:ext uri="{FF2B5EF4-FFF2-40B4-BE49-F238E27FC236}">
                <a16:creationId xmlns:a16="http://schemas.microsoft.com/office/drawing/2014/main" id="{D86DE4FB-795F-484C-AD8A-2137F4F32907}"/>
              </a:ext>
            </a:extLst>
          </p:cNvPr>
          <p:cNvSpPr>
            <a:spLocks noGrp="1"/>
          </p:cNvSpPr>
          <p:nvPr>
            <p:ph type="dt" sz="half" idx="2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8004BC3F-3250-41AA-B3F3-B5D6A729D269}"/>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10" name="Text Placeholder 96">
            <a:extLst>
              <a:ext uri="{FF2B5EF4-FFF2-40B4-BE49-F238E27FC236}">
                <a16:creationId xmlns:a16="http://schemas.microsoft.com/office/drawing/2014/main" id="{5E3BF5D9-8E40-4082-9AAD-60F44214B9DC}"/>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677805899"/>
      </p:ext>
    </p:extLst>
  </p:cSld>
  <p:clrMapOvr>
    <a:masterClrMapping/>
  </p:clrMapOvr>
  <p:extLst>
    <p:ext uri="{DCECCB84-F9BA-43D5-87BE-67443E8EF086}">
      <p15:sldGuideLst xmlns:p15="http://schemas.microsoft.com/office/powerpoint/2012/main">
        <p15:guide id="1" pos="2230" userDrawn="1">
          <p15:clr>
            <a:srgbClr val="C35EA4"/>
          </p15:clr>
        </p15:guide>
        <p15:guide id="2" pos="2343" userDrawn="1">
          <p15:clr>
            <a:srgbClr val="C35E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67DB2-7332-41D7-A67F-6D389C81814F}"/>
              </a:ext>
            </a:extLst>
          </p:cNvPr>
          <p:cNvSpPr>
            <a:spLocks noGrp="1"/>
          </p:cNvSpPr>
          <p:nvPr>
            <p:ph type="title" hasCustomPrompt="1"/>
          </p:nvPr>
        </p:nvSpPr>
        <p:spPr/>
        <p:txBody>
          <a:bodyPr/>
          <a:lstStyle/>
          <a:p>
            <a:r>
              <a:rPr lang="en-US"/>
              <a:t>Click to enter title here</a:t>
            </a:r>
          </a:p>
        </p:txBody>
      </p:sp>
      <p:sp>
        <p:nvSpPr>
          <p:cNvPr id="3" name="Date Placeholder 2">
            <a:extLst>
              <a:ext uri="{FF2B5EF4-FFF2-40B4-BE49-F238E27FC236}">
                <a16:creationId xmlns:a16="http://schemas.microsoft.com/office/drawing/2014/main" id="{499DB923-50C2-4A46-BF6E-A2E97DBB25F6}"/>
              </a:ext>
            </a:extLst>
          </p:cNvPr>
          <p:cNvSpPr>
            <a:spLocks noGrp="1"/>
          </p:cNvSpPr>
          <p:nvPr>
            <p:ph type="dt" sz="half" idx="10"/>
          </p:nvPr>
        </p:nvSpPr>
        <p:spPr/>
        <p:txBody>
          <a:bodyPr/>
          <a:lstStyle/>
          <a:p>
            <a:endParaRPr lang="en-GB"/>
          </a:p>
        </p:txBody>
      </p:sp>
      <p:sp>
        <p:nvSpPr>
          <p:cNvPr id="4" name="Slide Number Placeholder 3">
            <a:extLst>
              <a:ext uri="{FF2B5EF4-FFF2-40B4-BE49-F238E27FC236}">
                <a16:creationId xmlns:a16="http://schemas.microsoft.com/office/drawing/2014/main" id="{DC50693F-359E-4A4C-B3F0-F900FA65CF94}"/>
              </a:ext>
            </a:extLst>
          </p:cNvPr>
          <p:cNvSpPr>
            <a:spLocks noGrp="1"/>
          </p:cNvSpPr>
          <p:nvPr>
            <p:ph type="sldNum" sz="quarter" idx="11"/>
          </p:nvPr>
        </p:nvSpPr>
        <p:spPr/>
        <p:txBody>
          <a:bodyPr/>
          <a:lstStyle/>
          <a:p>
            <a:fld id="{F8E47D07-9D1E-4FE9-B31A-2F5863681021}" type="slidenum">
              <a:rPr lang="en-GB" smtClean="0"/>
              <a:pPr/>
              <a:t>‹#›</a:t>
            </a:fld>
            <a:endParaRPr lang="en-GB"/>
          </a:p>
        </p:txBody>
      </p:sp>
      <p:cxnSp>
        <p:nvCxnSpPr>
          <p:cNvPr id="6" name="Straight Connector 5">
            <a:extLst>
              <a:ext uri="{FF2B5EF4-FFF2-40B4-BE49-F238E27FC236}">
                <a16:creationId xmlns:a16="http://schemas.microsoft.com/office/drawing/2014/main" id="{4249127B-3E4D-4AFD-8464-39A9871621B1}"/>
              </a:ext>
            </a:extLst>
          </p:cNvPr>
          <p:cNvCxnSpPr>
            <a:cxnSpLocks/>
          </p:cNvCxnSpPr>
          <p:nvPr userDrawn="1"/>
        </p:nvCxnSpPr>
        <p:spPr>
          <a:xfrm>
            <a:off x="6096000" y="1741714"/>
            <a:ext cx="0" cy="42590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Heading 1">
            <a:extLst>
              <a:ext uri="{FF2B5EF4-FFF2-40B4-BE49-F238E27FC236}">
                <a16:creationId xmlns:a16="http://schemas.microsoft.com/office/drawing/2014/main" id="{070D82D0-2159-463E-AB3F-9F2BE51F89B0}"/>
              </a:ext>
            </a:extLst>
          </p:cNvPr>
          <p:cNvSpPr>
            <a:spLocks noGrp="1"/>
          </p:cNvSpPr>
          <p:nvPr>
            <p:ph type="body" sz="quarter" idx="13" hasCustomPrompt="1"/>
          </p:nvPr>
        </p:nvSpPr>
        <p:spPr>
          <a:xfrm>
            <a:off x="407987" y="2082800"/>
            <a:ext cx="5508625" cy="423863"/>
          </a:xfrm>
        </p:spPr>
        <p:txBody>
          <a:bodyPr anchor="b" anchorCtr="0"/>
          <a:lstStyle>
            <a:lvl1pPr marL="0" indent="0">
              <a:buNone/>
              <a:defRPr b="1">
                <a:solidFill>
                  <a:schemeClr val="accent1"/>
                </a:solidFill>
              </a:defRPr>
            </a:lvl1pPr>
          </a:lstStyle>
          <a:p>
            <a:pPr lvl="0"/>
            <a:r>
              <a:rPr lang="en-US"/>
              <a:t>Click to add heading</a:t>
            </a:r>
          </a:p>
        </p:txBody>
      </p:sp>
      <p:sp>
        <p:nvSpPr>
          <p:cNvPr id="16" name="Body 1">
            <a:extLst>
              <a:ext uri="{FF2B5EF4-FFF2-40B4-BE49-F238E27FC236}">
                <a16:creationId xmlns:a16="http://schemas.microsoft.com/office/drawing/2014/main" id="{8C2190C6-D818-4BFE-8D40-1D7A2A8ADF1C}"/>
              </a:ext>
            </a:extLst>
          </p:cNvPr>
          <p:cNvSpPr>
            <a:spLocks noGrp="1"/>
          </p:cNvSpPr>
          <p:nvPr>
            <p:ph sz="quarter" idx="14" hasCustomPrompt="1"/>
          </p:nvPr>
        </p:nvSpPr>
        <p:spPr>
          <a:xfrm>
            <a:off x="407987" y="2570163"/>
            <a:ext cx="5508625" cy="3430587"/>
          </a:xfrm>
        </p:spPr>
        <p:txBody>
          <a:body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17" name="Heading 2">
            <a:extLst>
              <a:ext uri="{FF2B5EF4-FFF2-40B4-BE49-F238E27FC236}">
                <a16:creationId xmlns:a16="http://schemas.microsoft.com/office/drawing/2014/main" id="{24B2D424-3A88-43FD-9D45-46AC196CADF4}"/>
              </a:ext>
            </a:extLst>
          </p:cNvPr>
          <p:cNvSpPr>
            <a:spLocks noGrp="1"/>
          </p:cNvSpPr>
          <p:nvPr>
            <p:ph type="body" sz="quarter" idx="15" hasCustomPrompt="1"/>
          </p:nvPr>
        </p:nvSpPr>
        <p:spPr>
          <a:xfrm>
            <a:off x="6275387" y="2082800"/>
            <a:ext cx="5508625" cy="423863"/>
          </a:xfrm>
        </p:spPr>
        <p:txBody>
          <a:bodyPr anchor="b" anchorCtr="0"/>
          <a:lstStyle>
            <a:lvl1pPr marL="0" indent="0">
              <a:buNone/>
              <a:defRPr b="1">
                <a:solidFill>
                  <a:schemeClr val="accent1"/>
                </a:solidFill>
              </a:defRPr>
            </a:lvl1pPr>
          </a:lstStyle>
          <a:p>
            <a:pPr lvl="0"/>
            <a:r>
              <a:rPr lang="en-US"/>
              <a:t>Click to add heading</a:t>
            </a:r>
          </a:p>
        </p:txBody>
      </p:sp>
      <p:sp>
        <p:nvSpPr>
          <p:cNvPr id="18" name="Body 2">
            <a:extLst>
              <a:ext uri="{FF2B5EF4-FFF2-40B4-BE49-F238E27FC236}">
                <a16:creationId xmlns:a16="http://schemas.microsoft.com/office/drawing/2014/main" id="{FB60ED6F-5297-42F6-9D9B-F6FF319D69CF}"/>
              </a:ext>
            </a:extLst>
          </p:cNvPr>
          <p:cNvSpPr>
            <a:spLocks noGrp="1"/>
          </p:cNvSpPr>
          <p:nvPr>
            <p:ph sz="quarter" idx="16" hasCustomPrompt="1"/>
          </p:nvPr>
        </p:nvSpPr>
        <p:spPr>
          <a:xfrm>
            <a:off x="6275388" y="2570163"/>
            <a:ext cx="5508625" cy="3430587"/>
          </a:xfrm>
        </p:spPr>
        <p:txBody>
          <a:body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11" name="Text Placeholder 96">
            <a:extLst>
              <a:ext uri="{FF2B5EF4-FFF2-40B4-BE49-F238E27FC236}">
                <a16:creationId xmlns:a16="http://schemas.microsoft.com/office/drawing/2014/main" id="{013D0F1F-6026-4F9D-886A-D6CB164FDC05}"/>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8870378"/>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guide id="3" pos="3727" userDrawn="1">
          <p15:clr>
            <a:srgbClr val="C35EA4"/>
          </p15:clr>
        </p15:guide>
        <p15:guide id="4" pos="3953" userDrawn="1">
          <p15:clr>
            <a:srgbClr val="C35E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defRPr/>
            </a:lvl1pPr>
          </a:lstStyle>
          <a:p>
            <a:r>
              <a:rPr lang="en-US"/>
              <a:t>Click to enter title here</a:t>
            </a:r>
          </a:p>
        </p:txBody>
      </p:sp>
      <p:cxnSp>
        <p:nvCxnSpPr>
          <p:cNvPr id="10" name="Straight Connector 9">
            <a:extLst>
              <a:ext uri="{FF2B5EF4-FFF2-40B4-BE49-F238E27FC236}">
                <a16:creationId xmlns:a16="http://schemas.microsoft.com/office/drawing/2014/main" id="{BD8AB9BA-443A-4985-908B-268C192E8231}"/>
              </a:ext>
            </a:extLst>
          </p:cNvPr>
          <p:cNvCxnSpPr>
            <a:cxnSpLocks/>
          </p:cNvCxnSpPr>
          <p:nvPr userDrawn="1"/>
        </p:nvCxnSpPr>
        <p:spPr>
          <a:xfrm>
            <a:off x="4118139" y="1741714"/>
            <a:ext cx="0" cy="42590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A6A24A62-EC53-4EC3-A57F-B48D78D6753A}"/>
              </a:ext>
            </a:extLst>
          </p:cNvPr>
          <p:cNvSpPr>
            <a:spLocks noGrp="1"/>
          </p:cNvSpPr>
          <p:nvPr>
            <p:ph type="dt" sz="half" idx="21"/>
          </p:nvPr>
        </p:nvSpPr>
        <p:spPr/>
        <p:txBody>
          <a:bodyPr/>
          <a:lstStyle/>
          <a:p>
            <a:endParaRPr lang="en-GB"/>
          </a:p>
        </p:txBody>
      </p:sp>
      <p:sp>
        <p:nvSpPr>
          <p:cNvPr id="9" name="Slide Number Placeholder 8">
            <a:extLst>
              <a:ext uri="{FF2B5EF4-FFF2-40B4-BE49-F238E27FC236}">
                <a16:creationId xmlns:a16="http://schemas.microsoft.com/office/drawing/2014/main" id="{F69DE8D6-BF8D-46B6-A107-F9199421CE2B}"/>
              </a:ext>
            </a:extLst>
          </p:cNvPr>
          <p:cNvSpPr>
            <a:spLocks noGrp="1"/>
          </p:cNvSpPr>
          <p:nvPr>
            <p:ph type="sldNum" sz="quarter" idx="23"/>
          </p:nvPr>
        </p:nvSpPr>
        <p:spPr/>
        <p:txBody>
          <a:bodyPr/>
          <a:lstStyle/>
          <a:p>
            <a:fld id="{F8E47D07-9D1E-4FE9-B31A-2F5863681021}" type="slidenum">
              <a:rPr lang="en-GB" smtClean="0"/>
              <a:pPr/>
              <a:t>‹#›</a:t>
            </a:fld>
            <a:endParaRPr lang="en-GB"/>
          </a:p>
        </p:txBody>
      </p:sp>
      <p:cxnSp>
        <p:nvCxnSpPr>
          <p:cNvPr id="11" name="Straight Connector 10">
            <a:extLst>
              <a:ext uri="{FF2B5EF4-FFF2-40B4-BE49-F238E27FC236}">
                <a16:creationId xmlns:a16="http://schemas.microsoft.com/office/drawing/2014/main" id="{F7A7995C-40F8-42EE-BD46-96F566801178}"/>
              </a:ext>
            </a:extLst>
          </p:cNvPr>
          <p:cNvCxnSpPr>
            <a:cxnSpLocks/>
          </p:cNvCxnSpPr>
          <p:nvPr userDrawn="1"/>
        </p:nvCxnSpPr>
        <p:spPr>
          <a:xfrm>
            <a:off x="8099830" y="1741714"/>
            <a:ext cx="0" cy="42590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9">
            <a:extLst>
              <a:ext uri="{FF2B5EF4-FFF2-40B4-BE49-F238E27FC236}">
                <a16:creationId xmlns:a16="http://schemas.microsoft.com/office/drawing/2014/main" id="{1A257A5E-3450-4EAA-9676-01FE18D22AFC}"/>
              </a:ext>
            </a:extLst>
          </p:cNvPr>
          <p:cNvSpPr>
            <a:spLocks noGrp="1"/>
          </p:cNvSpPr>
          <p:nvPr>
            <p:ph type="body" sz="quarter" idx="13" hasCustomPrompt="1"/>
          </p:nvPr>
        </p:nvSpPr>
        <p:spPr>
          <a:xfrm>
            <a:off x="407988" y="2082800"/>
            <a:ext cx="3527426" cy="423863"/>
          </a:xfrm>
        </p:spPr>
        <p:txBody>
          <a:bodyPr anchor="b" anchorCtr="0"/>
          <a:lstStyle>
            <a:lvl1pPr marL="0" indent="0">
              <a:buNone/>
              <a:defRPr b="1">
                <a:solidFill>
                  <a:schemeClr val="accent1"/>
                </a:solidFill>
              </a:defRPr>
            </a:lvl1pPr>
          </a:lstStyle>
          <a:p>
            <a:pPr lvl="0"/>
            <a:r>
              <a:rPr lang="en-US"/>
              <a:t>Click to add heading</a:t>
            </a:r>
          </a:p>
        </p:txBody>
      </p:sp>
      <p:sp>
        <p:nvSpPr>
          <p:cNvPr id="22" name="Content Placeholder 15">
            <a:extLst>
              <a:ext uri="{FF2B5EF4-FFF2-40B4-BE49-F238E27FC236}">
                <a16:creationId xmlns:a16="http://schemas.microsoft.com/office/drawing/2014/main" id="{AC128DA7-A1CD-4D7E-A165-98C855054735}"/>
              </a:ext>
            </a:extLst>
          </p:cNvPr>
          <p:cNvSpPr>
            <a:spLocks noGrp="1"/>
          </p:cNvSpPr>
          <p:nvPr>
            <p:ph sz="quarter" idx="14" hasCustomPrompt="1"/>
          </p:nvPr>
        </p:nvSpPr>
        <p:spPr>
          <a:xfrm>
            <a:off x="407988" y="2570163"/>
            <a:ext cx="3527426" cy="3430587"/>
          </a:xfrm>
        </p:spPr>
        <p:txBody>
          <a:body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23" name="Text Placeholder 9">
            <a:extLst>
              <a:ext uri="{FF2B5EF4-FFF2-40B4-BE49-F238E27FC236}">
                <a16:creationId xmlns:a16="http://schemas.microsoft.com/office/drawing/2014/main" id="{6A7B7E24-E7D3-48A2-A374-DF6A8A555D5F}"/>
              </a:ext>
            </a:extLst>
          </p:cNvPr>
          <p:cNvSpPr>
            <a:spLocks noGrp="1"/>
          </p:cNvSpPr>
          <p:nvPr>
            <p:ph type="body" sz="quarter" idx="15" hasCustomPrompt="1"/>
          </p:nvPr>
        </p:nvSpPr>
        <p:spPr>
          <a:xfrm>
            <a:off x="4295775" y="2082800"/>
            <a:ext cx="3600445" cy="423863"/>
          </a:xfrm>
        </p:spPr>
        <p:txBody>
          <a:bodyPr anchor="b" anchorCtr="0"/>
          <a:lstStyle>
            <a:lvl1pPr marL="0" indent="0">
              <a:buNone/>
              <a:defRPr b="1">
                <a:solidFill>
                  <a:schemeClr val="accent1"/>
                </a:solidFill>
              </a:defRPr>
            </a:lvl1pPr>
          </a:lstStyle>
          <a:p>
            <a:pPr lvl="0"/>
            <a:r>
              <a:rPr lang="en-US"/>
              <a:t>Click to add heading</a:t>
            </a:r>
          </a:p>
        </p:txBody>
      </p:sp>
      <p:sp>
        <p:nvSpPr>
          <p:cNvPr id="24" name="Content Placeholder 15">
            <a:extLst>
              <a:ext uri="{FF2B5EF4-FFF2-40B4-BE49-F238E27FC236}">
                <a16:creationId xmlns:a16="http://schemas.microsoft.com/office/drawing/2014/main" id="{4DFF8E89-1B64-4E2A-9B30-3844550AD3DD}"/>
              </a:ext>
            </a:extLst>
          </p:cNvPr>
          <p:cNvSpPr>
            <a:spLocks noGrp="1"/>
          </p:cNvSpPr>
          <p:nvPr>
            <p:ph sz="quarter" idx="16" hasCustomPrompt="1"/>
          </p:nvPr>
        </p:nvSpPr>
        <p:spPr>
          <a:xfrm>
            <a:off x="4295776" y="2570163"/>
            <a:ext cx="3600445" cy="3430587"/>
          </a:xfrm>
        </p:spPr>
        <p:txBody>
          <a:body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27" name="Text Placeholder 9">
            <a:extLst>
              <a:ext uri="{FF2B5EF4-FFF2-40B4-BE49-F238E27FC236}">
                <a16:creationId xmlns:a16="http://schemas.microsoft.com/office/drawing/2014/main" id="{6AAFFFBD-15E8-4574-972E-8DDFA341B650}"/>
              </a:ext>
            </a:extLst>
          </p:cNvPr>
          <p:cNvSpPr>
            <a:spLocks noGrp="1"/>
          </p:cNvSpPr>
          <p:nvPr>
            <p:ph type="body" sz="quarter" idx="24" hasCustomPrompt="1"/>
          </p:nvPr>
        </p:nvSpPr>
        <p:spPr>
          <a:xfrm>
            <a:off x="8256588" y="2082800"/>
            <a:ext cx="3527423" cy="423863"/>
          </a:xfrm>
        </p:spPr>
        <p:txBody>
          <a:bodyPr anchor="b" anchorCtr="0"/>
          <a:lstStyle>
            <a:lvl1pPr marL="0" indent="0">
              <a:buNone/>
              <a:defRPr b="1">
                <a:solidFill>
                  <a:schemeClr val="accent1"/>
                </a:solidFill>
              </a:defRPr>
            </a:lvl1pPr>
          </a:lstStyle>
          <a:p>
            <a:pPr lvl="0"/>
            <a:r>
              <a:rPr lang="en-US"/>
              <a:t>Click to add heading</a:t>
            </a:r>
          </a:p>
        </p:txBody>
      </p:sp>
      <p:sp>
        <p:nvSpPr>
          <p:cNvPr id="28" name="Content Placeholder 15">
            <a:extLst>
              <a:ext uri="{FF2B5EF4-FFF2-40B4-BE49-F238E27FC236}">
                <a16:creationId xmlns:a16="http://schemas.microsoft.com/office/drawing/2014/main" id="{CF570F45-2E05-4895-9F02-11DAFD1730B1}"/>
              </a:ext>
            </a:extLst>
          </p:cNvPr>
          <p:cNvSpPr>
            <a:spLocks noGrp="1"/>
          </p:cNvSpPr>
          <p:nvPr>
            <p:ph sz="quarter" idx="25" hasCustomPrompt="1"/>
          </p:nvPr>
        </p:nvSpPr>
        <p:spPr>
          <a:xfrm>
            <a:off x="8256589" y="2570163"/>
            <a:ext cx="3527423" cy="3430587"/>
          </a:xfrm>
        </p:spPr>
        <p:txBody>
          <a:bodyPr/>
          <a:lstStyle/>
          <a:p>
            <a:pPr lvl="0"/>
            <a:r>
              <a:rPr lang="en-US"/>
              <a:t>Click to add content. When pasting copy from other slides, be sure to right-click and choose ‘Keep text only’.</a:t>
            </a:r>
          </a:p>
          <a:p>
            <a:pPr lvl="1"/>
            <a:r>
              <a:rPr lang="en-US"/>
              <a:t>Second level</a:t>
            </a:r>
          </a:p>
          <a:p>
            <a:pPr lvl="2"/>
            <a:r>
              <a:rPr lang="en-US"/>
              <a:t>Third level</a:t>
            </a:r>
          </a:p>
          <a:p>
            <a:pPr lvl="3"/>
            <a:r>
              <a:rPr lang="en-US"/>
              <a:t>Fourth level</a:t>
            </a:r>
          </a:p>
          <a:p>
            <a:pPr lvl="4"/>
            <a:r>
              <a:rPr lang="en-US"/>
              <a:t>Fifth level</a:t>
            </a:r>
          </a:p>
        </p:txBody>
      </p:sp>
      <p:sp>
        <p:nvSpPr>
          <p:cNvPr id="14" name="Text Placeholder 96">
            <a:extLst>
              <a:ext uri="{FF2B5EF4-FFF2-40B4-BE49-F238E27FC236}">
                <a16:creationId xmlns:a16="http://schemas.microsoft.com/office/drawing/2014/main" id="{12B9530D-EF7B-47C9-A997-FA875C956E8F}"/>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536228283"/>
      </p:ext>
    </p:extLst>
  </p:cSld>
  <p:clrMapOvr>
    <a:masterClrMapping/>
  </p:clrMapOvr>
  <p:extLst>
    <p:ext uri="{DCECCB84-F9BA-43D5-87BE-67443E8EF086}">
      <p15:sldGuideLst xmlns:p15="http://schemas.microsoft.com/office/powerpoint/2012/main">
        <p15:guide id="5" pos="2479" userDrawn="1">
          <p15:clr>
            <a:srgbClr val="A4A3A4"/>
          </p15:clr>
        </p15:guide>
        <p15:guide id="6" pos="2706" userDrawn="1">
          <p15:clr>
            <a:srgbClr val="A4A3A4"/>
          </p15:clr>
        </p15:guide>
        <p15:guide id="11" orient="horz" pos="890" userDrawn="1">
          <p15:clr>
            <a:srgbClr val="C35EA4"/>
          </p15:clr>
        </p15:guide>
        <p15:guide id="12" orient="horz" pos="981" userDrawn="1">
          <p15:clr>
            <a:srgbClr val="C35EA4"/>
          </p15:clr>
        </p15:guide>
        <p15:guide id="13" pos="5201" userDrawn="1">
          <p15:clr>
            <a:srgbClr val="A4A3A4"/>
          </p15:clr>
        </p15:guide>
        <p15:guide id="14" pos="4974" userDrawn="1">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lvl1pPr>
          </a:lstStyle>
          <a:p>
            <a:r>
              <a:rPr lang="en-US"/>
              <a:t>Click to enter title here</a:t>
            </a:r>
          </a:p>
        </p:txBody>
      </p:sp>
      <p:cxnSp>
        <p:nvCxnSpPr>
          <p:cNvPr id="10" name="Straight Connector 9">
            <a:extLst>
              <a:ext uri="{FF2B5EF4-FFF2-40B4-BE49-F238E27FC236}">
                <a16:creationId xmlns:a16="http://schemas.microsoft.com/office/drawing/2014/main" id="{BD8AB9BA-443A-4985-908B-268C192E8231}"/>
              </a:ext>
            </a:extLst>
          </p:cNvPr>
          <p:cNvCxnSpPr>
            <a:cxnSpLocks/>
          </p:cNvCxnSpPr>
          <p:nvPr userDrawn="1"/>
        </p:nvCxnSpPr>
        <p:spPr>
          <a:xfrm>
            <a:off x="3215481" y="1741714"/>
            <a:ext cx="0" cy="42590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407987" y="2045224"/>
            <a:ext cx="2735263" cy="461665"/>
          </a:xfrm>
          <a:prstGeom prst="rect">
            <a:avLst/>
          </a:prstGeom>
        </p:spPr>
        <p:txBody>
          <a:bodyPr wrap="square" anchor="b" anchorCtr="0">
            <a:sp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5" name="Content Placeholder 3">
            <a:extLst>
              <a:ext uri="{FF2B5EF4-FFF2-40B4-BE49-F238E27FC236}">
                <a16:creationId xmlns:a16="http://schemas.microsoft.com/office/drawing/2014/main" id="{56C5F394-5808-40FF-B6FD-65F716906911}"/>
              </a:ext>
            </a:extLst>
          </p:cNvPr>
          <p:cNvSpPr>
            <a:spLocks noGrp="1"/>
          </p:cNvSpPr>
          <p:nvPr>
            <p:ph sz="quarter" idx="20" hasCustomPrompt="1"/>
          </p:nvPr>
        </p:nvSpPr>
        <p:spPr>
          <a:xfrm>
            <a:off x="407987" y="2570163"/>
            <a:ext cx="2735263" cy="3630612"/>
          </a:xfrm>
          <a:prstGeom prst="rect">
            <a:avLst/>
          </a:prstGeom>
        </p:spPr>
        <p:txBody>
          <a:bodyPr wrap="square">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5" name="Date Placeholder 4">
            <a:extLst>
              <a:ext uri="{FF2B5EF4-FFF2-40B4-BE49-F238E27FC236}">
                <a16:creationId xmlns:a16="http://schemas.microsoft.com/office/drawing/2014/main" id="{A6A24A62-EC53-4EC3-A57F-B48D78D6753A}"/>
              </a:ext>
            </a:extLst>
          </p:cNvPr>
          <p:cNvSpPr>
            <a:spLocks noGrp="1"/>
          </p:cNvSpPr>
          <p:nvPr>
            <p:ph type="dt" sz="half" idx="21"/>
          </p:nvPr>
        </p:nvSpPr>
        <p:spPr/>
        <p:txBody>
          <a:bodyPr/>
          <a:lstStyle>
            <a:lvl1pPr>
              <a:lnSpc>
                <a:spcPct val="100000"/>
              </a:lnSpc>
              <a:defRPr/>
            </a:lvl1pPr>
          </a:lstStyle>
          <a:p>
            <a:endParaRPr lang="en-GB"/>
          </a:p>
        </p:txBody>
      </p:sp>
      <p:sp>
        <p:nvSpPr>
          <p:cNvPr id="9" name="Slide Number Placeholder 8">
            <a:extLst>
              <a:ext uri="{FF2B5EF4-FFF2-40B4-BE49-F238E27FC236}">
                <a16:creationId xmlns:a16="http://schemas.microsoft.com/office/drawing/2014/main" id="{F69DE8D6-BF8D-46B6-A107-F9199421CE2B}"/>
              </a:ext>
            </a:extLst>
          </p:cNvPr>
          <p:cNvSpPr>
            <a:spLocks noGrp="1"/>
          </p:cNvSpPr>
          <p:nvPr>
            <p:ph type="sldNum" sz="quarter" idx="23"/>
          </p:nvPr>
        </p:nvSpPr>
        <p:spPr/>
        <p:txBody>
          <a:bodyPr/>
          <a:lstStyle>
            <a:lvl1pPr>
              <a:lnSpc>
                <a:spcPct val="100000"/>
              </a:lnSpc>
              <a:defRPr/>
            </a:lvl1pPr>
          </a:lstStyle>
          <a:p>
            <a:fld id="{F8E47D07-9D1E-4FE9-B31A-2F5863681021}" type="slidenum">
              <a:rPr lang="en-GB" smtClean="0"/>
              <a:pPr/>
              <a:t>‹#›</a:t>
            </a:fld>
            <a:endParaRPr lang="en-GB"/>
          </a:p>
        </p:txBody>
      </p:sp>
      <p:cxnSp>
        <p:nvCxnSpPr>
          <p:cNvPr id="11" name="Straight Connector 10">
            <a:extLst>
              <a:ext uri="{FF2B5EF4-FFF2-40B4-BE49-F238E27FC236}">
                <a16:creationId xmlns:a16="http://schemas.microsoft.com/office/drawing/2014/main" id="{F7A7995C-40F8-42EE-BD46-96F566801178}"/>
              </a:ext>
            </a:extLst>
          </p:cNvPr>
          <p:cNvCxnSpPr>
            <a:cxnSpLocks/>
          </p:cNvCxnSpPr>
          <p:nvPr userDrawn="1"/>
        </p:nvCxnSpPr>
        <p:spPr>
          <a:xfrm>
            <a:off x="6096852" y="1741714"/>
            <a:ext cx="0" cy="42590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DA9C47E-839A-46E7-B955-073295D84F7F}"/>
              </a:ext>
            </a:extLst>
          </p:cNvPr>
          <p:cNvCxnSpPr>
            <a:cxnSpLocks/>
          </p:cNvCxnSpPr>
          <p:nvPr userDrawn="1"/>
        </p:nvCxnSpPr>
        <p:spPr>
          <a:xfrm>
            <a:off x="8976519" y="1741714"/>
            <a:ext cx="0" cy="42590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 Placeholder 11">
            <a:extLst>
              <a:ext uri="{FF2B5EF4-FFF2-40B4-BE49-F238E27FC236}">
                <a16:creationId xmlns:a16="http://schemas.microsoft.com/office/drawing/2014/main" id="{A1E51E90-FD4F-4EA7-9FD6-A88EC3FEEDDC}"/>
              </a:ext>
            </a:extLst>
          </p:cNvPr>
          <p:cNvSpPr>
            <a:spLocks noGrp="1"/>
          </p:cNvSpPr>
          <p:nvPr>
            <p:ph type="body" sz="quarter" idx="24" hasCustomPrompt="1"/>
          </p:nvPr>
        </p:nvSpPr>
        <p:spPr>
          <a:xfrm>
            <a:off x="3286126" y="2045224"/>
            <a:ext cx="2735263" cy="461665"/>
          </a:xfrm>
          <a:prstGeom prst="rect">
            <a:avLst/>
          </a:prstGeom>
        </p:spPr>
        <p:txBody>
          <a:bodyPr wrap="square" anchor="b" anchorCtr="0">
            <a:sp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21" name="Content Placeholder 3">
            <a:extLst>
              <a:ext uri="{FF2B5EF4-FFF2-40B4-BE49-F238E27FC236}">
                <a16:creationId xmlns:a16="http://schemas.microsoft.com/office/drawing/2014/main" id="{10106C56-60ED-41EC-BD2A-FDB9B53E1C18}"/>
              </a:ext>
            </a:extLst>
          </p:cNvPr>
          <p:cNvSpPr>
            <a:spLocks noGrp="1"/>
          </p:cNvSpPr>
          <p:nvPr>
            <p:ph sz="quarter" idx="25" hasCustomPrompt="1"/>
          </p:nvPr>
        </p:nvSpPr>
        <p:spPr>
          <a:xfrm>
            <a:off x="3284539" y="2570163"/>
            <a:ext cx="2736850" cy="3630612"/>
          </a:xfrm>
          <a:prstGeom prst="rect">
            <a:avLst/>
          </a:prstGeom>
        </p:spPr>
        <p:txBody>
          <a:bodyPr wrap="square">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2" name="Text Placeholder 11">
            <a:extLst>
              <a:ext uri="{FF2B5EF4-FFF2-40B4-BE49-F238E27FC236}">
                <a16:creationId xmlns:a16="http://schemas.microsoft.com/office/drawing/2014/main" id="{217A7646-8B12-4AE5-9EDC-1F06A8CF8C4F}"/>
              </a:ext>
            </a:extLst>
          </p:cNvPr>
          <p:cNvSpPr>
            <a:spLocks noGrp="1"/>
          </p:cNvSpPr>
          <p:nvPr>
            <p:ph type="body" sz="quarter" idx="26" hasCustomPrompt="1"/>
          </p:nvPr>
        </p:nvSpPr>
        <p:spPr>
          <a:xfrm>
            <a:off x="6165792" y="2045224"/>
            <a:ext cx="2735263" cy="461665"/>
          </a:xfrm>
          <a:prstGeom prst="rect">
            <a:avLst/>
          </a:prstGeom>
        </p:spPr>
        <p:txBody>
          <a:bodyPr wrap="square" anchor="b" anchorCtr="0">
            <a:sp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23" name="Content Placeholder 3">
            <a:extLst>
              <a:ext uri="{FF2B5EF4-FFF2-40B4-BE49-F238E27FC236}">
                <a16:creationId xmlns:a16="http://schemas.microsoft.com/office/drawing/2014/main" id="{33B9981B-E175-45D6-A51D-F0A0368267CF}"/>
              </a:ext>
            </a:extLst>
          </p:cNvPr>
          <p:cNvSpPr>
            <a:spLocks noGrp="1"/>
          </p:cNvSpPr>
          <p:nvPr>
            <p:ph sz="quarter" idx="27" hasCustomPrompt="1"/>
          </p:nvPr>
        </p:nvSpPr>
        <p:spPr>
          <a:xfrm>
            <a:off x="6164205" y="2570163"/>
            <a:ext cx="2736850" cy="3630612"/>
          </a:xfrm>
          <a:prstGeom prst="rect">
            <a:avLst/>
          </a:prstGeom>
        </p:spPr>
        <p:txBody>
          <a:bodyPr wrap="square">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4" name="Text Placeholder 11">
            <a:extLst>
              <a:ext uri="{FF2B5EF4-FFF2-40B4-BE49-F238E27FC236}">
                <a16:creationId xmlns:a16="http://schemas.microsoft.com/office/drawing/2014/main" id="{B83A3A7A-40FD-44D2-97D9-301EB15E7630}"/>
              </a:ext>
            </a:extLst>
          </p:cNvPr>
          <p:cNvSpPr>
            <a:spLocks noGrp="1"/>
          </p:cNvSpPr>
          <p:nvPr>
            <p:ph type="body" sz="quarter" idx="28" hasCustomPrompt="1"/>
          </p:nvPr>
        </p:nvSpPr>
        <p:spPr>
          <a:xfrm>
            <a:off x="9045458" y="2045224"/>
            <a:ext cx="2735263" cy="461665"/>
          </a:xfrm>
          <a:prstGeom prst="rect">
            <a:avLst/>
          </a:prstGeom>
        </p:spPr>
        <p:txBody>
          <a:bodyPr wrap="square" anchor="b" anchorCtr="0">
            <a:sp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25" name="Content Placeholder 3">
            <a:extLst>
              <a:ext uri="{FF2B5EF4-FFF2-40B4-BE49-F238E27FC236}">
                <a16:creationId xmlns:a16="http://schemas.microsoft.com/office/drawing/2014/main" id="{1AD7E49F-D41B-42DC-925D-998AFB2BB412}"/>
              </a:ext>
            </a:extLst>
          </p:cNvPr>
          <p:cNvSpPr>
            <a:spLocks noGrp="1"/>
          </p:cNvSpPr>
          <p:nvPr>
            <p:ph sz="quarter" idx="29" hasCustomPrompt="1"/>
          </p:nvPr>
        </p:nvSpPr>
        <p:spPr>
          <a:xfrm>
            <a:off x="9043871" y="2570163"/>
            <a:ext cx="2736850" cy="3630612"/>
          </a:xfrm>
          <a:prstGeom prst="rect">
            <a:avLst/>
          </a:prstGeom>
        </p:spPr>
        <p:txBody>
          <a:bodyPr wrap="square">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18" name="Text Placeholder 96">
            <a:extLst>
              <a:ext uri="{FF2B5EF4-FFF2-40B4-BE49-F238E27FC236}">
                <a16:creationId xmlns:a16="http://schemas.microsoft.com/office/drawing/2014/main" id="{D3E73C55-1C0C-4880-A0D4-FC480D06253C}"/>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65248538"/>
      </p:ext>
    </p:extLst>
  </p:cSld>
  <p:clrMapOvr>
    <a:masterClrMapping/>
  </p:clrMapOvr>
  <p:extLst>
    <p:ext uri="{DCECCB84-F9BA-43D5-87BE-67443E8EF086}">
      <p15:sldGuideLst xmlns:p15="http://schemas.microsoft.com/office/powerpoint/2012/main">
        <p15:guide id="5" pos="1980" userDrawn="1">
          <p15:clr>
            <a:srgbClr val="A4A3A4"/>
          </p15:clr>
        </p15:guide>
        <p15:guide id="6" pos="2071" userDrawn="1">
          <p15:clr>
            <a:srgbClr val="A4A3A4"/>
          </p15:clr>
        </p15:guide>
        <p15:guide id="11" orient="horz" pos="890" userDrawn="1">
          <p15:clr>
            <a:srgbClr val="C35EA4"/>
          </p15:clr>
        </p15:guide>
        <p15:guide id="12" orient="horz" pos="981" userDrawn="1">
          <p15:clr>
            <a:srgbClr val="C35EA4"/>
          </p15:clr>
        </p15:guide>
        <p15:guide id="13" pos="5700" userDrawn="1">
          <p15:clr>
            <a:srgbClr val="A4A3A4"/>
          </p15:clr>
        </p15:guide>
        <p15:guide id="14" pos="5609" userDrawn="1">
          <p15:clr>
            <a:srgbClr val="A4A3A4"/>
          </p15:clr>
        </p15:guide>
        <p15:guide id="15" pos="3795" userDrawn="1">
          <p15:clr>
            <a:srgbClr val="A4A3A4"/>
          </p15:clr>
        </p15:guide>
        <p15:guide id="16" pos="3885" userDrawn="1">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3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cxnSp>
        <p:nvCxnSpPr>
          <p:cNvPr id="10" name="Straight Connector 9">
            <a:extLst>
              <a:ext uri="{FF2B5EF4-FFF2-40B4-BE49-F238E27FC236}">
                <a16:creationId xmlns:a16="http://schemas.microsoft.com/office/drawing/2014/main" id="{BD8AB9BA-443A-4985-908B-268C192E8231}"/>
              </a:ext>
            </a:extLst>
          </p:cNvPr>
          <p:cNvCxnSpPr>
            <a:cxnSpLocks/>
          </p:cNvCxnSpPr>
          <p:nvPr userDrawn="1"/>
        </p:nvCxnSpPr>
        <p:spPr>
          <a:xfrm>
            <a:off x="8001000" y="1741714"/>
            <a:ext cx="0" cy="426655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407986" y="2045224"/>
            <a:ext cx="7416801" cy="461665"/>
          </a:xfrm>
          <a:prstGeom prst="rect">
            <a:avLst/>
          </a:prstGeom>
        </p:spPr>
        <p:txBody>
          <a:bodyPr wrap="square" anchor="b" anchorCtr="0">
            <a:sp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4" name="Text Placeholder 11">
            <a:extLst>
              <a:ext uri="{FF2B5EF4-FFF2-40B4-BE49-F238E27FC236}">
                <a16:creationId xmlns:a16="http://schemas.microsoft.com/office/drawing/2014/main" id="{14A51F37-EAE8-4722-A437-30D09A72A9E9}"/>
              </a:ext>
            </a:extLst>
          </p:cNvPr>
          <p:cNvSpPr>
            <a:spLocks noGrp="1"/>
          </p:cNvSpPr>
          <p:nvPr>
            <p:ph type="body" sz="quarter" idx="18" hasCustomPrompt="1"/>
          </p:nvPr>
        </p:nvSpPr>
        <p:spPr>
          <a:xfrm>
            <a:off x="8191499" y="2045224"/>
            <a:ext cx="3584573" cy="461665"/>
          </a:xfrm>
          <a:prstGeom prst="rect">
            <a:avLst/>
          </a:prstGeom>
        </p:spPr>
        <p:txBody>
          <a:bodyPr anchor="b" anchorCtr="0">
            <a:sp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6" name="Text Placeholder 11">
            <a:extLst>
              <a:ext uri="{FF2B5EF4-FFF2-40B4-BE49-F238E27FC236}">
                <a16:creationId xmlns:a16="http://schemas.microsoft.com/office/drawing/2014/main" id="{9358968C-3784-44E4-B50E-21ED78D9EB9D}"/>
              </a:ext>
            </a:extLst>
          </p:cNvPr>
          <p:cNvSpPr>
            <a:spLocks noGrp="1"/>
          </p:cNvSpPr>
          <p:nvPr>
            <p:ph type="body" sz="quarter" idx="17" hasCustomPrompt="1"/>
          </p:nvPr>
        </p:nvSpPr>
        <p:spPr>
          <a:xfrm>
            <a:off x="8191499" y="2570390"/>
            <a:ext cx="3584573" cy="461665"/>
          </a:xfrm>
          <a:prstGeom prst="rect">
            <a:avLst/>
          </a:prstGeom>
        </p:spPr>
        <p:txBody>
          <a:bodyPr>
            <a:spAutoFit/>
          </a:bodyPr>
          <a:lstStyle>
            <a:lvl1pPr>
              <a:lnSpc>
                <a:spcPct val="100000"/>
              </a:lnSpc>
              <a:defRPr/>
            </a:lvl1pPr>
          </a:lstStyle>
          <a:p>
            <a:pPr lvl="0"/>
            <a:r>
              <a:rPr lang="en-US"/>
              <a:t>Click to add text. </a:t>
            </a:r>
          </a:p>
        </p:txBody>
      </p:sp>
      <p:sp>
        <p:nvSpPr>
          <p:cNvPr id="17" name="Content Placeholder 3">
            <a:extLst>
              <a:ext uri="{FF2B5EF4-FFF2-40B4-BE49-F238E27FC236}">
                <a16:creationId xmlns:a16="http://schemas.microsoft.com/office/drawing/2014/main" id="{F450BB10-EDA8-4244-8CBF-7F1645357D50}"/>
              </a:ext>
            </a:extLst>
          </p:cNvPr>
          <p:cNvSpPr>
            <a:spLocks noGrp="1"/>
          </p:cNvSpPr>
          <p:nvPr>
            <p:ph sz="quarter" idx="20" hasCustomPrompt="1"/>
          </p:nvPr>
        </p:nvSpPr>
        <p:spPr>
          <a:xfrm>
            <a:off x="407986" y="2570163"/>
            <a:ext cx="7416802" cy="3438107"/>
          </a:xfrm>
          <a:prstGeom prst="rect">
            <a:avLst/>
          </a:prstGeom>
        </p:spPr>
        <p:txBody>
          <a:bodyPr wrap="square">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19" name="Text Placeholder 18">
            <a:extLst>
              <a:ext uri="{FF2B5EF4-FFF2-40B4-BE49-F238E27FC236}">
                <a16:creationId xmlns:a16="http://schemas.microsoft.com/office/drawing/2014/main" id="{3E4F4DDF-A4CE-45BB-8E5D-A5AB679089ED}"/>
              </a:ext>
            </a:extLst>
          </p:cNvPr>
          <p:cNvSpPr>
            <a:spLocks noGrp="1"/>
          </p:cNvSpPr>
          <p:nvPr>
            <p:ph type="body" sz="quarter" idx="22" hasCustomPrompt="1"/>
          </p:nvPr>
        </p:nvSpPr>
        <p:spPr>
          <a:xfrm>
            <a:off x="8977585" y="3995870"/>
            <a:ext cx="2012400" cy="201240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13" name="Text Placeholder 96">
            <a:extLst>
              <a:ext uri="{FF2B5EF4-FFF2-40B4-BE49-F238E27FC236}">
                <a16:creationId xmlns:a16="http://schemas.microsoft.com/office/drawing/2014/main" id="{C07CECA8-840E-4BBC-A94E-0D507EF6B6B9}"/>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618634424"/>
      </p:ext>
    </p:extLst>
  </p:cSld>
  <p:clrMapOvr>
    <a:masterClrMapping/>
  </p:clrMapOvr>
  <p:extLst>
    <p:ext uri="{DCECCB84-F9BA-43D5-87BE-67443E8EF086}">
      <p15:sldGuideLst xmlns:p15="http://schemas.microsoft.com/office/powerpoint/2012/main">
        <p15:guide id="7" pos="4929" userDrawn="1">
          <p15:clr>
            <a:srgbClr val="A4A3A4"/>
          </p15:clr>
        </p15:guide>
        <p15:guide id="8" pos="5155" userDrawn="1">
          <p15:clr>
            <a:srgbClr val="A4A3A4"/>
          </p15:clr>
        </p15:guide>
        <p15:guide id="11" orient="horz" pos="890" userDrawn="1">
          <p15:clr>
            <a:srgbClr val="C35EA4"/>
          </p15:clr>
        </p15:guide>
        <p15:guide id="12" orient="horz" pos="981" userDrawn="1">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3 Right">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4335459" y="2045224"/>
            <a:ext cx="7440613" cy="461665"/>
          </a:xfrm>
          <a:prstGeom prst="rect">
            <a:avLst/>
          </a:prstGeom>
        </p:spPr>
        <p:txBody>
          <a:bodyPr anchor="b" anchorCtr="0">
            <a:sp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7" y="404812"/>
            <a:ext cx="11376025" cy="1007427"/>
          </a:xfrm>
        </p:spPr>
        <p:txBody>
          <a:bodyPr/>
          <a:lstStyle>
            <a:lvl1pPr>
              <a:lnSpc>
                <a:spcPct val="100000"/>
              </a:lnSpc>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cxnSp>
        <p:nvCxnSpPr>
          <p:cNvPr id="10" name="Straight Connector 9">
            <a:extLst>
              <a:ext uri="{FF2B5EF4-FFF2-40B4-BE49-F238E27FC236}">
                <a16:creationId xmlns:a16="http://schemas.microsoft.com/office/drawing/2014/main" id="{BD8AB9BA-443A-4985-908B-268C192E8231}"/>
              </a:ext>
            </a:extLst>
          </p:cNvPr>
          <p:cNvCxnSpPr>
            <a:cxnSpLocks/>
          </p:cNvCxnSpPr>
          <p:nvPr userDrawn="1"/>
        </p:nvCxnSpPr>
        <p:spPr>
          <a:xfrm>
            <a:off x="4151313" y="1749235"/>
            <a:ext cx="0" cy="425903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 Placeholder 11">
            <a:extLst>
              <a:ext uri="{FF2B5EF4-FFF2-40B4-BE49-F238E27FC236}">
                <a16:creationId xmlns:a16="http://schemas.microsoft.com/office/drawing/2014/main" id="{48D4EF0D-A9CE-4E45-B1B3-BB585A7CD1D9}"/>
              </a:ext>
            </a:extLst>
          </p:cNvPr>
          <p:cNvSpPr>
            <a:spLocks noGrp="1"/>
          </p:cNvSpPr>
          <p:nvPr>
            <p:ph type="body" sz="quarter" idx="17" hasCustomPrompt="1"/>
          </p:nvPr>
        </p:nvSpPr>
        <p:spPr>
          <a:xfrm>
            <a:off x="407988" y="2570390"/>
            <a:ext cx="3563938" cy="461665"/>
          </a:xfrm>
          <a:prstGeom prst="rect">
            <a:avLst/>
          </a:prstGeom>
        </p:spPr>
        <p:txBody>
          <a:bodyPr wrap="square">
            <a:spAutoFit/>
          </a:bodyPr>
          <a:lstStyle>
            <a:lvl1pPr>
              <a:lnSpc>
                <a:spcPct val="100000"/>
              </a:lnSpc>
              <a:defRPr/>
            </a:lvl1pPr>
          </a:lstStyle>
          <a:p>
            <a:pPr lvl="0"/>
            <a:r>
              <a:rPr lang="en-US"/>
              <a:t>Click to add text. </a:t>
            </a:r>
          </a:p>
        </p:txBody>
      </p:sp>
      <p:sp>
        <p:nvSpPr>
          <p:cNvPr id="14" name="Text Placeholder 11">
            <a:extLst>
              <a:ext uri="{FF2B5EF4-FFF2-40B4-BE49-F238E27FC236}">
                <a16:creationId xmlns:a16="http://schemas.microsoft.com/office/drawing/2014/main" id="{14A51F37-EAE8-4722-A437-30D09A72A9E9}"/>
              </a:ext>
            </a:extLst>
          </p:cNvPr>
          <p:cNvSpPr>
            <a:spLocks noGrp="1"/>
          </p:cNvSpPr>
          <p:nvPr>
            <p:ph type="body" sz="quarter" idx="18" hasCustomPrompt="1"/>
          </p:nvPr>
        </p:nvSpPr>
        <p:spPr>
          <a:xfrm>
            <a:off x="407988" y="2045224"/>
            <a:ext cx="3563938" cy="461665"/>
          </a:xfrm>
          <a:prstGeom prst="rect">
            <a:avLst/>
          </a:prstGeom>
        </p:spPr>
        <p:txBody>
          <a:bodyPr wrap="square" anchor="b" anchorCtr="0">
            <a:spAutoFit/>
          </a:bodyPr>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17" name="Content Placeholder 3">
            <a:extLst>
              <a:ext uri="{FF2B5EF4-FFF2-40B4-BE49-F238E27FC236}">
                <a16:creationId xmlns:a16="http://schemas.microsoft.com/office/drawing/2014/main" id="{E9D64AEF-AC5B-4ACA-95B3-7DD2AC9A9709}"/>
              </a:ext>
            </a:extLst>
          </p:cNvPr>
          <p:cNvSpPr>
            <a:spLocks noGrp="1"/>
          </p:cNvSpPr>
          <p:nvPr>
            <p:ph sz="quarter" idx="20" hasCustomPrompt="1"/>
          </p:nvPr>
        </p:nvSpPr>
        <p:spPr>
          <a:xfrm>
            <a:off x="4335469" y="2570163"/>
            <a:ext cx="7440603" cy="3438107"/>
          </a:xfrm>
          <a:prstGeom prst="rect">
            <a:avLst/>
          </a:prstGeom>
        </p:spPr>
        <p:txBody>
          <a:bodyPr>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15" name="Text Placeholder 14">
            <a:extLst>
              <a:ext uri="{FF2B5EF4-FFF2-40B4-BE49-F238E27FC236}">
                <a16:creationId xmlns:a16="http://schemas.microsoft.com/office/drawing/2014/main" id="{0B389EFA-BE5F-4B72-ACD5-3C006758495E}"/>
              </a:ext>
            </a:extLst>
          </p:cNvPr>
          <p:cNvSpPr>
            <a:spLocks noGrp="1"/>
          </p:cNvSpPr>
          <p:nvPr>
            <p:ph type="body" sz="quarter" idx="22" hasCustomPrompt="1"/>
          </p:nvPr>
        </p:nvSpPr>
        <p:spPr>
          <a:xfrm>
            <a:off x="1194073" y="3995870"/>
            <a:ext cx="2012400" cy="2012400"/>
          </a:xfrm>
          <a:custGeom>
            <a:avLst/>
            <a:gdLst>
              <a:gd name="connsiteX0" fmla="*/ 1006200 w 2012400"/>
              <a:gd name="connsiteY0" fmla="*/ 0 h 2012400"/>
              <a:gd name="connsiteX1" fmla="*/ 2012400 w 2012400"/>
              <a:gd name="connsiteY1" fmla="*/ 1006200 h 2012400"/>
              <a:gd name="connsiteX2" fmla="*/ 1006200 w 2012400"/>
              <a:gd name="connsiteY2" fmla="*/ 2012400 h 2012400"/>
              <a:gd name="connsiteX3" fmla="*/ 0 w 2012400"/>
              <a:gd name="connsiteY3" fmla="*/ 1006200 h 2012400"/>
              <a:gd name="connsiteX4" fmla="*/ 1006200 w 2012400"/>
              <a:gd name="connsiteY4" fmla="*/ 0 h 201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400" h="2012400">
                <a:moveTo>
                  <a:pt x="1006200" y="0"/>
                </a:moveTo>
                <a:cubicBezTo>
                  <a:pt x="1561909" y="0"/>
                  <a:pt x="2012400" y="450491"/>
                  <a:pt x="2012400" y="1006200"/>
                </a:cubicBezTo>
                <a:cubicBezTo>
                  <a:pt x="2012400" y="1561909"/>
                  <a:pt x="1561909" y="2012400"/>
                  <a:pt x="1006200" y="2012400"/>
                </a:cubicBezTo>
                <a:cubicBezTo>
                  <a:pt x="450491" y="2012400"/>
                  <a:pt x="0" y="1561909"/>
                  <a:pt x="0" y="1006200"/>
                </a:cubicBezTo>
                <a:cubicBezTo>
                  <a:pt x="0" y="450491"/>
                  <a:pt x="450491" y="0"/>
                  <a:pt x="1006200" y="0"/>
                </a:cubicBezTo>
                <a:close/>
              </a:path>
            </a:pathLst>
          </a:custGeom>
          <a:solidFill>
            <a:schemeClr val="accent1"/>
          </a:solidFill>
        </p:spPr>
        <p:txBody>
          <a:bodyPr wrap="square" lIns="0" tIns="0" rIns="0" bIns="0" anchor="ctr" anchorCtr="0">
            <a:normAutofit/>
          </a:bodyPr>
          <a:lstStyle>
            <a:lvl1pPr marL="0" indent="0" algn="ctr">
              <a:lnSpc>
                <a:spcPct val="100000"/>
              </a:lnSpc>
              <a:buNone/>
              <a:defRPr>
                <a:solidFill>
                  <a:schemeClr val="bg1"/>
                </a:solidFill>
                <a:latin typeface="+mj-lt"/>
              </a:defRPr>
            </a:lvl1pPr>
          </a:lstStyle>
          <a:p>
            <a:pPr lvl="0"/>
            <a:r>
              <a:rPr lang="en-US"/>
              <a:t>Click to add callout or key figure</a:t>
            </a:r>
          </a:p>
        </p:txBody>
      </p:sp>
      <p:sp>
        <p:nvSpPr>
          <p:cNvPr id="16" name="Text Placeholder 96">
            <a:extLst>
              <a:ext uri="{FF2B5EF4-FFF2-40B4-BE49-F238E27FC236}">
                <a16:creationId xmlns:a16="http://schemas.microsoft.com/office/drawing/2014/main" id="{778D2AE8-C71F-4A8C-8D51-3B3AAAF70E51}"/>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820855624"/>
      </p:ext>
    </p:extLst>
  </p:cSld>
  <p:clrMapOvr>
    <a:masterClrMapping/>
  </p:clrMapOvr>
  <p:extLst>
    <p:ext uri="{DCECCB84-F9BA-43D5-87BE-67443E8EF086}">
      <p15:sldGuideLst xmlns:p15="http://schemas.microsoft.com/office/powerpoint/2012/main">
        <p15:guide id="3" pos="2502" userDrawn="1">
          <p15:clr>
            <a:srgbClr val="A4A3A4"/>
          </p15:clr>
        </p15:guide>
        <p15:guide id="4" pos="2729" userDrawn="1">
          <p15:clr>
            <a:srgbClr val="A4A3A4"/>
          </p15:clr>
        </p15:guide>
        <p15:guide id="11" orient="horz" pos="890" userDrawn="1">
          <p15:clr>
            <a:srgbClr val="C35EA4"/>
          </p15:clr>
        </p15:guide>
        <p15:guide id="12" orient="horz" pos="981" userDrawn="1">
          <p15:clr>
            <a:srgbClr val="C35E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Column Heading Lis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407987" y="2559050"/>
            <a:ext cx="11376026" cy="2876550"/>
          </a:xfrm>
          <a:noFill/>
          <a:ln>
            <a:solidFill>
              <a:schemeClr val="accent1"/>
            </a:solidFill>
          </a:ln>
        </p:spPr>
        <p:txBody>
          <a:bodyPr lIns="180000" tIns="180000" rIns="180000" bIns="180000">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408738" y="1741713"/>
            <a:ext cx="11376026"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6" name="Date Placeholder 5">
            <a:extLst>
              <a:ext uri="{FF2B5EF4-FFF2-40B4-BE49-F238E27FC236}">
                <a16:creationId xmlns:a16="http://schemas.microsoft.com/office/drawing/2014/main" id="{9013136D-000F-468E-82F7-78627545D641}"/>
              </a:ext>
            </a:extLst>
          </p:cNvPr>
          <p:cNvSpPr>
            <a:spLocks noGrp="1"/>
          </p:cNvSpPr>
          <p:nvPr>
            <p:ph type="dt" sz="half" idx="16"/>
          </p:nvPr>
        </p:nvSpPr>
        <p:spPr/>
        <p:txBody>
          <a:bodyPr/>
          <a:lstStyle>
            <a:lvl1pPr>
              <a:lnSpc>
                <a:spcPct val="100000"/>
              </a:lnSpc>
              <a:defRPr/>
            </a:lvl1pPr>
          </a:lstStyle>
          <a:p>
            <a:endParaRPr lang="en-GB"/>
          </a:p>
        </p:txBody>
      </p:sp>
      <p:sp>
        <p:nvSpPr>
          <p:cNvPr id="10" name="Slide Number Placeholder 9">
            <a:extLst>
              <a:ext uri="{FF2B5EF4-FFF2-40B4-BE49-F238E27FC236}">
                <a16:creationId xmlns:a16="http://schemas.microsoft.com/office/drawing/2014/main" id="{D62F3963-DA4D-4494-BBE3-B9E276AB4C0D}"/>
              </a:ext>
            </a:extLst>
          </p:cNvPr>
          <p:cNvSpPr>
            <a:spLocks noGrp="1"/>
          </p:cNvSpPr>
          <p:nvPr>
            <p:ph type="sldNum" sz="quarter" idx="18"/>
          </p:nvPr>
        </p:nvSpPr>
        <p:spPr/>
        <p:txBody>
          <a:bodyPr/>
          <a:lstStyle>
            <a:lvl1pPr>
              <a:lnSpc>
                <a:spcPct val="100000"/>
              </a:lnSpc>
              <a:defRPr/>
            </a:lvl1pPr>
          </a:lstStyle>
          <a:p>
            <a:fld id="{F8E47D07-9D1E-4FE9-B31A-2F5863681021}" type="slidenum">
              <a:rPr lang="en-GB" smtClean="0"/>
              <a:pPr/>
              <a:t>‹#›</a:t>
            </a:fld>
            <a:endParaRPr lang="en-GB"/>
          </a:p>
        </p:txBody>
      </p:sp>
      <p:sp>
        <p:nvSpPr>
          <p:cNvPr id="8" name="Text Placeholder 96">
            <a:extLst>
              <a:ext uri="{FF2B5EF4-FFF2-40B4-BE49-F238E27FC236}">
                <a16:creationId xmlns:a16="http://schemas.microsoft.com/office/drawing/2014/main" id="{ADE2FC00-C8CB-4E19-BA1A-C2DF3D5D8C10}"/>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146677799"/>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Heading Lis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407987" y="2559050"/>
            <a:ext cx="5579311" cy="2876550"/>
          </a:xfrm>
          <a:noFill/>
          <a:ln>
            <a:solidFill>
              <a:schemeClr val="accent1"/>
            </a:solidFill>
          </a:ln>
        </p:spPr>
        <p:txBody>
          <a:bodyPr lIns="180000" tIns="180000" rIns="180000" bIns="180000">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lvl1pPr>
              <a:lnSpc>
                <a:spcPct val="100000"/>
              </a:lnSpc>
              <a:defRPr/>
            </a:lvl1pPr>
          </a:lstStyle>
          <a:p>
            <a:endParaRPr lang="en-GB"/>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408738" y="1741713"/>
            <a:ext cx="5579311"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6203200" y="2559050"/>
            <a:ext cx="5580280" cy="2876550"/>
          </a:xfrm>
          <a:noFill/>
          <a:ln>
            <a:solidFill>
              <a:schemeClr val="tx2"/>
            </a:solidFill>
          </a:ln>
        </p:spPr>
        <p:txBody>
          <a:bodyPr lIns="180000" tIns="180000" rIns="180000" bIns="180000">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6203951" y="1741713"/>
            <a:ext cx="5580280" cy="817200"/>
          </a:xfrm>
          <a:solidFill>
            <a:schemeClr val="tx2"/>
          </a:solidFill>
          <a:ln>
            <a:solidFill>
              <a:schemeClr val="tx2"/>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0" name="Text Placeholder 96">
            <a:extLst>
              <a:ext uri="{FF2B5EF4-FFF2-40B4-BE49-F238E27FC236}">
                <a16:creationId xmlns:a16="http://schemas.microsoft.com/office/drawing/2014/main" id="{2637D735-30A5-485A-99EE-308975B4856D}"/>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434220272"/>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guide id="3" pos="3772" userDrawn="1">
          <p15:clr>
            <a:srgbClr val="A4A3A4"/>
          </p15:clr>
        </p15:guide>
        <p15:guide id="4" pos="3908" userDrawn="1">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lumn Heading Lis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407987" y="2559050"/>
            <a:ext cx="3707649" cy="2876550"/>
          </a:xfrm>
          <a:noFill/>
          <a:ln>
            <a:solidFill>
              <a:schemeClr val="accent1"/>
            </a:solidFill>
          </a:ln>
        </p:spPr>
        <p:txBody>
          <a:bodyPr lIns="180000" tIns="180000" rIns="180000" bIns="180000">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408738" y="1741713"/>
            <a:ext cx="3707649"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4223586" y="2559050"/>
            <a:ext cx="3743325" cy="2876550"/>
          </a:xfrm>
          <a:noFill/>
          <a:ln>
            <a:solidFill>
              <a:schemeClr val="tx2"/>
            </a:solidFill>
          </a:ln>
        </p:spPr>
        <p:txBody>
          <a:bodyPr lIns="180000" tIns="180000" rIns="180000" bIns="180000">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4224337" y="1741713"/>
            <a:ext cx="3743325" cy="817200"/>
          </a:xfrm>
          <a:solidFill>
            <a:schemeClr val="tx2"/>
          </a:solidFill>
          <a:ln>
            <a:solidFill>
              <a:schemeClr val="tx2"/>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8074862" y="2559050"/>
            <a:ext cx="3709149" cy="2876550"/>
          </a:xfrm>
          <a:noFill/>
          <a:ln>
            <a:solidFill>
              <a:schemeClr val="accent6"/>
            </a:solidFill>
          </a:ln>
        </p:spPr>
        <p:txBody>
          <a:bodyPr lIns="180000" tIns="180000" rIns="180000" bIns="180000">
            <a:noAutofit/>
          </a:bodyPr>
          <a:lstStyle>
            <a:lvl1pPr>
              <a:lnSpc>
                <a:spcPct val="100000"/>
              </a:lnSpc>
              <a:defRPr>
                <a:solidFill>
                  <a:schemeClr val="tx1"/>
                </a:solidFill>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2" name="Text Placeholder 14">
            <a:extLst>
              <a:ext uri="{FF2B5EF4-FFF2-40B4-BE49-F238E27FC236}">
                <a16:creationId xmlns:a16="http://schemas.microsoft.com/office/drawing/2014/main" id="{489FFBF6-0D3D-4034-B412-EABCE7228008}"/>
              </a:ext>
            </a:extLst>
          </p:cNvPr>
          <p:cNvSpPr>
            <a:spLocks noGrp="1"/>
          </p:cNvSpPr>
          <p:nvPr>
            <p:ph type="body" sz="quarter" idx="19" hasCustomPrompt="1"/>
          </p:nvPr>
        </p:nvSpPr>
        <p:spPr>
          <a:xfrm>
            <a:off x="8075613" y="1741713"/>
            <a:ext cx="3709149" cy="817200"/>
          </a:xfrm>
          <a:solidFill>
            <a:schemeClr val="accent6"/>
          </a:solidFill>
          <a:ln>
            <a:solidFill>
              <a:schemeClr val="accent6"/>
            </a:solidFill>
          </a:ln>
        </p:spPr>
        <p:txBody>
          <a:bodyPr lIns="180000" rIns="180000" anchor="ctr" anchorCtr="0">
            <a:noAutofit/>
          </a:bodyPr>
          <a:lstStyle>
            <a:lvl1pPr marL="0" indent="0">
              <a:lnSpc>
                <a:spcPct val="100000"/>
              </a:lnSpc>
              <a:buNone/>
              <a:defRPr b="1">
                <a:solidFill>
                  <a:schemeClr val="tx1"/>
                </a:solidFill>
              </a:defRPr>
            </a:lvl1pPr>
            <a:lvl2pPr marL="0" indent="0">
              <a:buNone/>
              <a:defRPr/>
            </a:lvl2pPr>
          </a:lstStyle>
          <a:p>
            <a:pPr lvl="0"/>
            <a:r>
              <a:rPr lang="en-US"/>
              <a:t>Click to add heading</a:t>
            </a:r>
          </a:p>
        </p:txBody>
      </p:sp>
      <p:sp>
        <p:nvSpPr>
          <p:cNvPr id="6" name="Date Placeholder 5">
            <a:extLst>
              <a:ext uri="{FF2B5EF4-FFF2-40B4-BE49-F238E27FC236}">
                <a16:creationId xmlns:a16="http://schemas.microsoft.com/office/drawing/2014/main" id="{2004B821-BCFE-4694-8F07-82AA247F72F5}"/>
              </a:ext>
            </a:extLst>
          </p:cNvPr>
          <p:cNvSpPr>
            <a:spLocks noGrp="1"/>
          </p:cNvSpPr>
          <p:nvPr>
            <p:ph type="dt" sz="half" idx="2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879911E2-3D79-4D57-A4A5-99B310315A3A}"/>
              </a:ext>
            </a:extLst>
          </p:cNvPr>
          <p:cNvSpPr>
            <a:spLocks noGrp="1"/>
          </p:cNvSpPr>
          <p:nvPr>
            <p:ph type="sldNum" sz="quarter" idx="22"/>
          </p:nvPr>
        </p:nvSpPr>
        <p:spPr/>
        <p:txBody>
          <a:bodyPr/>
          <a:lstStyle>
            <a:lvl1pPr>
              <a:lnSpc>
                <a:spcPct val="100000"/>
              </a:lnSpc>
              <a:defRPr/>
            </a:lvl1pPr>
          </a:lstStyle>
          <a:p>
            <a:fld id="{F8E47D07-9D1E-4FE9-B31A-2F5863681021}" type="slidenum">
              <a:rPr lang="en-GB" smtClean="0"/>
              <a:pPr/>
              <a:t>‹#›</a:t>
            </a:fld>
            <a:endParaRPr lang="en-GB"/>
          </a:p>
        </p:txBody>
      </p:sp>
      <p:sp>
        <p:nvSpPr>
          <p:cNvPr id="12" name="Text Placeholder 96">
            <a:extLst>
              <a:ext uri="{FF2B5EF4-FFF2-40B4-BE49-F238E27FC236}">
                <a16:creationId xmlns:a16="http://schemas.microsoft.com/office/drawing/2014/main" id="{3693997A-5C93-43A3-8084-D3D97075252B}"/>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573269673"/>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guide id="3" pos="2593" userDrawn="1">
          <p15:clr>
            <a:srgbClr val="A4A3A4"/>
          </p15:clr>
        </p15:guide>
        <p15:guide id="4" pos="2661" userDrawn="1">
          <p15:clr>
            <a:srgbClr val="A4A3A4"/>
          </p15:clr>
        </p15:guide>
        <p15:guide id="5" pos="5019" userDrawn="1">
          <p15:clr>
            <a:srgbClr val="A4A3A4"/>
          </p15:clr>
        </p15:guide>
        <p15:guide id="6" pos="5087" userDrawn="1">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Column Heading Lis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407988" y="2559050"/>
            <a:ext cx="2771024" cy="2876550"/>
          </a:xfrm>
          <a:noFill/>
          <a:ln>
            <a:solidFill>
              <a:schemeClr val="accent1"/>
            </a:solidFill>
          </a:ln>
        </p:spPr>
        <p:txBody>
          <a:bodyPr lIns="180000" tIns="180000" rIns="180000" bIns="180000">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15" name="Text Placeholder 14">
            <a:extLst>
              <a:ext uri="{FF2B5EF4-FFF2-40B4-BE49-F238E27FC236}">
                <a16:creationId xmlns:a16="http://schemas.microsoft.com/office/drawing/2014/main" id="{2CAD35DC-4ECF-4C00-A17E-91E10762897F}"/>
              </a:ext>
            </a:extLst>
          </p:cNvPr>
          <p:cNvSpPr>
            <a:spLocks noGrp="1"/>
          </p:cNvSpPr>
          <p:nvPr>
            <p:ph type="body" sz="quarter" idx="13" hasCustomPrompt="1"/>
          </p:nvPr>
        </p:nvSpPr>
        <p:spPr>
          <a:xfrm>
            <a:off x="408739" y="1741713"/>
            <a:ext cx="2771024" cy="817200"/>
          </a:xfrm>
          <a:solidFill>
            <a:schemeClr val="accent1"/>
          </a:solidFill>
          <a:ln>
            <a:solidFill>
              <a:schemeClr val="accent1"/>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3286961" y="2559050"/>
            <a:ext cx="2771024" cy="2876550"/>
          </a:xfrm>
          <a:noFill/>
          <a:ln>
            <a:solidFill>
              <a:schemeClr val="tx2"/>
            </a:solidFill>
          </a:ln>
        </p:spPr>
        <p:txBody>
          <a:bodyPr lIns="180000" tIns="180000" rIns="180000" bIns="180000">
            <a:noAutofit/>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0" name="Text Placeholder 14">
            <a:extLst>
              <a:ext uri="{FF2B5EF4-FFF2-40B4-BE49-F238E27FC236}">
                <a16:creationId xmlns:a16="http://schemas.microsoft.com/office/drawing/2014/main" id="{A536223E-63F7-4E44-BC93-B6626BCFEB33}"/>
              </a:ext>
            </a:extLst>
          </p:cNvPr>
          <p:cNvSpPr>
            <a:spLocks noGrp="1"/>
          </p:cNvSpPr>
          <p:nvPr>
            <p:ph type="body" sz="quarter" idx="17" hasCustomPrompt="1"/>
          </p:nvPr>
        </p:nvSpPr>
        <p:spPr>
          <a:xfrm>
            <a:off x="3287712" y="1741713"/>
            <a:ext cx="2771024" cy="817200"/>
          </a:xfrm>
          <a:solidFill>
            <a:schemeClr val="tx2"/>
          </a:solidFill>
          <a:ln>
            <a:solidFill>
              <a:schemeClr val="tx2"/>
            </a:solidFill>
          </a:ln>
        </p:spPr>
        <p:txBody>
          <a:bodyPr lIns="180000" rIns="180000" anchor="ctr" anchorCtr="0">
            <a:noAutofit/>
          </a:bodyPr>
          <a:lstStyle>
            <a:lvl1pPr marL="0" indent="0">
              <a:lnSpc>
                <a:spcPct val="100000"/>
              </a:lnSpc>
              <a:buNone/>
              <a:defRPr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6132516" y="2559050"/>
            <a:ext cx="2771022" cy="2876550"/>
          </a:xfrm>
          <a:noFill/>
          <a:ln>
            <a:solidFill>
              <a:schemeClr val="accent6"/>
            </a:solidFill>
          </a:ln>
        </p:spPr>
        <p:txBody>
          <a:bodyPr lIns="180000" tIns="180000" rIns="180000" bIns="180000">
            <a:noAutofit/>
          </a:bodyPr>
          <a:lstStyle>
            <a:lvl1pPr>
              <a:lnSpc>
                <a:spcPct val="100000"/>
              </a:lnSpc>
              <a:defRPr>
                <a:solidFill>
                  <a:schemeClr val="tx1"/>
                </a:solidFill>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2" name="Text Placeholder 14">
            <a:extLst>
              <a:ext uri="{FF2B5EF4-FFF2-40B4-BE49-F238E27FC236}">
                <a16:creationId xmlns:a16="http://schemas.microsoft.com/office/drawing/2014/main" id="{489FFBF6-0D3D-4034-B412-EABCE7228008}"/>
              </a:ext>
            </a:extLst>
          </p:cNvPr>
          <p:cNvSpPr>
            <a:spLocks noGrp="1"/>
          </p:cNvSpPr>
          <p:nvPr>
            <p:ph type="body" sz="quarter" idx="19" hasCustomPrompt="1"/>
          </p:nvPr>
        </p:nvSpPr>
        <p:spPr>
          <a:xfrm>
            <a:off x="6133267" y="1741713"/>
            <a:ext cx="2771022" cy="817200"/>
          </a:xfrm>
          <a:solidFill>
            <a:schemeClr val="accent6"/>
          </a:solidFill>
          <a:ln>
            <a:solidFill>
              <a:schemeClr val="accent6"/>
            </a:solidFill>
          </a:ln>
        </p:spPr>
        <p:txBody>
          <a:bodyPr lIns="180000" rIns="180000" anchor="ctr" anchorCtr="0">
            <a:noAutofit/>
          </a:bodyPr>
          <a:lstStyle>
            <a:lvl1pPr marL="0" indent="0">
              <a:lnSpc>
                <a:spcPct val="100000"/>
              </a:lnSpc>
              <a:buNone/>
              <a:defRPr b="1">
                <a:solidFill>
                  <a:schemeClr val="tx1"/>
                </a:solidFill>
              </a:defRPr>
            </a:lvl1pPr>
            <a:lvl2pPr marL="0" indent="0">
              <a:buNone/>
              <a:defRPr/>
            </a:lvl2pPr>
          </a:lstStyle>
          <a:p>
            <a:pPr lvl="0"/>
            <a:r>
              <a:rPr lang="en-US"/>
              <a:t>Click to add heading</a:t>
            </a:r>
          </a:p>
        </p:txBody>
      </p:sp>
      <p:sp>
        <p:nvSpPr>
          <p:cNvPr id="23" name="Text Placeholder 17">
            <a:extLst>
              <a:ext uri="{FF2B5EF4-FFF2-40B4-BE49-F238E27FC236}">
                <a16:creationId xmlns:a16="http://schemas.microsoft.com/office/drawing/2014/main" id="{07483DBB-6AB3-44E8-B476-D691A6DD7796}"/>
              </a:ext>
            </a:extLst>
          </p:cNvPr>
          <p:cNvSpPr>
            <a:spLocks noGrp="1"/>
          </p:cNvSpPr>
          <p:nvPr>
            <p:ph type="body" sz="quarter" idx="20" hasCustomPrompt="1"/>
          </p:nvPr>
        </p:nvSpPr>
        <p:spPr>
          <a:xfrm>
            <a:off x="9011486" y="2559050"/>
            <a:ext cx="2771023" cy="2876550"/>
          </a:xfrm>
          <a:noFill/>
          <a:ln>
            <a:solidFill>
              <a:schemeClr val="accent5"/>
            </a:solidFill>
          </a:ln>
        </p:spPr>
        <p:txBody>
          <a:bodyPr lIns="180000" tIns="180000" rIns="180000" bIns="180000">
            <a:noAutofit/>
          </a:bodyPr>
          <a:lstStyle>
            <a:lvl1pPr>
              <a:lnSpc>
                <a:spcPct val="100000"/>
              </a:lnSpc>
              <a:defRPr>
                <a:solidFill>
                  <a:schemeClr val="tx1"/>
                </a:solidFill>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solidFill>
                  <a:schemeClr val="tx1"/>
                </a:solidFill>
              </a:defRPr>
            </a:lvl5pPr>
          </a:lstStyle>
          <a:p>
            <a:pPr lvl="0"/>
            <a:r>
              <a:rPr lang="en-US"/>
              <a:t>Click to add text</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4" name="Text Placeholder 14">
            <a:extLst>
              <a:ext uri="{FF2B5EF4-FFF2-40B4-BE49-F238E27FC236}">
                <a16:creationId xmlns:a16="http://schemas.microsoft.com/office/drawing/2014/main" id="{794F06B4-05CB-4425-B43C-90CDB77D4DCD}"/>
              </a:ext>
            </a:extLst>
          </p:cNvPr>
          <p:cNvSpPr>
            <a:spLocks noGrp="1"/>
          </p:cNvSpPr>
          <p:nvPr>
            <p:ph type="body" sz="quarter" idx="21" hasCustomPrompt="1"/>
          </p:nvPr>
        </p:nvSpPr>
        <p:spPr>
          <a:xfrm>
            <a:off x="9012237" y="1741713"/>
            <a:ext cx="2771023" cy="817200"/>
          </a:xfrm>
          <a:solidFill>
            <a:schemeClr val="accent5"/>
          </a:solidFill>
          <a:ln>
            <a:solidFill>
              <a:schemeClr val="accent5"/>
            </a:solidFill>
          </a:ln>
        </p:spPr>
        <p:txBody>
          <a:bodyPr lIns="180000" rIns="180000" anchor="ctr" anchorCtr="0">
            <a:noAutofit/>
          </a:bodyPr>
          <a:lstStyle>
            <a:lvl1pPr marL="0" indent="0">
              <a:lnSpc>
                <a:spcPct val="100000"/>
              </a:lnSpc>
              <a:buNone/>
              <a:defRPr b="1">
                <a:solidFill>
                  <a:schemeClr val="tx1"/>
                </a:solidFill>
              </a:defRPr>
            </a:lvl1pPr>
            <a:lvl2pPr marL="0" indent="0">
              <a:buNone/>
              <a:defRPr/>
            </a:lvl2pPr>
          </a:lstStyle>
          <a:p>
            <a:pPr lvl="0"/>
            <a:r>
              <a:rPr lang="en-US"/>
              <a:t>Click to add heading</a:t>
            </a:r>
          </a:p>
        </p:txBody>
      </p:sp>
      <p:sp>
        <p:nvSpPr>
          <p:cNvPr id="8" name="Date Placeholder 7">
            <a:extLst>
              <a:ext uri="{FF2B5EF4-FFF2-40B4-BE49-F238E27FC236}">
                <a16:creationId xmlns:a16="http://schemas.microsoft.com/office/drawing/2014/main" id="{5FDF1C59-75D3-4D44-AA6A-CE846344781C}"/>
              </a:ext>
            </a:extLst>
          </p:cNvPr>
          <p:cNvSpPr>
            <a:spLocks noGrp="1"/>
          </p:cNvSpPr>
          <p:nvPr>
            <p:ph type="dt" sz="half" idx="22"/>
          </p:nvPr>
        </p:nvSpPr>
        <p:spPr/>
        <p:txBody>
          <a:bodyPr/>
          <a:lstStyle>
            <a:lvl1pPr>
              <a:lnSpc>
                <a:spcPct val="100000"/>
              </a:lnSpc>
              <a:defRPr/>
            </a:lvl1pPr>
          </a:lstStyle>
          <a:p>
            <a:endParaRPr lang="en-GB"/>
          </a:p>
        </p:txBody>
      </p:sp>
      <p:sp>
        <p:nvSpPr>
          <p:cNvPr id="10" name="Slide Number Placeholder 9">
            <a:extLst>
              <a:ext uri="{FF2B5EF4-FFF2-40B4-BE49-F238E27FC236}">
                <a16:creationId xmlns:a16="http://schemas.microsoft.com/office/drawing/2014/main" id="{507ABD0A-0B79-498A-8135-71083AB527F3}"/>
              </a:ext>
            </a:extLst>
          </p:cNvPr>
          <p:cNvSpPr>
            <a:spLocks noGrp="1"/>
          </p:cNvSpPr>
          <p:nvPr>
            <p:ph type="sldNum" sz="quarter" idx="24"/>
          </p:nvPr>
        </p:nvSpPr>
        <p:spPr/>
        <p:txBody>
          <a:bodyPr/>
          <a:lstStyle>
            <a:lvl1pPr>
              <a:lnSpc>
                <a:spcPct val="100000"/>
              </a:lnSpc>
              <a:defRPr/>
            </a:lvl1pPr>
          </a:lstStyle>
          <a:p>
            <a:fld id="{F8E47D07-9D1E-4FE9-B31A-2F5863681021}" type="slidenum">
              <a:rPr lang="en-GB" smtClean="0"/>
              <a:pPr/>
              <a:t>‹#›</a:t>
            </a:fld>
            <a:endParaRPr lang="en-GB"/>
          </a:p>
        </p:txBody>
      </p:sp>
      <p:sp>
        <p:nvSpPr>
          <p:cNvPr id="14" name="Text Placeholder 96">
            <a:extLst>
              <a:ext uri="{FF2B5EF4-FFF2-40B4-BE49-F238E27FC236}">
                <a16:creationId xmlns:a16="http://schemas.microsoft.com/office/drawing/2014/main" id="{C19B5F97-DA6F-4D23-91EB-F783A1590A4A}"/>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202849257"/>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guide id="3" pos="2003" userDrawn="1">
          <p15:clr>
            <a:srgbClr val="A4A3A4"/>
          </p15:clr>
        </p15:guide>
        <p15:guide id="4" pos="2071" userDrawn="1">
          <p15:clr>
            <a:srgbClr val="A4A3A4"/>
          </p15:clr>
        </p15:guide>
        <p15:guide id="5" pos="5677" userDrawn="1">
          <p15:clr>
            <a:srgbClr val="A4A3A4"/>
          </p15:clr>
        </p15:guide>
        <p15:guide id="6" pos="5609" userDrawn="1">
          <p15:clr>
            <a:srgbClr val="A4A3A4"/>
          </p15:clr>
        </p15:guide>
        <p15:guide id="7" pos="3817" userDrawn="1">
          <p15:clr>
            <a:srgbClr val="A4A3A4"/>
          </p15:clr>
        </p15:guide>
        <p15:guide id="8" pos="3863" userDrawn="1">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2119DE88-5040-46B6-A93C-EC08F4730030}"/>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30359477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and Image in Len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591AE185-7FED-44AB-A9D9-33D6BC5FBBAD}"/>
              </a:ext>
            </a:extLst>
          </p:cNvPr>
          <p:cNvSpPr>
            <a:spLocks noGrp="1"/>
          </p:cNvSpPr>
          <p:nvPr>
            <p:ph type="pic" sz="quarter" idx="20" hasCustomPrompt="1"/>
          </p:nvPr>
        </p:nvSpPr>
        <p:spPr>
          <a:xfrm>
            <a:off x="6096001" y="1"/>
            <a:ext cx="6096001" cy="5693399"/>
          </a:xfrm>
          <a:custGeom>
            <a:avLst/>
            <a:gdLst>
              <a:gd name="connsiteX0" fmla="*/ 613929 w 6096001"/>
              <a:gd name="connsiteY0" fmla="*/ 0 h 5693399"/>
              <a:gd name="connsiteX1" fmla="*/ 6096001 w 6096001"/>
              <a:gd name="connsiteY1" fmla="*/ 0 h 5693399"/>
              <a:gd name="connsiteX2" fmla="*/ 6096001 w 6096001"/>
              <a:gd name="connsiteY2" fmla="*/ 4764882 h 5693399"/>
              <a:gd name="connsiteX3" fmla="*/ 5995011 w 6096001"/>
              <a:gd name="connsiteY3" fmla="*/ 4856669 h 5693399"/>
              <a:gd name="connsiteX4" fmla="*/ 3664224 w 6096001"/>
              <a:gd name="connsiteY4" fmla="*/ 5693399 h 5693399"/>
              <a:gd name="connsiteX5" fmla="*/ 0 w 6096001"/>
              <a:gd name="connsiteY5" fmla="*/ 2029175 h 5693399"/>
              <a:gd name="connsiteX6" fmla="*/ 442252 w 6096001"/>
              <a:gd name="connsiteY6" fmla="*/ 282588 h 5693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5693399">
                <a:moveTo>
                  <a:pt x="613929" y="0"/>
                </a:moveTo>
                <a:lnTo>
                  <a:pt x="6096001" y="0"/>
                </a:lnTo>
                <a:lnTo>
                  <a:pt x="6096001" y="4764882"/>
                </a:lnTo>
                <a:lnTo>
                  <a:pt x="5995011" y="4856669"/>
                </a:lnTo>
                <a:cubicBezTo>
                  <a:pt x="5361617" y="5379392"/>
                  <a:pt x="4549591" y="5693399"/>
                  <a:pt x="3664224" y="5693399"/>
                </a:cubicBezTo>
                <a:cubicBezTo>
                  <a:pt x="1640529" y="5693399"/>
                  <a:pt x="0" y="4052870"/>
                  <a:pt x="0" y="2029175"/>
                </a:cubicBezTo>
                <a:cubicBezTo>
                  <a:pt x="0" y="1396770"/>
                  <a:pt x="160208" y="801784"/>
                  <a:pt x="442252" y="282588"/>
                </a:cubicBezTo>
                <a:close/>
              </a:path>
            </a:pathLst>
          </a:custGeom>
          <a:solidFill>
            <a:schemeClr val="accent1"/>
          </a:solidFill>
        </p:spPr>
        <p:txBody>
          <a:bodyPr wrap="square" lIns="396000" tIns="432000" rIns="252000" bIns="648000" anchor="ctr" anchorCtr="0">
            <a:noAutofit/>
          </a:bodyPr>
          <a:lstStyle>
            <a:lvl1pPr marL="0" indent="0" algn="ctr">
              <a:lnSpc>
                <a:spcPct val="100000"/>
              </a:lnSpc>
              <a:buNone/>
              <a:defRPr sz="1600" b="1">
                <a:solidFill>
                  <a:schemeClr val="bg1"/>
                </a:solidFill>
              </a:defRPr>
            </a:lvl1pPr>
          </a:lstStyle>
          <a:p>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br>
              <a:rPr lang="en-US"/>
            </a:br>
            <a:br>
              <a:rPr lang="en-US"/>
            </a:br>
            <a:r>
              <a:rPr lang="en-US"/>
              <a:t> Your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404812"/>
            <a:ext cx="5630862" cy="1007427"/>
          </a:xfrm>
        </p:spPr>
        <p:txBody>
          <a:bodyPr anchor="b" anchorCtr="0"/>
          <a:lstStyle>
            <a:lvl1pPr>
              <a:lnSpc>
                <a:spcPct val="100000"/>
              </a:lnSpc>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12" name="Text Placeholder 11">
            <a:extLst>
              <a:ext uri="{FF2B5EF4-FFF2-40B4-BE49-F238E27FC236}">
                <a16:creationId xmlns:a16="http://schemas.microsoft.com/office/drawing/2014/main" id="{6F9CD076-13C6-4629-A44D-60CE2274E081}"/>
              </a:ext>
            </a:extLst>
          </p:cNvPr>
          <p:cNvSpPr>
            <a:spLocks noGrp="1"/>
          </p:cNvSpPr>
          <p:nvPr>
            <p:ph type="body" sz="quarter" idx="16" hasCustomPrompt="1"/>
          </p:nvPr>
        </p:nvSpPr>
        <p:spPr>
          <a:xfrm>
            <a:off x="407987" y="1741714"/>
            <a:ext cx="5630863" cy="765175"/>
          </a:xfrm>
          <a:prstGeom prst="rect">
            <a:avLst/>
          </a:prstGeom>
        </p:spPr>
        <p:txBody>
          <a:bodyPr anchor="b" anchorCtr="0"/>
          <a:lstStyle>
            <a:lvl1pPr marL="0" indent="0">
              <a:lnSpc>
                <a:spcPct val="100000"/>
              </a:lnSpc>
              <a:buNone/>
              <a:defRPr b="1">
                <a:solidFill>
                  <a:schemeClr val="accent1"/>
                </a:solidFill>
              </a:defRPr>
            </a:lvl1pPr>
            <a:lvl2pPr marL="0" indent="0">
              <a:buNone/>
              <a:defRPr/>
            </a:lvl2pPr>
          </a:lstStyle>
          <a:p>
            <a:pPr lvl="0"/>
            <a:r>
              <a:rPr lang="en-US"/>
              <a:t>Click to add heading</a:t>
            </a:r>
          </a:p>
        </p:txBody>
      </p:sp>
      <p:sp>
        <p:nvSpPr>
          <p:cNvPr id="4" name="Content Placeholder 3">
            <a:extLst>
              <a:ext uri="{FF2B5EF4-FFF2-40B4-BE49-F238E27FC236}">
                <a16:creationId xmlns:a16="http://schemas.microsoft.com/office/drawing/2014/main" id="{48A40151-B82D-47EF-9056-B4BE571D3090}"/>
              </a:ext>
            </a:extLst>
          </p:cNvPr>
          <p:cNvSpPr>
            <a:spLocks noGrp="1"/>
          </p:cNvSpPr>
          <p:nvPr>
            <p:ph sz="quarter" idx="19" hasCustomPrompt="1"/>
          </p:nvPr>
        </p:nvSpPr>
        <p:spPr>
          <a:xfrm>
            <a:off x="407987" y="2570163"/>
            <a:ext cx="5630862" cy="3438107"/>
          </a:xfrm>
          <a:prstGeom prst="rect">
            <a:avLst/>
          </a:prstGeom>
        </p:spPr>
        <p:txBody>
          <a:bodyPr/>
          <a:lstStyle>
            <a:lvl1pPr>
              <a:lnSpc>
                <a:spcPct val="100000"/>
              </a:lnSpc>
              <a:defRPr/>
            </a:lvl1pPr>
            <a:lvl2pPr marL="630900" indent="-342900">
              <a:lnSpc>
                <a:spcPct val="100000"/>
              </a:lnSpc>
              <a:defRPr lang="en-US" sz="2400" kern="120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9" name="Text Placeholder 96">
            <a:extLst>
              <a:ext uri="{FF2B5EF4-FFF2-40B4-BE49-F238E27FC236}">
                <a16:creationId xmlns:a16="http://schemas.microsoft.com/office/drawing/2014/main" id="{416731F4-F189-4DCC-AB0D-BFCE5BE61915}"/>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270398431"/>
      </p:ext>
    </p:extLst>
  </p:cSld>
  <p:clrMapOvr>
    <a:masterClrMapping/>
  </p:clrMapOvr>
  <p:extLst>
    <p:ext uri="{DCECCB84-F9BA-43D5-87BE-67443E8EF086}">
      <p15:sldGuideLst xmlns:p15="http://schemas.microsoft.com/office/powerpoint/2012/main">
        <p15:guide id="5" pos="3804">
          <p15:clr>
            <a:srgbClr val="A4A3A4"/>
          </p15:clr>
        </p15:guide>
        <p15:guide id="6" pos="3863">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 and Image in Le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2716357"/>
            <a:ext cx="5630862" cy="553998"/>
          </a:xfrm>
        </p:spPr>
        <p:txBody>
          <a:bodyPr anchor="b" anchorCtr="0">
            <a:spAutoFit/>
          </a:bodyPr>
          <a:lstStyle>
            <a:lvl1pPr>
              <a:lnSpc>
                <a:spcPct val="100000"/>
              </a:lnSpc>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4" name="Content Placeholder 3">
            <a:extLst>
              <a:ext uri="{FF2B5EF4-FFF2-40B4-BE49-F238E27FC236}">
                <a16:creationId xmlns:a16="http://schemas.microsoft.com/office/drawing/2014/main" id="{F0F231B6-1649-4FC7-9870-6F8BBC76458E}"/>
              </a:ext>
            </a:extLst>
          </p:cNvPr>
          <p:cNvSpPr>
            <a:spLocks noGrp="1"/>
          </p:cNvSpPr>
          <p:nvPr>
            <p:ph sz="quarter" idx="22" hasCustomPrompt="1"/>
          </p:nvPr>
        </p:nvSpPr>
        <p:spPr>
          <a:xfrm>
            <a:off x="6153150" y="3688079"/>
            <a:ext cx="5630863" cy="2341245"/>
          </a:xfrm>
          <a:prstGeom prst="rect">
            <a:avLst/>
          </a:prstGeom>
        </p:spPr>
        <p:txBody>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5" name="Content Placeholder 3">
            <a:extLst>
              <a:ext uri="{FF2B5EF4-FFF2-40B4-BE49-F238E27FC236}">
                <a16:creationId xmlns:a16="http://schemas.microsoft.com/office/drawing/2014/main" id="{D9E6E49B-9844-4F9B-9E49-C493B4AAE6D5}"/>
              </a:ext>
            </a:extLst>
          </p:cNvPr>
          <p:cNvSpPr>
            <a:spLocks noGrp="1"/>
          </p:cNvSpPr>
          <p:nvPr>
            <p:ph sz="quarter" idx="23" hasCustomPrompt="1"/>
          </p:nvPr>
        </p:nvSpPr>
        <p:spPr>
          <a:xfrm>
            <a:off x="407988" y="3688079"/>
            <a:ext cx="5630862" cy="2341245"/>
          </a:xfrm>
          <a:prstGeom prst="rect">
            <a:avLst/>
          </a:prstGeom>
        </p:spPr>
        <p:txBody>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17" name="Picture Placeholder 16">
            <a:extLst>
              <a:ext uri="{FF2B5EF4-FFF2-40B4-BE49-F238E27FC236}">
                <a16:creationId xmlns:a16="http://schemas.microsoft.com/office/drawing/2014/main" id="{D88EB634-77D7-4CDB-AE88-62FA9FC51B33}"/>
              </a:ext>
            </a:extLst>
          </p:cNvPr>
          <p:cNvSpPr>
            <a:spLocks noGrp="1"/>
          </p:cNvSpPr>
          <p:nvPr>
            <p:ph type="pic" sz="quarter" idx="20" hasCustomPrompt="1"/>
          </p:nvPr>
        </p:nvSpPr>
        <p:spPr>
          <a:xfrm>
            <a:off x="6873240" y="1"/>
            <a:ext cx="5318760" cy="3552079"/>
          </a:xfrm>
          <a:custGeom>
            <a:avLst/>
            <a:gdLst>
              <a:gd name="connsiteX0" fmla="*/ 20727 w 5318760"/>
              <a:gd name="connsiteY0" fmla="*/ 0 h 3552079"/>
              <a:gd name="connsiteX1" fmla="*/ 5318760 w 5318760"/>
              <a:gd name="connsiteY1" fmla="*/ 0 h 3552079"/>
              <a:gd name="connsiteX2" fmla="*/ 5318760 w 5318760"/>
              <a:gd name="connsiteY2" fmla="*/ 2741950 h 3552079"/>
              <a:gd name="connsiteX3" fmla="*/ 5230648 w 5318760"/>
              <a:gd name="connsiteY3" fmla="*/ 2822032 h 3552079"/>
              <a:gd name="connsiteX4" fmla="*/ 3197036 w 5318760"/>
              <a:gd name="connsiteY4" fmla="*/ 3552079 h 3552079"/>
              <a:gd name="connsiteX5" fmla="*/ 0 w 5318760"/>
              <a:gd name="connsiteY5" fmla="*/ 355043 h 3552079"/>
              <a:gd name="connsiteX6" fmla="*/ 6487 w 5318760"/>
              <a:gd name="connsiteY6" fmla="*/ 149723 h 355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18760" h="3552079">
                <a:moveTo>
                  <a:pt x="20727" y="0"/>
                </a:moveTo>
                <a:lnTo>
                  <a:pt x="5318760" y="0"/>
                </a:lnTo>
                <a:lnTo>
                  <a:pt x="5318760" y="2741950"/>
                </a:lnTo>
                <a:lnTo>
                  <a:pt x="5230648" y="2822032"/>
                </a:lnTo>
                <a:cubicBezTo>
                  <a:pt x="4678012" y="3278108"/>
                  <a:pt x="3969519" y="3552079"/>
                  <a:pt x="3197036" y="3552079"/>
                </a:cubicBezTo>
                <a:cubicBezTo>
                  <a:pt x="1431362" y="3552079"/>
                  <a:pt x="0" y="2120717"/>
                  <a:pt x="0" y="355043"/>
                </a:cubicBezTo>
                <a:cubicBezTo>
                  <a:pt x="0" y="286071"/>
                  <a:pt x="2184" y="217610"/>
                  <a:pt x="6487" y="149723"/>
                </a:cubicBezTo>
                <a:close/>
              </a:path>
            </a:pathLst>
          </a:custGeom>
          <a:solidFill>
            <a:schemeClr val="accent1"/>
          </a:solidFill>
        </p:spPr>
        <p:txBody>
          <a:bodyPr wrap="square" lIns="396000" tIns="0" rIns="252000" bIns="180000" anchor="ctr" anchorCtr="0">
            <a:noAutofit/>
          </a:bodyPr>
          <a:lstStyle>
            <a:lvl1pPr marL="0" indent="0" algn="ctr">
              <a:lnSpc>
                <a:spcPct val="100000"/>
              </a:lnSpc>
              <a:buNone/>
              <a:defRPr sz="1600" b="1">
                <a:solidFill>
                  <a:schemeClr val="bg1"/>
                </a:solidFill>
              </a:defRPr>
            </a:lvl1pPr>
          </a:lstStyle>
          <a:p>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r>
              <a:rPr lang="en-US"/>
              <a:t> Your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9" name="Text Placeholder 96">
            <a:extLst>
              <a:ext uri="{FF2B5EF4-FFF2-40B4-BE49-F238E27FC236}">
                <a16:creationId xmlns:a16="http://schemas.microsoft.com/office/drawing/2014/main" id="{08596668-B452-4684-9114-FD6480173A59}"/>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4233158680"/>
      </p:ext>
    </p:extLst>
  </p:cSld>
  <p:clrMapOvr>
    <a:masterClrMapping/>
  </p:clrMapOvr>
  <p:extLst>
    <p:ext uri="{DCECCB84-F9BA-43D5-87BE-67443E8EF086}">
      <p15:sldGuideLst xmlns:p15="http://schemas.microsoft.com/office/powerpoint/2012/main">
        <p15:guide id="5" pos="3804">
          <p15:clr>
            <a:srgbClr val="A4A3A4"/>
          </p15:clr>
        </p15:guide>
        <p15:guide id="6" pos="3876">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Column and Image in Le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2716357"/>
            <a:ext cx="5630862" cy="553998"/>
          </a:xfrm>
        </p:spPr>
        <p:txBody>
          <a:bodyPr anchor="b" anchorCtr="0">
            <a:spAutoFit/>
          </a:bodyPr>
          <a:lstStyle>
            <a:lvl1pPr>
              <a:lnSpc>
                <a:spcPct val="100000"/>
              </a:lnSpc>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3" name="Content Placeholder 3">
            <a:extLst>
              <a:ext uri="{FF2B5EF4-FFF2-40B4-BE49-F238E27FC236}">
                <a16:creationId xmlns:a16="http://schemas.microsoft.com/office/drawing/2014/main" id="{3959B661-E0AC-460F-8B80-1D7A0DE584D0}"/>
              </a:ext>
            </a:extLst>
          </p:cNvPr>
          <p:cNvSpPr>
            <a:spLocks noGrp="1"/>
          </p:cNvSpPr>
          <p:nvPr>
            <p:ph sz="quarter" idx="21" hasCustomPrompt="1"/>
          </p:nvPr>
        </p:nvSpPr>
        <p:spPr>
          <a:xfrm>
            <a:off x="4243391" y="3688079"/>
            <a:ext cx="3708397" cy="2341245"/>
          </a:xfrm>
          <a:prstGeom prst="rect">
            <a:avLst/>
          </a:prstGeom>
        </p:spPr>
        <p:txBody>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4" name="Content Placeholder 3">
            <a:extLst>
              <a:ext uri="{FF2B5EF4-FFF2-40B4-BE49-F238E27FC236}">
                <a16:creationId xmlns:a16="http://schemas.microsoft.com/office/drawing/2014/main" id="{F0F231B6-1649-4FC7-9870-6F8BBC76458E}"/>
              </a:ext>
            </a:extLst>
          </p:cNvPr>
          <p:cNvSpPr>
            <a:spLocks noGrp="1"/>
          </p:cNvSpPr>
          <p:nvPr>
            <p:ph sz="quarter" idx="22" hasCustomPrompt="1"/>
          </p:nvPr>
        </p:nvSpPr>
        <p:spPr>
          <a:xfrm>
            <a:off x="407988" y="3688079"/>
            <a:ext cx="3714750" cy="2341245"/>
          </a:xfrm>
          <a:prstGeom prst="rect">
            <a:avLst/>
          </a:prstGeom>
        </p:spPr>
        <p:txBody>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25" name="Content Placeholder 3">
            <a:extLst>
              <a:ext uri="{FF2B5EF4-FFF2-40B4-BE49-F238E27FC236}">
                <a16:creationId xmlns:a16="http://schemas.microsoft.com/office/drawing/2014/main" id="{D9E6E49B-9844-4F9B-9E49-C493B4AAE6D5}"/>
              </a:ext>
            </a:extLst>
          </p:cNvPr>
          <p:cNvSpPr>
            <a:spLocks noGrp="1"/>
          </p:cNvSpPr>
          <p:nvPr>
            <p:ph sz="quarter" idx="23" hasCustomPrompt="1"/>
          </p:nvPr>
        </p:nvSpPr>
        <p:spPr>
          <a:xfrm>
            <a:off x="8072441" y="3688079"/>
            <a:ext cx="3716337" cy="2341245"/>
          </a:xfrm>
          <a:prstGeom prst="rect">
            <a:avLst/>
          </a:prstGeom>
        </p:spPr>
        <p:txBody>
          <a:bodyPr/>
          <a:lstStyle>
            <a:lvl1pPr>
              <a:lnSpc>
                <a:spcPct val="100000"/>
              </a:lnSpc>
              <a:defRPr/>
            </a:lvl1pPr>
            <a:lvl2pPr marL="630900" indent="-342900">
              <a:lnSpc>
                <a:spcPct val="100000"/>
              </a:lnSpc>
              <a:defRPr lang="en-US" sz="2400" kern="1200" dirty="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17" name="Picture Placeholder 16">
            <a:extLst>
              <a:ext uri="{FF2B5EF4-FFF2-40B4-BE49-F238E27FC236}">
                <a16:creationId xmlns:a16="http://schemas.microsoft.com/office/drawing/2014/main" id="{D88EB634-77D7-4CDB-AE88-62FA9FC51B33}"/>
              </a:ext>
            </a:extLst>
          </p:cNvPr>
          <p:cNvSpPr>
            <a:spLocks noGrp="1"/>
          </p:cNvSpPr>
          <p:nvPr>
            <p:ph type="pic" sz="quarter" idx="20" hasCustomPrompt="1"/>
          </p:nvPr>
        </p:nvSpPr>
        <p:spPr>
          <a:xfrm>
            <a:off x="6873240" y="1"/>
            <a:ext cx="5318760" cy="3552079"/>
          </a:xfrm>
          <a:custGeom>
            <a:avLst/>
            <a:gdLst>
              <a:gd name="connsiteX0" fmla="*/ 20727 w 5318760"/>
              <a:gd name="connsiteY0" fmla="*/ 0 h 3552079"/>
              <a:gd name="connsiteX1" fmla="*/ 5318760 w 5318760"/>
              <a:gd name="connsiteY1" fmla="*/ 0 h 3552079"/>
              <a:gd name="connsiteX2" fmla="*/ 5318760 w 5318760"/>
              <a:gd name="connsiteY2" fmla="*/ 2741950 h 3552079"/>
              <a:gd name="connsiteX3" fmla="*/ 5230648 w 5318760"/>
              <a:gd name="connsiteY3" fmla="*/ 2822032 h 3552079"/>
              <a:gd name="connsiteX4" fmla="*/ 3197036 w 5318760"/>
              <a:gd name="connsiteY4" fmla="*/ 3552079 h 3552079"/>
              <a:gd name="connsiteX5" fmla="*/ 0 w 5318760"/>
              <a:gd name="connsiteY5" fmla="*/ 355043 h 3552079"/>
              <a:gd name="connsiteX6" fmla="*/ 6487 w 5318760"/>
              <a:gd name="connsiteY6" fmla="*/ 149723 h 355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18760" h="3552079">
                <a:moveTo>
                  <a:pt x="20727" y="0"/>
                </a:moveTo>
                <a:lnTo>
                  <a:pt x="5318760" y="0"/>
                </a:lnTo>
                <a:lnTo>
                  <a:pt x="5318760" y="2741950"/>
                </a:lnTo>
                <a:lnTo>
                  <a:pt x="5230648" y="2822032"/>
                </a:lnTo>
                <a:cubicBezTo>
                  <a:pt x="4678012" y="3278108"/>
                  <a:pt x="3969519" y="3552079"/>
                  <a:pt x="3197036" y="3552079"/>
                </a:cubicBezTo>
                <a:cubicBezTo>
                  <a:pt x="1431362" y="3552079"/>
                  <a:pt x="0" y="2120717"/>
                  <a:pt x="0" y="355043"/>
                </a:cubicBezTo>
                <a:cubicBezTo>
                  <a:pt x="0" y="286071"/>
                  <a:pt x="2184" y="217610"/>
                  <a:pt x="6487" y="149723"/>
                </a:cubicBezTo>
                <a:close/>
              </a:path>
            </a:pathLst>
          </a:custGeom>
          <a:solidFill>
            <a:schemeClr val="accent1"/>
          </a:solidFill>
        </p:spPr>
        <p:txBody>
          <a:bodyPr wrap="square" lIns="396000" tIns="0" rIns="252000" bIns="180000" anchor="ctr" anchorCtr="0">
            <a:noAutofit/>
          </a:bodyPr>
          <a:lstStyle>
            <a:lvl1pPr marL="0" indent="0" algn="ctr">
              <a:lnSpc>
                <a:spcPct val="100000"/>
              </a:lnSpc>
              <a:buNone/>
              <a:defRPr sz="1600" b="1">
                <a:solidFill>
                  <a:schemeClr val="bg1"/>
                </a:solidFill>
              </a:defRPr>
            </a:lvl1pPr>
          </a:lstStyle>
          <a:p>
            <a:r>
              <a:rPr lang="en-US"/>
              <a:t>_______________________________</a:t>
            </a:r>
            <a:br>
              <a:rPr lang="en-US"/>
            </a:br>
            <a:br>
              <a:rPr lang="en-US"/>
            </a:br>
            <a:r>
              <a:rPr lang="en-US"/>
              <a:t>To add an image here: </a:t>
            </a:r>
            <a:br>
              <a:rPr lang="en-US"/>
            </a:br>
            <a:r>
              <a:rPr lang="en-US"/>
              <a:t>Click the icon and select Brand Pictures, </a:t>
            </a:r>
            <a:br>
              <a:rPr lang="en-US"/>
            </a:br>
            <a:r>
              <a:rPr lang="en-US"/>
              <a:t>or insert a file from your computer.</a:t>
            </a:r>
            <a:br>
              <a:rPr lang="en-US"/>
            </a:br>
            <a:br>
              <a:rPr lang="en-US"/>
            </a:br>
            <a:r>
              <a:rPr lang="en-US"/>
              <a:t> Your image can then be scaled within </a:t>
            </a:r>
            <a:br>
              <a:rPr lang="en-US"/>
            </a:br>
            <a:r>
              <a:rPr lang="en-US"/>
              <a:t>the frame by using the Crop feature in </a:t>
            </a:r>
            <a:br>
              <a:rPr lang="en-US"/>
            </a:br>
            <a:r>
              <a:rPr lang="en-US"/>
              <a:t>the Picture Format tab of the ribbon.</a:t>
            </a:r>
            <a:br>
              <a:rPr lang="en-US"/>
            </a:br>
            <a:r>
              <a:rPr lang="en-US"/>
              <a:t>_______________________________</a:t>
            </a:r>
          </a:p>
        </p:txBody>
      </p:sp>
      <p:sp>
        <p:nvSpPr>
          <p:cNvPr id="10" name="Text Placeholder 96">
            <a:extLst>
              <a:ext uri="{FF2B5EF4-FFF2-40B4-BE49-F238E27FC236}">
                <a16:creationId xmlns:a16="http://schemas.microsoft.com/office/drawing/2014/main" id="{B863F956-22D4-4C3A-A009-E80F1E169DCD}"/>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 </a:t>
            </a:r>
          </a:p>
        </p:txBody>
      </p:sp>
    </p:spTree>
    <p:custDataLst>
      <p:tags r:id="rId1"/>
    </p:custDataLst>
    <p:extLst>
      <p:ext uri="{BB962C8B-B14F-4D97-AF65-F5344CB8AC3E}">
        <p14:creationId xmlns:p14="http://schemas.microsoft.com/office/powerpoint/2010/main" val="1300155121"/>
      </p:ext>
    </p:extLst>
  </p:cSld>
  <p:clrMapOvr>
    <a:masterClrMapping/>
  </p:clrMapOvr>
  <p:extLst>
    <p:ext uri="{DCECCB84-F9BA-43D5-87BE-67443E8EF086}">
      <p15:sldGuideLst xmlns:p15="http://schemas.microsoft.com/office/powerpoint/2012/main">
        <p15:guide id="3" pos="2598">
          <p15:clr>
            <a:srgbClr val="A4A3A4"/>
          </p15:clr>
        </p15:guide>
        <p15:guide id="4" pos="2669">
          <p15:clr>
            <a:srgbClr val="A4A3A4"/>
          </p15:clr>
        </p15:guide>
        <p15:guide id="7" pos="5009">
          <p15:clr>
            <a:srgbClr val="A4A3A4"/>
          </p15:clr>
        </p15:guide>
        <p15:guide id="8" pos="5082">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 Imag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1878CEE-058E-4CA0-A804-58BE7BD4CE9F}"/>
              </a:ext>
            </a:extLst>
          </p:cNvPr>
          <p:cNvSpPr>
            <a:spLocks noGrp="1"/>
          </p:cNvSpPr>
          <p:nvPr>
            <p:ph type="pic" sz="quarter" idx="20" hasCustomPrompt="1"/>
          </p:nvPr>
        </p:nvSpPr>
        <p:spPr>
          <a:xfrm>
            <a:off x="1" y="0"/>
            <a:ext cx="4622041" cy="6858000"/>
          </a:xfrm>
          <a:custGeom>
            <a:avLst/>
            <a:gdLst>
              <a:gd name="connsiteX0" fmla="*/ 0 w 4622041"/>
              <a:gd name="connsiteY0" fmla="*/ 0 h 6858000"/>
              <a:gd name="connsiteX1" fmla="*/ 1524909 w 4622041"/>
              <a:gd name="connsiteY1" fmla="*/ 0 h 6858000"/>
              <a:gd name="connsiteX2" fmla="*/ 3181350 w 4622041"/>
              <a:gd name="connsiteY2" fmla="*/ 0 h 6858000"/>
              <a:gd name="connsiteX3" fmla="*/ 3848100 w 4622041"/>
              <a:gd name="connsiteY3" fmla="*/ 0 h 6858000"/>
              <a:gd name="connsiteX4" fmla="*/ 4203480 w 4622041"/>
              <a:gd name="connsiteY4" fmla="*/ 0 h 6858000"/>
              <a:gd name="connsiteX5" fmla="*/ 4622041 w 4622041"/>
              <a:gd name="connsiteY5" fmla="*/ 0 h 6858000"/>
              <a:gd name="connsiteX6" fmla="*/ 4491391 w 4622041"/>
              <a:gd name="connsiteY6" fmla="*/ 203795 h 6858000"/>
              <a:gd name="connsiteX7" fmla="*/ 3590925 w 4622041"/>
              <a:gd name="connsiteY7" fmla="*/ 3429000 h 6858000"/>
              <a:gd name="connsiteX8" fmla="*/ 4491391 w 4622041"/>
              <a:gd name="connsiteY8" fmla="*/ 6654205 h 6858000"/>
              <a:gd name="connsiteX9" fmla="*/ 4622041 w 4622041"/>
              <a:gd name="connsiteY9" fmla="*/ 6858000 h 6858000"/>
              <a:gd name="connsiteX10" fmla="*/ 4452454 w 4622041"/>
              <a:gd name="connsiteY10" fmla="*/ 6858000 h 6858000"/>
              <a:gd name="connsiteX11" fmla="*/ 3848100 w 4622041"/>
              <a:gd name="connsiteY11" fmla="*/ 6858000 h 6858000"/>
              <a:gd name="connsiteX12" fmla="*/ 3181350 w 4622041"/>
              <a:gd name="connsiteY12" fmla="*/ 6858000 h 6858000"/>
              <a:gd name="connsiteX13" fmla="*/ 1275934 w 4622041"/>
              <a:gd name="connsiteY13" fmla="*/ 6858000 h 6858000"/>
              <a:gd name="connsiteX14" fmla="*/ 0 w 4622041"/>
              <a:gd name="connsiteY14" fmla="*/ 6858000 h 6858000"/>
              <a:gd name="connsiteX15" fmla="*/ 0 w 4622041"/>
              <a:gd name="connsiteY15" fmla="*/ 5860486 h 6858000"/>
              <a:gd name="connsiteX16" fmla="*/ 0 w 4622041"/>
              <a:gd name="connsiteY16" fmla="*/ 11044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2041" h="6858000">
                <a:moveTo>
                  <a:pt x="0" y="0"/>
                </a:moveTo>
                <a:lnTo>
                  <a:pt x="1524909" y="0"/>
                </a:lnTo>
                <a:lnTo>
                  <a:pt x="3181350" y="0"/>
                </a:lnTo>
                <a:lnTo>
                  <a:pt x="3848100" y="0"/>
                </a:lnTo>
                <a:lnTo>
                  <a:pt x="4203480" y="0"/>
                </a:lnTo>
                <a:lnTo>
                  <a:pt x="4622041" y="0"/>
                </a:lnTo>
                <a:lnTo>
                  <a:pt x="4491391" y="203795"/>
                </a:lnTo>
                <a:cubicBezTo>
                  <a:pt x="3919978" y="1144214"/>
                  <a:pt x="3590925" y="2248180"/>
                  <a:pt x="3590925" y="3429000"/>
                </a:cubicBezTo>
                <a:cubicBezTo>
                  <a:pt x="3590925" y="4609821"/>
                  <a:pt x="3919978" y="5713787"/>
                  <a:pt x="4491391" y="6654205"/>
                </a:cubicBezTo>
                <a:lnTo>
                  <a:pt x="4622041" y="6858000"/>
                </a:lnTo>
                <a:lnTo>
                  <a:pt x="4452454" y="6858000"/>
                </a:lnTo>
                <a:lnTo>
                  <a:pt x="3848100" y="6858000"/>
                </a:lnTo>
                <a:lnTo>
                  <a:pt x="3181350" y="6858000"/>
                </a:lnTo>
                <a:lnTo>
                  <a:pt x="1275934" y="6858000"/>
                </a:lnTo>
                <a:lnTo>
                  <a:pt x="0" y="6858000"/>
                </a:lnTo>
                <a:lnTo>
                  <a:pt x="0" y="5860486"/>
                </a:lnTo>
                <a:lnTo>
                  <a:pt x="0" y="1104402"/>
                </a:lnTo>
                <a:close/>
              </a:path>
            </a:pathLst>
          </a:custGeom>
          <a:solidFill>
            <a:schemeClr val="accent1"/>
          </a:solidFill>
        </p:spPr>
        <p:txBody>
          <a:bodyPr vert="horz" wrap="square" lIns="396000" tIns="612000" rIns="576000" bIns="648000" rtlCol="0" anchor="ctr" anchorCtr="0">
            <a:noAutofit/>
          </a:bodyPr>
          <a:lstStyle>
            <a:lvl1pPr marL="0" indent="0" algn="l">
              <a:lnSpc>
                <a:spcPct val="100000"/>
              </a:lnSpc>
              <a:buNone/>
              <a:defRPr lang="en-US" sz="1600" b="1" dirty="0">
                <a:solidFill>
                  <a:schemeClr val="bg1"/>
                </a:solidFill>
              </a:defRPr>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2" name="Title 1">
            <a:extLst>
              <a:ext uri="{FF2B5EF4-FFF2-40B4-BE49-F238E27FC236}">
                <a16:creationId xmlns:a16="http://schemas.microsoft.com/office/drawing/2014/main" id="{F21FB789-D2DE-40CF-B66E-05E9E8302D6B}"/>
              </a:ext>
            </a:extLst>
          </p:cNvPr>
          <p:cNvSpPr>
            <a:spLocks noGrp="1"/>
          </p:cNvSpPr>
          <p:nvPr>
            <p:ph type="title" hasCustomPrompt="1"/>
          </p:nvPr>
        </p:nvSpPr>
        <p:spPr>
          <a:xfrm>
            <a:off x="4499428" y="404812"/>
            <a:ext cx="7284584" cy="1017588"/>
          </a:xfrm>
        </p:spPr>
        <p:txBody>
          <a:bodyPr anchor="b" anchorCtr="0"/>
          <a:lstStyle>
            <a:lvl1pPr>
              <a:lnSpc>
                <a:spcPct val="100000"/>
              </a:lnSpc>
              <a:defRPr/>
            </a:lvl1pPr>
          </a:lstStyle>
          <a:p>
            <a:r>
              <a:rPr lang="en-US"/>
              <a:t>Click to enter title here</a:t>
            </a:r>
          </a:p>
        </p:txBody>
      </p:sp>
      <p:sp>
        <p:nvSpPr>
          <p:cNvPr id="11" name="Content Placeholder 3">
            <a:extLst>
              <a:ext uri="{FF2B5EF4-FFF2-40B4-BE49-F238E27FC236}">
                <a16:creationId xmlns:a16="http://schemas.microsoft.com/office/drawing/2014/main" id="{76875AC1-186F-4F1F-B7EF-24D7150A24FB}"/>
              </a:ext>
            </a:extLst>
          </p:cNvPr>
          <p:cNvSpPr>
            <a:spLocks noGrp="1"/>
          </p:cNvSpPr>
          <p:nvPr>
            <p:ph sz="quarter" idx="19" hasCustomPrompt="1"/>
          </p:nvPr>
        </p:nvSpPr>
        <p:spPr>
          <a:xfrm>
            <a:off x="4499429" y="1557339"/>
            <a:ext cx="7284584" cy="3878262"/>
          </a:xfrm>
          <a:prstGeom prst="rect">
            <a:avLst/>
          </a:prstGeom>
        </p:spPr>
        <p:txBody>
          <a:bodyPr lIns="0" rIns="0"/>
          <a:lstStyle>
            <a:lvl1pPr>
              <a:lnSpc>
                <a:spcPct val="100000"/>
              </a:lnSpc>
              <a:defRPr/>
            </a:lvl1pPr>
            <a:lvl2pPr marL="630900" indent="-342900">
              <a:lnSpc>
                <a:spcPct val="100000"/>
              </a:lnSpc>
              <a:defRPr lang="en-US" sz="2400" kern="120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6" name="Date Placeholder 5">
            <a:extLst>
              <a:ext uri="{FF2B5EF4-FFF2-40B4-BE49-F238E27FC236}">
                <a16:creationId xmlns:a16="http://schemas.microsoft.com/office/drawing/2014/main" id="{184B23E2-5E06-49DB-8204-880C851063B7}"/>
              </a:ext>
            </a:extLst>
          </p:cNvPr>
          <p:cNvSpPr>
            <a:spLocks noGrp="1"/>
          </p:cNvSpPr>
          <p:nvPr>
            <p:ph type="dt" sz="half" idx="21"/>
          </p:nvPr>
        </p:nvSpPr>
        <p:spPr/>
        <p:txBody>
          <a:bodyPr/>
          <a:lstStyle>
            <a:lvl1pPr>
              <a:lnSpc>
                <a:spcPct val="100000"/>
              </a:lnSpc>
              <a:defRPr/>
            </a:lvl1pPr>
          </a:lstStyle>
          <a:p>
            <a:endParaRPr lang="en-GB"/>
          </a:p>
        </p:txBody>
      </p:sp>
      <p:sp>
        <p:nvSpPr>
          <p:cNvPr id="8" name="Slide Number Placeholder 7">
            <a:extLst>
              <a:ext uri="{FF2B5EF4-FFF2-40B4-BE49-F238E27FC236}">
                <a16:creationId xmlns:a16="http://schemas.microsoft.com/office/drawing/2014/main" id="{E7097FB9-E2D3-4E4F-B628-163A151D14B3}"/>
              </a:ext>
            </a:extLst>
          </p:cNvPr>
          <p:cNvSpPr>
            <a:spLocks noGrp="1"/>
          </p:cNvSpPr>
          <p:nvPr>
            <p:ph type="sldNum" sz="quarter" idx="23"/>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9" name="Text Placeholder 96">
            <a:extLst>
              <a:ext uri="{FF2B5EF4-FFF2-40B4-BE49-F238E27FC236}">
                <a16:creationId xmlns:a16="http://schemas.microsoft.com/office/drawing/2014/main" id="{1DDC5128-F40F-4587-ABA6-C65DA8D4F347}"/>
              </a:ext>
            </a:extLst>
          </p:cNvPr>
          <p:cNvSpPr>
            <a:spLocks noGrp="1"/>
          </p:cNvSpPr>
          <p:nvPr>
            <p:ph type="body" sz="quarter" idx="111" hasCustomPrompt="1"/>
          </p:nvPr>
        </p:nvSpPr>
        <p:spPr>
          <a:xfrm>
            <a:off x="4475163" y="5435602"/>
            <a:ext cx="7308850" cy="765173"/>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490321546"/>
      </p:ext>
    </p:extLst>
  </p:cSld>
  <p:clrMapOvr>
    <a:masterClrMapping/>
  </p:clrMapOvr>
  <p:extLst>
    <p:ext uri="{DCECCB84-F9BA-43D5-87BE-67443E8EF086}">
      <p15:sldGuideLst xmlns:p15="http://schemas.microsoft.com/office/powerpoint/2012/main">
        <p15:guide id="1" pos="2819" userDrawn="1">
          <p15:clr>
            <a:srgbClr val="A4A3A4"/>
          </p15:clr>
        </p15:guide>
        <p15:guide id="2" orient="horz" pos="890" userDrawn="1">
          <p15:clr>
            <a:srgbClr val="A4A3A4"/>
          </p15:clr>
        </p15:guide>
        <p15:guide id="3" orient="horz" pos="981" userDrawn="1">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3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AD9F5C2-E3CA-4137-B291-3F738B45F561}"/>
              </a:ext>
            </a:extLst>
          </p:cNvPr>
          <p:cNvSpPr>
            <a:spLocks noGrp="1"/>
          </p:cNvSpPr>
          <p:nvPr>
            <p:ph type="pic" sz="quarter" idx="21" hasCustomPrompt="1"/>
          </p:nvPr>
        </p:nvSpPr>
        <p:spPr>
          <a:xfrm>
            <a:off x="1" y="0"/>
            <a:ext cx="7020377" cy="6858000"/>
          </a:xfrm>
          <a:custGeom>
            <a:avLst/>
            <a:gdLst>
              <a:gd name="connsiteX0" fmla="*/ 0 w 7020377"/>
              <a:gd name="connsiteY0" fmla="*/ 0 h 6858000"/>
              <a:gd name="connsiteX1" fmla="*/ 1524909 w 7020377"/>
              <a:gd name="connsiteY1" fmla="*/ 0 h 6858000"/>
              <a:gd name="connsiteX2" fmla="*/ 2398336 w 7020377"/>
              <a:gd name="connsiteY2" fmla="*/ 0 h 6858000"/>
              <a:gd name="connsiteX3" fmla="*/ 3120570 w 7020377"/>
              <a:gd name="connsiteY3" fmla="*/ 0 h 6858000"/>
              <a:gd name="connsiteX4" fmla="*/ 3181350 w 7020377"/>
              <a:gd name="connsiteY4" fmla="*/ 0 h 6858000"/>
              <a:gd name="connsiteX5" fmla="*/ 3848100 w 7020377"/>
              <a:gd name="connsiteY5" fmla="*/ 0 h 6858000"/>
              <a:gd name="connsiteX6" fmla="*/ 3923245 w 7020377"/>
              <a:gd name="connsiteY6" fmla="*/ 0 h 6858000"/>
              <a:gd name="connsiteX7" fmla="*/ 4203480 w 7020377"/>
              <a:gd name="connsiteY7" fmla="*/ 0 h 6858000"/>
              <a:gd name="connsiteX8" fmla="*/ 4622041 w 7020377"/>
              <a:gd name="connsiteY8" fmla="*/ 0 h 6858000"/>
              <a:gd name="connsiteX9" fmla="*/ 5579686 w 7020377"/>
              <a:gd name="connsiteY9" fmla="*/ 0 h 6858000"/>
              <a:gd name="connsiteX10" fmla="*/ 6246436 w 7020377"/>
              <a:gd name="connsiteY10" fmla="*/ 0 h 6858000"/>
              <a:gd name="connsiteX11" fmla="*/ 6601816 w 7020377"/>
              <a:gd name="connsiteY11" fmla="*/ 0 h 6858000"/>
              <a:gd name="connsiteX12" fmla="*/ 7020377 w 7020377"/>
              <a:gd name="connsiteY12" fmla="*/ 0 h 6858000"/>
              <a:gd name="connsiteX13" fmla="*/ 6889727 w 7020377"/>
              <a:gd name="connsiteY13" fmla="*/ 203795 h 6858000"/>
              <a:gd name="connsiteX14" fmla="*/ 5989261 w 7020377"/>
              <a:gd name="connsiteY14" fmla="*/ 3429000 h 6858000"/>
              <a:gd name="connsiteX15" fmla="*/ 6889727 w 7020377"/>
              <a:gd name="connsiteY15" fmla="*/ 6654205 h 6858000"/>
              <a:gd name="connsiteX16" fmla="*/ 7020377 w 7020377"/>
              <a:gd name="connsiteY16" fmla="*/ 6858000 h 6858000"/>
              <a:gd name="connsiteX17" fmla="*/ 6850790 w 7020377"/>
              <a:gd name="connsiteY17" fmla="*/ 6858000 h 6858000"/>
              <a:gd name="connsiteX18" fmla="*/ 6246436 w 7020377"/>
              <a:gd name="connsiteY18" fmla="*/ 6858000 h 6858000"/>
              <a:gd name="connsiteX19" fmla="*/ 5579686 w 7020377"/>
              <a:gd name="connsiteY19" fmla="*/ 6858000 h 6858000"/>
              <a:gd name="connsiteX20" fmla="*/ 4622041 w 7020377"/>
              <a:gd name="connsiteY20" fmla="*/ 6858000 h 6858000"/>
              <a:gd name="connsiteX21" fmla="*/ 4452454 w 7020377"/>
              <a:gd name="connsiteY21" fmla="*/ 6858000 h 6858000"/>
              <a:gd name="connsiteX22" fmla="*/ 3848100 w 7020377"/>
              <a:gd name="connsiteY22" fmla="*/ 6858000 h 6858000"/>
              <a:gd name="connsiteX23" fmla="*/ 3674270 w 7020377"/>
              <a:gd name="connsiteY23" fmla="*/ 6858000 h 6858000"/>
              <a:gd name="connsiteX24" fmla="*/ 3181350 w 7020377"/>
              <a:gd name="connsiteY24" fmla="*/ 6858000 h 6858000"/>
              <a:gd name="connsiteX25" fmla="*/ 3120570 w 7020377"/>
              <a:gd name="connsiteY25" fmla="*/ 6858000 h 6858000"/>
              <a:gd name="connsiteX26" fmla="*/ 2398336 w 7020377"/>
              <a:gd name="connsiteY26" fmla="*/ 6858000 h 6858000"/>
              <a:gd name="connsiteX27" fmla="*/ 1275934 w 7020377"/>
              <a:gd name="connsiteY27" fmla="*/ 6858000 h 6858000"/>
              <a:gd name="connsiteX28" fmla="*/ 0 w 7020377"/>
              <a:gd name="connsiteY28" fmla="*/ 6858000 h 6858000"/>
              <a:gd name="connsiteX29" fmla="*/ 0 w 7020377"/>
              <a:gd name="connsiteY29" fmla="*/ 5860486 h 6858000"/>
              <a:gd name="connsiteX30" fmla="*/ 0 w 7020377"/>
              <a:gd name="connsiteY30" fmla="*/ 11044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020377" h="6858000">
                <a:moveTo>
                  <a:pt x="0" y="0"/>
                </a:moveTo>
                <a:lnTo>
                  <a:pt x="1524909" y="0"/>
                </a:lnTo>
                <a:lnTo>
                  <a:pt x="2398336" y="0"/>
                </a:lnTo>
                <a:lnTo>
                  <a:pt x="3120570" y="0"/>
                </a:lnTo>
                <a:lnTo>
                  <a:pt x="3181350" y="0"/>
                </a:lnTo>
                <a:lnTo>
                  <a:pt x="3848100" y="0"/>
                </a:lnTo>
                <a:lnTo>
                  <a:pt x="3923245" y="0"/>
                </a:lnTo>
                <a:lnTo>
                  <a:pt x="4203480" y="0"/>
                </a:lnTo>
                <a:lnTo>
                  <a:pt x="4622041" y="0"/>
                </a:lnTo>
                <a:lnTo>
                  <a:pt x="5579686" y="0"/>
                </a:lnTo>
                <a:lnTo>
                  <a:pt x="6246436" y="0"/>
                </a:lnTo>
                <a:lnTo>
                  <a:pt x="6601816" y="0"/>
                </a:lnTo>
                <a:lnTo>
                  <a:pt x="7020377" y="0"/>
                </a:lnTo>
                <a:lnTo>
                  <a:pt x="6889727" y="203795"/>
                </a:lnTo>
                <a:cubicBezTo>
                  <a:pt x="6318314" y="1144214"/>
                  <a:pt x="5989261" y="2248180"/>
                  <a:pt x="5989261" y="3429000"/>
                </a:cubicBezTo>
                <a:cubicBezTo>
                  <a:pt x="5989261" y="4609821"/>
                  <a:pt x="6318314" y="5713787"/>
                  <a:pt x="6889727" y="6654205"/>
                </a:cubicBezTo>
                <a:lnTo>
                  <a:pt x="7020377" y="6858000"/>
                </a:lnTo>
                <a:lnTo>
                  <a:pt x="6850790" y="6858000"/>
                </a:lnTo>
                <a:lnTo>
                  <a:pt x="6246436" y="6858000"/>
                </a:lnTo>
                <a:lnTo>
                  <a:pt x="5579686" y="6858000"/>
                </a:lnTo>
                <a:lnTo>
                  <a:pt x="4622041" y="6858000"/>
                </a:lnTo>
                <a:lnTo>
                  <a:pt x="4452454" y="6858000"/>
                </a:lnTo>
                <a:lnTo>
                  <a:pt x="3848100" y="6858000"/>
                </a:lnTo>
                <a:lnTo>
                  <a:pt x="3674270" y="6858000"/>
                </a:lnTo>
                <a:lnTo>
                  <a:pt x="3181350" y="6858000"/>
                </a:lnTo>
                <a:lnTo>
                  <a:pt x="3120570" y="6858000"/>
                </a:lnTo>
                <a:lnTo>
                  <a:pt x="2398336" y="6858000"/>
                </a:lnTo>
                <a:lnTo>
                  <a:pt x="1275934" y="6858000"/>
                </a:lnTo>
                <a:lnTo>
                  <a:pt x="0" y="6858000"/>
                </a:lnTo>
                <a:lnTo>
                  <a:pt x="0" y="5860486"/>
                </a:lnTo>
                <a:lnTo>
                  <a:pt x="0" y="1104402"/>
                </a:lnTo>
                <a:close/>
              </a:path>
            </a:pathLst>
          </a:custGeom>
          <a:solidFill>
            <a:schemeClr val="accent1"/>
          </a:solidFill>
        </p:spPr>
        <p:txBody>
          <a:bodyPr vert="horz" wrap="square" lIns="396000" tIns="612000" rIns="576000" bIns="756000" rtlCol="0" anchor="ctr" anchorCtr="0">
            <a:noAutofit/>
          </a:bodyPr>
          <a:lstStyle>
            <a:lvl1pPr marL="0" indent="0" algn="ctr">
              <a:lnSpc>
                <a:spcPct val="100000"/>
              </a:lnSpc>
              <a:buNone/>
              <a:defRPr lang="en-US" sz="1600" b="1" dirty="0">
                <a:solidFill>
                  <a:schemeClr val="bg1"/>
                </a:solidFill>
              </a:defRPr>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2" name="Title 1">
            <a:extLst>
              <a:ext uri="{FF2B5EF4-FFF2-40B4-BE49-F238E27FC236}">
                <a16:creationId xmlns:a16="http://schemas.microsoft.com/office/drawing/2014/main" id="{F21FB789-D2DE-40CF-B66E-05E9E8302D6B}"/>
              </a:ext>
            </a:extLst>
          </p:cNvPr>
          <p:cNvSpPr>
            <a:spLocks noGrp="1"/>
          </p:cNvSpPr>
          <p:nvPr>
            <p:ph type="title" hasCustomPrompt="1"/>
          </p:nvPr>
        </p:nvSpPr>
        <p:spPr>
          <a:xfrm>
            <a:off x="6908799" y="404812"/>
            <a:ext cx="4875213" cy="1017588"/>
          </a:xfrm>
        </p:spPr>
        <p:txBody>
          <a:bodyPr anchor="b" anchorCtr="0"/>
          <a:lstStyle>
            <a:lvl1pPr>
              <a:lnSpc>
                <a:spcPct val="100000"/>
              </a:lnSpc>
              <a:defRPr/>
            </a:lvl1pPr>
          </a:lstStyle>
          <a:p>
            <a:r>
              <a:rPr lang="en-US"/>
              <a:t>Click to enter </a:t>
            </a:r>
            <a:br>
              <a:rPr lang="en-US"/>
            </a:br>
            <a:r>
              <a:rPr lang="en-US"/>
              <a:t>title here</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lvl1pPr>
              <a:lnSpc>
                <a:spcPct val="100000"/>
              </a:lnSpc>
              <a:defRPr/>
            </a:lvl1pPr>
          </a:lstStyle>
          <a:p>
            <a:endParaRPr lang="en-GB"/>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1" name="Content Placeholder 3">
            <a:extLst>
              <a:ext uri="{FF2B5EF4-FFF2-40B4-BE49-F238E27FC236}">
                <a16:creationId xmlns:a16="http://schemas.microsoft.com/office/drawing/2014/main" id="{76875AC1-186F-4F1F-B7EF-24D7150A24FB}"/>
              </a:ext>
            </a:extLst>
          </p:cNvPr>
          <p:cNvSpPr>
            <a:spLocks noGrp="1"/>
          </p:cNvSpPr>
          <p:nvPr>
            <p:ph sz="quarter" idx="19" hasCustomPrompt="1"/>
          </p:nvPr>
        </p:nvSpPr>
        <p:spPr>
          <a:xfrm>
            <a:off x="6908800" y="1557339"/>
            <a:ext cx="4875213" cy="3878262"/>
          </a:xfrm>
          <a:prstGeom prst="rect">
            <a:avLst/>
          </a:prstGeom>
        </p:spPr>
        <p:txBody>
          <a:bodyPr lIns="0" rIns="0"/>
          <a:lstStyle>
            <a:lvl1pPr>
              <a:lnSpc>
                <a:spcPct val="100000"/>
              </a:lnSpc>
              <a:defRPr/>
            </a:lvl1pPr>
            <a:lvl2pPr marL="630900" indent="-342900">
              <a:lnSpc>
                <a:spcPct val="100000"/>
              </a:lnSpc>
              <a:defRPr lang="en-US" sz="2400" kern="1200">
                <a:solidFill>
                  <a:schemeClr val="tx1"/>
                </a:solidFill>
                <a:latin typeface="+mn-lt"/>
                <a:ea typeface="+mn-ea"/>
                <a:cs typeface="+mn-cs"/>
              </a:defRPr>
            </a:lvl2pPr>
            <a:lvl3pPr marL="918900" indent="-342900">
              <a:lnSpc>
                <a:spcPct val="100000"/>
              </a:lnSpc>
              <a:defRPr lang="en-US" sz="2000" kern="1200" dirty="0">
                <a:solidFill>
                  <a:schemeClr val="tx1"/>
                </a:solidFill>
                <a:latin typeface="+mn-lt"/>
                <a:ea typeface="+mn-ea"/>
                <a:cs typeface="+mn-cs"/>
              </a:defRPr>
            </a:lvl3pPr>
            <a:lvl4pPr marL="1098900" indent="-342900">
              <a:lnSpc>
                <a:spcPct val="100000"/>
              </a:lnSpc>
              <a:defRPr lang="en-US" sz="2000" kern="1200" dirty="0">
                <a:solidFill>
                  <a:schemeClr val="tx1"/>
                </a:solidFill>
                <a:latin typeface="+mn-lt"/>
                <a:ea typeface="+mn-ea"/>
                <a:cs typeface="+mn-cs"/>
              </a:defRPr>
            </a:lvl4pPr>
            <a:lvl5pPr>
              <a:lnSpc>
                <a:spcPct val="100000"/>
              </a:lnSpc>
              <a:defRPr/>
            </a:lvl5pPr>
          </a:lstStyle>
          <a:p>
            <a:pPr lvl="0"/>
            <a:r>
              <a:rPr lang="en-US"/>
              <a:t>Click to add content. When pasting copy from other slides, be sure to right-click and choose ‘Keep text only’.</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
        <p:nvSpPr>
          <p:cNvPr id="8" name="Text Placeholder 96">
            <a:extLst>
              <a:ext uri="{FF2B5EF4-FFF2-40B4-BE49-F238E27FC236}">
                <a16:creationId xmlns:a16="http://schemas.microsoft.com/office/drawing/2014/main" id="{73C6320D-F937-4522-9E69-DB2AAD8AEA21}"/>
              </a:ext>
            </a:extLst>
          </p:cNvPr>
          <p:cNvSpPr>
            <a:spLocks noGrp="1"/>
          </p:cNvSpPr>
          <p:nvPr>
            <p:ph type="body" sz="quarter" idx="111" hasCustomPrompt="1"/>
          </p:nvPr>
        </p:nvSpPr>
        <p:spPr>
          <a:xfrm>
            <a:off x="6888163" y="5435602"/>
            <a:ext cx="4895850" cy="765173"/>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818972261"/>
      </p:ext>
    </p:extLst>
  </p:cSld>
  <p:clrMapOvr>
    <a:masterClrMapping/>
  </p:clrMapOvr>
  <p:extLst>
    <p:ext uri="{DCECCB84-F9BA-43D5-87BE-67443E8EF086}">
      <p15:sldGuideLst xmlns:p15="http://schemas.microsoft.com/office/powerpoint/2012/main">
        <p15:guide id="1" pos="4339" userDrawn="1">
          <p15:clr>
            <a:srgbClr val="A4A3A4"/>
          </p15:clr>
        </p15:guide>
        <p15:guide id="2" orient="horz" pos="890" userDrawn="1">
          <p15:clr>
            <a:srgbClr val="A4A3A4"/>
          </p15:clr>
        </p15:guide>
        <p15:guide id="3" orient="horz" pos="981" userDrawn="1">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Value Points">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1139499" y="1871971"/>
            <a:ext cx="2252662" cy="22510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a:solidFill>
                  <a:schemeClr val="tx1"/>
                </a:solidFill>
                <a:latin typeface="+mj-lt"/>
              </a:defRPr>
            </a:lvl1pPr>
          </a:lstStyle>
          <a:p>
            <a:pPr lvl="0" algn="ctr"/>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defRPr/>
            </a:lvl1pPr>
          </a:lstStyle>
          <a:p>
            <a:r>
              <a:rPr lang="en-US"/>
              <a:t>Click to enter title here</a:t>
            </a:r>
          </a:p>
        </p:txBody>
      </p:sp>
      <p:sp>
        <p:nvSpPr>
          <p:cNvPr id="10" name="Text Placeholder 9">
            <a:extLst>
              <a:ext uri="{FF2B5EF4-FFF2-40B4-BE49-F238E27FC236}">
                <a16:creationId xmlns:a16="http://schemas.microsoft.com/office/drawing/2014/main" id="{1BB83890-60A2-4CD7-8433-61AD833DB442}"/>
              </a:ext>
            </a:extLst>
          </p:cNvPr>
          <p:cNvSpPr>
            <a:spLocks noGrp="1"/>
          </p:cNvSpPr>
          <p:nvPr>
            <p:ph type="body" sz="quarter" idx="18" hasCustomPrompt="1"/>
          </p:nvPr>
        </p:nvSpPr>
        <p:spPr>
          <a:xfrm>
            <a:off x="407989" y="4213225"/>
            <a:ext cx="3563936" cy="1728000"/>
          </a:xfrm>
        </p:spPr>
        <p:txBody>
          <a:bodyPr/>
          <a:lstStyle>
            <a:lvl1pPr marL="0" indent="0" algn="ctr">
              <a:buNone/>
              <a:defRPr/>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4968875" y="1871971"/>
            <a:ext cx="2252662" cy="225107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8799513" y="1871971"/>
            <a:ext cx="2252662" cy="22510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dirty="0">
                <a:solidFill>
                  <a:schemeClr val="tx1"/>
                </a:solidFill>
                <a:latin typeface="+mj-lt"/>
              </a:defRPr>
            </a:lvl1pPr>
          </a:lstStyle>
          <a:p>
            <a:pPr lvl="0" algn="ctr"/>
            <a:r>
              <a:rPr lang="en-US"/>
              <a:t> </a:t>
            </a:r>
          </a:p>
        </p:txBody>
      </p:sp>
      <p:sp>
        <p:nvSpPr>
          <p:cNvPr id="4" name="Date Placeholder 3">
            <a:extLst>
              <a:ext uri="{FF2B5EF4-FFF2-40B4-BE49-F238E27FC236}">
                <a16:creationId xmlns:a16="http://schemas.microsoft.com/office/drawing/2014/main" id="{C645BA28-9268-48CE-8962-39F56ADB8E1B}"/>
              </a:ext>
            </a:extLst>
          </p:cNvPr>
          <p:cNvSpPr>
            <a:spLocks noGrp="1"/>
          </p:cNvSpPr>
          <p:nvPr>
            <p:ph type="dt" sz="half" idx="24"/>
          </p:nvPr>
        </p:nvSpPr>
        <p:spPr/>
        <p:txBody>
          <a:bodyPr/>
          <a:lstStyle/>
          <a:p>
            <a:endParaRPr lang="en-GB"/>
          </a:p>
        </p:txBody>
      </p:sp>
      <p:sp>
        <p:nvSpPr>
          <p:cNvPr id="7" name="Slide Number Placeholder 6">
            <a:extLst>
              <a:ext uri="{FF2B5EF4-FFF2-40B4-BE49-F238E27FC236}">
                <a16:creationId xmlns:a16="http://schemas.microsoft.com/office/drawing/2014/main" id="{A183F930-38D6-455D-84C2-DD9D1E30FD41}"/>
              </a:ext>
            </a:extLst>
          </p:cNvPr>
          <p:cNvSpPr>
            <a:spLocks noGrp="1"/>
          </p:cNvSpPr>
          <p:nvPr>
            <p:ph type="sldNum" sz="quarter" idx="26"/>
          </p:nvPr>
        </p:nvSpPr>
        <p:spPr/>
        <p:txBody>
          <a:bodyPr/>
          <a:lstStyle/>
          <a:p>
            <a:fld id="{F8E47D07-9D1E-4FE9-B31A-2F5863681021}" type="slidenum">
              <a:rPr lang="en-GB" smtClean="0"/>
              <a:pPr/>
              <a:t>‹#›</a:t>
            </a:fld>
            <a:endParaRPr lang="en-GB"/>
          </a:p>
        </p:txBody>
      </p:sp>
      <p:sp>
        <p:nvSpPr>
          <p:cNvPr id="12" name="Text Placeholder 9">
            <a:extLst>
              <a:ext uri="{FF2B5EF4-FFF2-40B4-BE49-F238E27FC236}">
                <a16:creationId xmlns:a16="http://schemas.microsoft.com/office/drawing/2014/main" id="{897F438E-420B-4461-8166-2D78133EC322}"/>
              </a:ext>
            </a:extLst>
          </p:cNvPr>
          <p:cNvSpPr>
            <a:spLocks noGrp="1"/>
          </p:cNvSpPr>
          <p:nvPr>
            <p:ph type="body" sz="quarter" idx="27" hasCustomPrompt="1"/>
          </p:nvPr>
        </p:nvSpPr>
        <p:spPr>
          <a:xfrm>
            <a:off x="4314032" y="4213225"/>
            <a:ext cx="3563936" cy="1728000"/>
          </a:xfrm>
        </p:spPr>
        <p:txBody>
          <a:bodyPr/>
          <a:lstStyle>
            <a:lvl1pPr marL="0" indent="0" algn="ctr">
              <a:buNone/>
              <a:defRPr/>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13" name="Text Placeholder 9">
            <a:extLst>
              <a:ext uri="{FF2B5EF4-FFF2-40B4-BE49-F238E27FC236}">
                <a16:creationId xmlns:a16="http://schemas.microsoft.com/office/drawing/2014/main" id="{09ECF59E-500C-4172-89D4-A1C57F00AC7C}"/>
              </a:ext>
            </a:extLst>
          </p:cNvPr>
          <p:cNvSpPr>
            <a:spLocks noGrp="1"/>
          </p:cNvSpPr>
          <p:nvPr>
            <p:ph type="body" sz="quarter" idx="28" hasCustomPrompt="1"/>
          </p:nvPr>
        </p:nvSpPr>
        <p:spPr>
          <a:xfrm>
            <a:off x="8220075" y="4213225"/>
            <a:ext cx="3563936" cy="1728000"/>
          </a:xfrm>
        </p:spPr>
        <p:txBody>
          <a:bodyPr/>
          <a:lstStyle>
            <a:lvl1pPr marL="0" indent="0" algn="ctr">
              <a:buNone/>
              <a:defRPr/>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14" name="Text Placeholder 96">
            <a:extLst>
              <a:ext uri="{FF2B5EF4-FFF2-40B4-BE49-F238E27FC236}">
                <a16:creationId xmlns:a16="http://schemas.microsoft.com/office/drawing/2014/main" id="{AA42A745-9907-45EF-9B18-E061ED71F0DB}"/>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256061854"/>
      </p:ext>
    </p:extLst>
  </p:cSld>
  <p:clrMapOvr>
    <a:masterClrMapping/>
  </p:clrMapOvr>
  <p:extLst>
    <p:ext uri="{DCECCB84-F9BA-43D5-87BE-67443E8EF086}">
      <p15:sldGuideLst xmlns:p15="http://schemas.microsoft.com/office/powerpoint/2012/main">
        <p15:guide id="3" pos="2502" userDrawn="1">
          <p15:clr>
            <a:srgbClr val="A4A3A4"/>
          </p15:clr>
        </p15:guide>
        <p15:guide id="4" pos="2706" userDrawn="1">
          <p15:clr>
            <a:srgbClr val="A4A3A4"/>
          </p15:clr>
        </p15:guide>
        <p15:guide id="7" pos="4974" userDrawn="1">
          <p15:clr>
            <a:srgbClr val="A4A3A4"/>
          </p15:clr>
        </p15:guide>
        <p15:guide id="8" pos="5178" userDrawn="1">
          <p15:clr>
            <a:srgbClr val="A4A3A4"/>
          </p15:clr>
        </p15:guide>
        <p15:guide id="11" orient="horz" pos="890" userDrawn="1">
          <p15:clr>
            <a:srgbClr val="C35EA4"/>
          </p15:clr>
        </p15:guide>
        <p15:guide id="12" orient="horz" pos="981" userDrawn="1">
          <p15:clr>
            <a:srgbClr val="C35E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Value Points">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568658" y="1871971"/>
            <a:ext cx="2252662" cy="22510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a:solidFill>
                  <a:schemeClr val="tx1"/>
                </a:solidFill>
                <a:latin typeface="+mj-lt"/>
              </a:defRPr>
            </a:lvl1pPr>
          </a:lstStyle>
          <a:p>
            <a:pPr lvl="0" algn="ctr"/>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3502666" y="1871971"/>
            <a:ext cx="2252662" cy="225107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6436674" y="1871971"/>
            <a:ext cx="2252662" cy="22510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dirty="0">
                <a:solidFill>
                  <a:schemeClr val="tx1"/>
                </a:solidFill>
                <a:latin typeface="+mj-lt"/>
              </a:defRPr>
            </a:lvl1pPr>
          </a:lstStyle>
          <a:p>
            <a:pPr lvl="0" algn="ctr"/>
            <a:r>
              <a:rPr lang="en-US"/>
              <a:t> </a:t>
            </a:r>
          </a:p>
        </p:txBody>
      </p:sp>
      <p:sp>
        <p:nvSpPr>
          <p:cNvPr id="26" name="Picture Placeholder 18">
            <a:extLst>
              <a:ext uri="{FF2B5EF4-FFF2-40B4-BE49-F238E27FC236}">
                <a16:creationId xmlns:a16="http://schemas.microsoft.com/office/drawing/2014/main" id="{1B57E0F9-4409-404D-8624-8F353C89B7BF}"/>
              </a:ext>
            </a:extLst>
          </p:cNvPr>
          <p:cNvSpPr>
            <a:spLocks noGrp="1"/>
          </p:cNvSpPr>
          <p:nvPr>
            <p:ph type="pic" sz="quarter" idx="28" hasCustomPrompt="1"/>
          </p:nvPr>
        </p:nvSpPr>
        <p:spPr>
          <a:xfrm>
            <a:off x="9370682" y="1871971"/>
            <a:ext cx="2252662" cy="225107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dirty="0">
                <a:solidFill>
                  <a:schemeClr val="tx1"/>
                </a:solidFill>
                <a:latin typeface="+mj-lt"/>
              </a:defRPr>
            </a:lvl1pPr>
          </a:lstStyle>
          <a:p>
            <a:pPr lvl="0" algn="ctr"/>
            <a:r>
              <a:rPr lang="en-US"/>
              <a:t> </a:t>
            </a:r>
          </a:p>
        </p:txBody>
      </p:sp>
      <p:sp>
        <p:nvSpPr>
          <p:cNvPr id="17" name="Text Placeholder 9">
            <a:extLst>
              <a:ext uri="{FF2B5EF4-FFF2-40B4-BE49-F238E27FC236}">
                <a16:creationId xmlns:a16="http://schemas.microsoft.com/office/drawing/2014/main" id="{31A1C981-C34F-4AC8-BCBC-EF60A8404DE9}"/>
              </a:ext>
            </a:extLst>
          </p:cNvPr>
          <p:cNvSpPr>
            <a:spLocks noGrp="1"/>
          </p:cNvSpPr>
          <p:nvPr>
            <p:ph type="body" sz="quarter" idx="18" hasCustomPrompt="1"/>
          </p:nvPr>
        </p:nvSpPr>
        <p:spPr>
          <a:xfrm>
            <a:off x="407989" y="4213225"/>
            <a:ext cx="2592386" cy="1754326"/>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14" name="Text Placeholder 9">
            <a:extLst>
              <a:ext uri="{FF2B5EF4-FFF2-40B4-BE49-F238E27FC236}">
                <a16:creationId xmlns:a16="http://schemas.microsoft.com/office/drawing/2014/main" id="{E6C688A6-EC75-41E6-89E3-785616D8821B}"/>
              </a:ext>
            </a:extLst>
          </p:cNvPr>
          <p:cNvSpPr>
            <a:spLocks noGrp="1"/>
          </p:cNvSpPr>
          <p:nvPr>
            <p:ph type="body" sz="quarter" idx="30" hasCustomPrompt="1"/>
          </p:nvPr>
        </p:nvSpPr>
        <p:spPr>
          <a:xfrm>
            <a:off x="3338933" y="4213225"/>
            <a:ext cx="2592386" cy="1754326"/>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15" name="Text Placeholder 9">
            <a:extLst>
              <a:ext uri="{FF2B5EF4-FFF2-40B4-BE49-F238E27FC236}">
                <a16:creationId xmlns:a16="http://schemas.microsoft.com/office/drawing/2014/main" id="{6349FDEF-1604-484C-9A37-E1053654FA00}"/>
              </a:ext>
            </a:extLst>
          </p:cNvPr>
          <p:cNvSpPr>
            <a:spLocks noGrp="1"/>
          </p:cNvSpPr>
          <p:nvPr>
            <p:ph type="body" sz="quarter" idx="31" hasCustomPrompt="1"/>
          </p:nvPr>
        </p:nvSpPr>
        <p:spPr>
          <a:xfrm>
            <a:off x="6269877" y="4213225"/>
            <a:ext cx="2592386" cy="1754326"/>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16" name="Text Placeholder 9">
            <a:extLst>
              <a:ext uri="{FF2B5EF4-FFF2-40B4-BE49-F238E27FC236}">
                <a16:creationId xmlns:a16="http://schemas.microsoft.com/office/drawing/2014/main" id="{10DF9533-79B3-42E2-8B9E-0451E535180B}"/>
              </a:ext>
            </a:extLst>
          </p:cNvPr>
          <p:cNvSpPr>
            <a:spLocks noGrp="1"/>
          </p:cNvSpPr>
          <p:nvPr>
            <p:ph type="body" sz="quarter" idx="32" hasCustomPrompt="1"/>
          </p:nvPr>
        </p:nvSpPr>
        <p:spPr>
          <a:xfrm>
            <a:off x="9200820" y="4213225"/>
            <a:ext cx="2592386" cy="1754326"/>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18" name="Text Placeholder 96">
            <a:extLst>
              <a:ext uri="{FF2B5EF4-FFF2-40B4-BE49-F238E27FC236}">
                <a16:creationId xmlns:a16="http://schemas.microsoft.com/office/drawing/2014/main" id="{6F65E95C-9C1A-45B9-A2D2-B58B0FB5236B}"/>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036003932"/>
      </p:ext>
    </p:extLst>
  </p:cSld>
  <p:clrMapOvr>
    <a:masterClrMapping/>
  </p:clrMapOvr>
  <p:extLst>
    <p:ext uri="{DCECCB84-F9BA-43D5-87BE-67443E8EF086}">
      <p15:sldGuideLst xmlns:p15="http://schemas.microsoft.com/office/powerpoint/2012/main">
        <p15:guide id="3" pos="1890" userDrawn="1">
          <p15:clr>
            <a:srgbClr val="A4A3A4"/>
          </p15:clr>
        </p15:guide>
        <p15:guide id="4" pos="2094" userDrawn="1">
          <p15:clr>
            <a:srgbClr val="A4A3A4"/>
          </p15:clr>
        </p15:guide>
        <p15:guide id="5" pos="3727" userDrawn="1">
          <p15:clr>
            <a:srgbClr val="A4A3A4"/>
          </p15:clr>
        </p15:guide>
        <p15:guide id="6" pos="3953" userDrawn="1">
          <p15:clr>
            <a:srgbClr val="A4A3A4"/>
          </p15:clr>
        </p15:guide>
        <p15:guide id="9" pos="5586" userDrawn="1">
          <p15:clr>
            <a:srgbClr val="A4A3A4"/>
          </p15:clr>
        </p15:guide>
        <p15:guide id="10" pos="5790" userDrawn="1">
          <p15:clr>
            <a:srgbClr val="A4A3A4"/>
          </p15:clr>
        </p15:guide>
        <p15:guide id="11" orient="horz" pos="890" userDrawn="1">
          <p15:clr>
            <a:srgbClr val="C35EA4"/>
          </p15:clr>
        </p15:guide>
        <p15:guide id="12" orient="horz" pos="981" userDrawn="1">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 Value Points">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1695E3A6-F648-449D-A3F5-AFFD89818C1F}"/>
              </a:ext>
            </a:extLst>
          </p:cNvPr>
          <p:cNvSpPr>
            <a:spLocks noGrp="1"/>
          </p:cNvSpPr>
          <p:nvPr>
            <p:ph type="pic" sz="quarter" idx="21" hasCustomPrompt="1"/>
          </p:nvPr>
        </p:nvSpPr>
        <p:spPr>
          <a:xfrm>
            <a:off x="551619" y="1871971"/>
            <a:ext cx="1814648" cy="18133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a:solidFill>
                  <a:schemeClr val="tx1"/>
                </a:solidFill>
                <a:latin typeface="+mj-lt"/>
              </a:defRPr>
            </a:lvl1pPr>
          </a:lstStyle>
          <a:p>
            <a:pPr lvl="0" algn="ctr"/>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20" name="Picture Placeholder 18">
            <a:extLst>
              <a:ext uri="{FF2B5EF4-FFF2-40B4-BE49-F238E27FC236}">
                <a16:creationId xmlns:a16="http://schemas.microsoft.com/office/drawing/2014/main" id="{294EA0F6-AA52-4217-A12C-1EE4C8D0E632}"/>
              </a:ext>
            </a:extLst>
          </p:cNvPr>
          <p:cNvSpPr>
            <a:spLocks noGrp="1"/>
          </p:cNvSpPr>
          <p:nvPr>
            <p:ph type="pic" sz="quarter" idx="22" hasCustomPrompt="1"/>
          </p:nvPr>
        </p:nvSpPr>
        <p:spPr>
          <a:xfrm>
            <a:off x="2870147" y="1871971"/>
            <a:ext cx="1814648" cy="181337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dirty="0">
                <a:solidFill>
                  <a:schemeClr val="tx1"/>
                </a:solidFill>
                <a:latin typeface="+mj-lt"/>
              </a:defRPr>
            </a:lvl1pPr>
          </a:lstStyle>
          <a:p>
            <a:pPr lvl="0" algn="ctr"/>
            <a:r>
              <a:rPr lang="en-US"/>
              <a:t> </a:t>
            </a:r>
          </a:p>
        </p:txBody>
      </p:sp>
      <p:sp>
        <p:nvSpPr>
          <p:cNvPr id="21" name="Picture Placeholder 18">
            <a:extLst>
              <a:ext uri="{FF2B5EF4-FFF2-40B4-BE49-F238E27FC236}">
                <a16:creationId xmlns:a16="http://schemas.microsoft.com/office/drawing/2014/main" id="{1AD9650E-2955-437F-952D-0694E47BF67E}"/>
              </a:ext>
            </a:extLst>
          </p:cNvPr>
          <p:cNvSpPr>
            <a:spLocks noGrp="1"/>
          </p:cNvSpPr>
          <p:nvPr>
            <p:ph type="pic" sz="quarter" idx="23" hasCustomPrompt="1"/>
          </p:nvPr>
        </p:nvSpPr>
        <p:spPr>
          <a:xfrm>
            <a:off x="5188675" y="1871971"/>
            <a:ext cx="1814648" cy="181337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dirty="0">
                <a:solidFill>
                  <a:schemeClr val="tx1"/>
                </a:solidFill>
                <a:latin typeface="+mj-lt"/>
              </a:defRPr>
            </a:lvl1pPr>
          </a:lstStyle>
          <a:p>
            <a:pPr lvl="0" algn="ctr"/>
            <a:r>
              <a:rPr lang="en-US"/>
              <a:t> </a:t>
            </a:r>
          </a:p>
        </p:txBody>
      </p:sp>
      <p:sp>
        <p:nvSpPr>
          <p:cNvPr id="26" name="Picture Placeholder 18">
            <a:extLst>
              <a:ext uri="{FF2B5EF4-FFF2-40B4-BE49-F238E27FC236}">
                <a16:creationId xmlns:a16="http://schemas.microsoft.com/office/drawing/2014/main" id="{1B57E0F9-4409-404D-8624-8F353C89B7BF}"/>
              </a:ext>
            </a:extLst>
          </p:cNvPr>
          <p:cNvSpPr>
            <a:spLocks noGrp="1"/>
          </p:cNvSpPr>
          <p:nvPr>
            <p:ph type="pic" sz="quarter" idx="28" hasCustomPrompt="1"/>
          </p:nvPr>
        </p:nvSpPr>
        <p:spPr>
          <a:xfrm>
            <a:off x="7511188" y="1871971"/>
            <a:ext cx="1814648" cy="181337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None/>
              <a:defRPr lang="en-US" sz="3200" dirty="0">
                <a:solidFill>
                  <a:schemeClr val="tx1"/>
                </a:solidFill>
                <a:latin typeface="+mj-lt"/>
              </a:defRPr>
            </a:lvl1pPr>
          </a:lstStyle>
          <a:p>
            <a:pPr lvl="0" algn="ctr"/>
            <a:r>
              <a:rPr lang="en-US"/>
              <a:t> </a:t>
            </a:r>
          </a:p>
        </p:txBody>
      </p:sp>
      <p:sp>
        <p:nvSpPr>
          <p:cNvPr id="15" name="Picture Placeholder 18">
            <a:extLst>
              <a:ext uri="{FF2B5EF4-FFF2-40B4-BE49-F238E27FC236}">
                <a16:creationId xmlns:a16="http://schemas.microsoft.com/office/drawing/2014/main" id="{1DFC729E-ACCA-470B-9E2F-8BB96EC99FA7}"/>
              </a:ext>
            </a:extLst>
          </p:cNvPr>
          <p:cNvSpPr>
            <a:spLocks noGrp="1"/>
          </p:cNvSpPr>
          <p:nvPr>
            <p:ph type="pic" sz="quarter" idx="30" hasCustomPrompt="1"/>
          </p:nvPr>
        </p:nvSpPr>
        <p:spPr>
          <a:xfrm>
            <a:off x="9814650" y="1871971"/>
            <a:ext cx="1814648" cy="181337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US" sz="3200" dirty="0">
                <a:solidFill>
                  <a:schemeClr val="tx1"/>
                </a:solidFill>
                <a:latin typeface="+mj-lt"/>
              </a:defRPr>
            </a:lvl1pPr>
          </a:lstStyle>
          <a:p>
            <a:pPr lvl="0" algn="ctr"/>
            <a:r>
              <a:rPr lang="en-US"/>
              <a:t> </a:t>
            </a:r>
          </a:p>
        </p:txBody>
      </p:sp>
      <p:sp>
        <p:nvSpPr>
          <p:cNvPr id="16" name="Text Placeholder 9">
            <a:extLst>
              <a:ext uri="{FF2B5EF4-FFF2-40B4-BE49-F238E27FC236}">
                <a16:creationId xmlns:a16="http://schemas.microsoft.com/office/drawing/2014/main" id="{D71BD9E1-B9EE-42D7-BC3C-DA841714C776}"/>
              </a:ext>
            </a:extLst>
          </p:cNvPr>
          <p:cNvSpPr>
            <a:spLocks noGrp="1"/>
          </p:cNvSpPr>
          <p:nvPr>
            <p:ph type="body" sz="quarter" idx="18" hasCustomPrompt="1"/>
          </p:nvPr>
        </p:nvSpPr>
        <p:spPr>
          <a:xfrm>
            <a:off x="407989" y="3927674"/>
            <a:ext cx="2124074" cy="2088000"/>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3" name="Text Placeholder 9">
            <a:extLst>
              <a:ext uri="{FF2B5EF4-FFF2-40B4-BE49-F238E27FC236}">
                <a16:creationId xmlns:a16="http://schemas.microsoft.com/office/drawing/2014/main" id="{6CCE0E71-4EE2-4453-811E-324C358A3D52}"/>
              </a:ext>
            </a:extLst>
          </p:cNvPr>
          <p:cNvSpPr>
            <a:spLocks noGrp="1"/>
          </p:cNvSpPr>
          <p:nvPr>
            <p:ph type="body" sz="quarter" idx="32" hasCustomPrompt="1"/>
          </p:nvPr>
        </p:nvSpPr>
        <p:spPr>
          <a:xfrm>
            <a:off x="2711450" y="3927674"/>
            <a:ext cx="2124074" cy="2088000"/>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4" name="Text Placeholder 9">
            <a:extLst>
              <a:ext uri="{FF2B5EF4-FFF2-40B4-BE49-F238E27FC236}">
                <a16:creationId xmlns:a16="http://schemas.microsoft.com/office/drawing/2014/main" id="{029DFBF2-A17F-4774-A847-25FC10C36767}"/>
              </a:ext>
            </a:extLst>
          </p:cNvPr>
          <p:cNvSpPr>
            <a:spLocks noGrp="1"/>
          </p:cNvSpPr>
          <p:nvPr>
            <p:ph type="body" sz="quarter" idx="33" hasCustomPrompt="1"/>
          </p:nvPr>
        </p:nvSpPr>
        <p:spPr>
          <a:xfrm>
            <a:off x="5016500" y="3927674"/>
            <a:ext cx="2158999" cy="2088000"/>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5" name="Text Placeholder 9">
            <a:extLst>
              <a:ext uri="{FF2B5EF4-FFF2-40B4-BE49-F238E27FC236}">
                <a16:creationId xmlns:a16="http://schemas.microsoft.com/office/drawing/2014/main" id="{D72086D3-E443-4D05-8160-29E2B792B70A}"/>
              </a:ext>
            </a:extLst>
          </p:cNvPr>
          <p:cNvSpPr>
            <a:spLocks noGrp="1"/>
          </p:cNvSpPr>
          <p:nvPr>
            <p:ph type="body" sz="quarter" idx="34" hasCustomPrompt="1"/>
          </p:nvPr>
        </p:nvSpPr>
        <p:spPr>
          <a:xfrm>
            <a:off x="7356475" y="3927674"/>
            <a:ext cx="2124074" cy="2088000"/>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27" name="Text Placeholder 9">
            <a:extLst>
              <a:ext uri="{FF2B5EF4-FFF2-40B4-BE49-F238E27FC236}">
                <a16:creationId xmlns:a16="http://schemas.microsoft.com/office/drawing/2014/main" id="{D7CFDA92-B7D3-45FE-997C-88AF5348E988}"/>
              </a:ext>
            </a:extLst>
          </p:cNvPr>
          <p:cNvSpPr>
            <a:spLocks noGrp="1"/>
          </p:cNvSpPr>
          <p:nvPr>
            <p:ph type="body" sz="quarter" idx="35" hasCustomPrompt="1"/>
          </p:nvPr>
        </p:nvSpPr>
        <p:spPr>
          <a:xfrm>
            <a:off x="9659937" y="3927674"/>
            <a:ext cx="2124074" cy="2088000"/>
          </a:xfrm>
        </p:spPr>
        <p:txBody>
          <a:bodyPr/>
          <a:lstStyle>
            <a:lvl1pPr marL="0" indent="0" algn="ctr">
              <a:buNone/>
              <a:defRPr sz="2000"/>
            </a:lvl1pPr>
          </a:lstStyle>
          <a:p>
            <a:pPr lvl="0"/>
            <a:r>
              <a:rPr lang="en-US"/>
              <a:t>Supporting text goes here.</a:t>
            </a:r>
            <a:br>
              <a:rPr lang="en-US"/>
            </a:br>
            <a:r>
              <a:rPr lang="en-US"/>
              <a:t>Change lens to preferred background </a:t>
            </a:r>
            <a:r>
              <a:rPr lang="en-US" err="1"/>
              <a:t>colour</a:t>
            </a:r>
            <a:r>
              <a:rPr lang="en-US"/>
              <a:t> before inserting an icon. </a:t>
            </a:r>
          </a:p>
        </p:txBody>
      </p:sp>
      <p:sp>
        <p:nvSpPr>
          <p:cNvPr id="17" name="Text Placeholder 96">
            <a:extLst>
              <a:ext uri="{FF2B5EF4-FFF2-40B4-BE49-F238E27FC236}">
                <a16:creationId xmlns:a16="http://schemas.microsoft.com/office/drawing/2014/main" id="{E55FEA9E-88F1-4D2F-9402-729ADDB70C5C}"/>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125640893"/>
      </p:ext>
    </p:extLst>
  </p:cSld>
  <p:clrMapOvr>
    <a:masterClrMapping/>
  </p:clrMapOvr>
  <p:extLst>
    <p:ext uri="{DCECCB84-F9BA-43D5-87BE-67443E8EF086}">
      <p15:sldGuideLst xmlns:p15="http://schemas.microsoft.com/office/powerpoint/2012/main">
        <p15:guide id="1" pos="1595" userDrawn="1">
          <p15:clr>
            <a:srgbClr val="A4A3A4"/>
          </p15:clr>
        </p15:guide>
        <p15:guide id="2" pos="1708" userDrawn="1">
          <p15:clr>
            <a:srgbClr val="A4A3A4"/>
          </p15:clr>
        </p15:guide>
        <p15:guide id="3" pos="3046" userDrawn="1">
          <p15:clr>
            <a:srgbClr val="A4A3A4"/>
          </p15:clr>
        </p15:guide>
        <p15:guide id="4" pos="3160" userDrawn="1">
          <p15:clr>
            <a:srgbClr val="A4A3A4"/>
          </p15:clr>
        </p15:guide>
        <p15:guide id="5" pos="4520" userDrawn="1">
          <p15:clr>
            <a:srgbClr val="A4A3A4"/>
          </p15:clr>
        </p15:guide>
        <p15:guide id="6" pos="4634" userDrawn="1">
          <p15:clr>
            <a:srgbClr val="A4A3A4"/>
          </p15:clr>
        </p15:guide>
        <p15:guide id="9" pos="5972" userDrawn="1">
          <p15:clr>
            <a:srgbClr val="A4A3A4"/>
          </p15:clr>
        </p15:guide>
        <p15:guide id="10" pos="6085" userDrawn="1">
          <p15:clr>
            <a:srgbClr val="A4A3A4"/>
          </p15:clr>
        </p15:guide>
        <p15:guide id="11" orient="horz" pos="890" userDrawn="1">
          <p15:clr>
            <a:srgbClr val="C35EA4"/>
          </p15:clr>
        </p15:guide>
        <p15:guide id="12" orient="horz" pos="981" userDrawn="1">
          <p15:clr>
            <a:srgbClr val="C35E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ndscape Media">
    <p:bg>
      <p:bgPr>
        <a:solidFill>
          <a:schemeClr val="accent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D22D6C5-1545-4757-9B25-B461E29D4229}"/>
              </a:ext>
            </a:extLst>
          </p:cNvPr>
          <p:cNvSpPr txBox="1">
            <a:spLocks/>
          </p:cNvSpPr>
          <p:nvPr userDrawn="1"/>
        </p:nvSpPr>
        <p:spPr>
          <a:xfrm>
            <a:off x="0" y="0"/>
            <a:ext cx="3875391" cy="4330699"/>
          </a:xfrm>
          <a:custGeom>
            <a:avLst/>
            <a:gdLst>
              <a:gd name="connsiteX0" fmla="*/ 417122 w 3875391"/>
              <a:gd name="connsiteY0" fmla="*/ 0 h 4330699"/>
              <a:gd name="connsiteX1" fmla="*/ 2700571 w 3875391"/>
              <a:gd name="connsiteY1" fmla="*/ 0 h 4330699"/>
              <a:gd name="connsiteX2" fmla="*/ 2854048 w 3875391"/>
              <a:gd name="connsiteY2" fmla="*/ 93240 h 4330699"/>
              <a:gd name="connsiteX3" fmla="*/ 3870691 w 3875391"/>
              <a:gd name="connsiteY3" fmla="*/ 1865383 h 4330699"/>
              <a:gd name="connsiteX4" fmla="*/ 3875391 w 3875391"/>
              <a:gd name="connsiteY4" fmla="*/ 2014156 h 4330699"/>
              <a:gd name="connsiteX5" fmla="*/ 3868636 w 3875391"/>
              <a:gd name="connsiteY5" fmla="*/ 2192391 h 4330699"/>
              <a:gd name="connsiteX6" fmla="*/ 3479762 w 3875391"/>
              <a:gd name="connsiteY6" fmla="*/ 3309357 h 4330699"/>
              <a:gd name="connsiteX7" fmla="*/ 3457575 w 3875391"/>
              <a:gd name="connsiteY7" fmla="*/ 3339026 h 4330699"/>
              <a:gd name="connsiteX8" fmla="*/ 3457575 w 3875391"/>
              <a:gd name="connsiteY8" fmla="*/ 3339027 h 4330699"/>
              <a:gd name="connsiteX9" fmla="*/ 3457575 w 3875391"/>
              <a:gd name="connsiteY9" fmla="*/ 3343273 h 4330699"/>
              <a:gd name="connsiteX10" fmla="*/ 3457575 w 3875391"/>
              <a:gd name="connsiteY10" fmla="*/ 3343274 h 4330699"/>
              <a:gd name="connsiteX11" fmla="*/ 3454399 w 3875391"/>
              <a:gd name="connsiteY11" fmla="*/ 3343274 h 4330699"/>
              <a:gd name="connsiteX12" fmla="*/ 3454398 w 3875391"/>
              <a:gd name="connsiteY12" fmla="*/ 3343274 h 4330699"/>
              <a:gd name="connsiteX13" fmla="*/ 3346405 w 3875391"/>
              <a:gd name="connsiteY13" fmla="*/ 3487692 h 4330699"/>
              <a:gd name="connsiteX14" fmla="*/ 1558846 w 3875391"/>
              <a:gd name="connsiteY14" fmla="*/ 4330699 h 4330699"/>
              <a:gd name="connsiteX15" fmla="*/ 85309 w 3875391"/>
              <a:gd name="connsiteY15" fmla="*/ 3801713 h 4330699"/>
              <a:gd name="connsiteX16" fmla="*/ 0 w 3875391"/>
              <a:gd name="connsiteY16" fmla="*/ 3724179 h 4330699"/>
              <a:gd name="connsiteX17" fmla="*/ 0 w 3875391"/>
              <a:gd name="connsiteY17" fmla="*/ 304131 h 4330699"/>
              <a:gd name="connsiteX18" fmla="*/ 85309 w 3875391"/>
              <a:gd name="connsiteY18" fmla="*/ 226597 h 4330699"/>
              <a:gd name="connsiteX19" fmla="*/ 263644 w 3875391"/>
              <a:gd name="connsiteY19" fmla="*/ 93240 h 4330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75391" h="4330699">
                <a:moveTo>
                  <a:pt x="417122" y="0"/>
                </a:moveTo>
                <a:lnTo>
                  <a:pt x="2700571" y="0"/>
                </a:lnTo>
                <a:lnTo>
                  <a:pt x="2854048" y="93240"/>
                </a:lnTo>
                <a:cubicBezTo>
                  <a:pt x="3431740" y="483521"/>
                  <a:pt x="3823924" y="1127538"/>
                  <a:pt x="3870691" y="1865383"/>
                </a:cubicBezTo>
                <a:lnTo>
                  <a:pt x="3875391" y="2014156"/>
                </a:lnTo>
                <a:lnTo>
                  <a:pt x="3868636" y="2192391"/>
                </a:lnTo>
                <a:cubicBezTo>
                  <a:pt x="3837305" y="2604167"/>
                  <a:pt x="3698320" y="2985849"/>
                  <a:pt x="3479762" y="3309357"/>
                </a:cubicBezTo>
                <a:lnTo>
                  <a:pt x="3457575" y="3339026"/>
                </a:lnTo>
                <a:lnTo>
                  <a:pt x="3457575" y="3339027"/>
                </a:lnTo>
                <a:lnTo>
                  <a:pt x="3457575" y="3343273"/>
                </a:lnTo>
                <a:lnTo>
                  <a:pt x="3457575" y="3343274"/>
                </a:lnTo>
                <a:lnTo>
                  <a:pt x="3454399" y="3343274"/>
                </a:lnTo>
                <a:lnTo>
                  <a:pt x="3454398" y="3343274"/>
                </a:lnTo>
                <a:lnTo>
                  <a:pt x="3346405" y="3487692"/>
                </a:lnTo>
                <a:cubicBezTo>
                  <a:pt x="2921516" y="4002538"/>
                  <a:pt x="2278504" y="4330699"/>
                  <a:pt x="1558846" y="4330699"/>
                </a:cubicBezTo>
                <a:cubicBezTo>
                  <a:pt x="999112" y="4330699"/>
                  <a:pt x="485745" y="4132182"/>
                  <a:pt x="85309" y="3801713"/>
                </a:cubicBezTo>
                <a:lnTo>
                  <a:pt x="0" y="3724179"/>
                </a:lnTo>
                <a:lnTo>
                  <a:pt x="0" y="304131"/>
                </a:lnTo>
                <a:lnTo>
                  <a:pt x="85309" y="226597"/>
                </a:lnTo>
                <a:cubicBezTo>
                  <a:pt x="142514" y="179387"/>
                  <a:pt x="202023" y="134871"/>
                  <a:pt x="263644" y="93240"/>
                </a:cubicBezTo>
                <a:close/>
              </a:path>
            </a:pathLst>
          </a:custGeom>
          <a:solidFill>
            <a:schemeClr val="bg1"/>
          </a:solidFill>
        </p:spPr>
        <p:txBody>
          <a:bodyPr vert="horz" wrap="square" lIns="396000" tIns="360000" rIns="0" bIns="360000" rtlCol="0" anchor="ctr" anchorCtr="0">
            <a:noAutofit/>
          </a:bodyPr>
          <a:lstStyle>
            <a:lvl1pPr algn="l" defTabSz="914400" rtl="0" eaLnBrk="1" latinLnBrk="0" hangingPunct="1">
              <a:lnSpc>
                <a:spcPct val="90000"/>
              </a:lnSpc>
              <a:spcBef>
                <a:spcPct val="0"/>
              </a:spcBef>
              <a:buNone/>
              <a:defRPr lang="en-US" sz="4000" kern="1200" dirty="0">
                <a:solidFill>
                  <a:schemeClr val="bg1"/>
                </a:solidFill>
                <a:latin typeface="+mj-lt"/>
                <a:ea typeface="+mj-ea"/>
                <a:cs typeface="+mj-cs"/>
              </a:defRPr>
            </a:lvl1pPr>
          </a:lstStyle>
          <a:p>
            <a:pPr>
              <a:lnSpc>
                <a:spcPct val="100000"/>
              </a:lnSpc>
            </a:pPr>
            <a:r>
              <a:rPr lang="en-US"/>
              <a:t>Click to enter title here</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1071349"/>
            <a:ext cx="3049588" cy="2271925"/>
          </a:xfrm>
        </p:spPr>
        <p:txBody>
          <a:bodyPr>
            <a:normAutofit/>
          </a:bodyPr>
          <a:lstStyle>
            <a:lvl1pPr>
              <a:lnSpc>
                <a:spcPct val="100000"/>
              </a:lnSpc>
              <a:defRPr sz="4000"/>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cxnSp>
        <p:nvCxnSpPr>
          <p:cNvPr id="9" name="Straight Connector 8">
            <a:extLst>
              <a:ext uri="{FF2B5EF4-FFF2-40B4-BE49-F238E27FC236}">
                <a16:creationId xmlns:a16="http://schemas.microsoft.com/office/drawing/2014/main" id="{21040238-DCC8-4532-9AE6-EB7C834F336E}"/>
              </a:ext>
            </a:extLst>
          </p:cNvPr>
          <p:cNvCxnSpPr/>
          <p:nvPr userDrawn="1"/>
        </p:nvCxnSpPr>
        <p:spPr>
          <a:xfrm>
            <a:off x="3540125" y="1071349"/>
            <a:ext cx="0" cy="5138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C6FF19C2-7B59-4C33-B799-0219C677358A}"/>
              </a:ext>
            </a:extLst>
          </p:cNvPr>
          <p:cNvSpPr>
            <a:spLocks noGrp="1"/>
          </p:cNvSpPr>
          <p:nvPr>
            <p:ph type="pic" sz="quarter" idx="15" hasCustomPrompt="1"/>
          </p:nvPr>
        </p:nvSpPr>
        <p:spPr>
          <a:xfrm>
            <a:off x="3698515" y="1518051"/>
            <a:ext cx="8085491" cy="4547875"/>
          </a:xfrm>
          <a:prstGeom prst="rect">
            <a:avLst/>
          </a:prstGeom>
          <a:solidFill>
            <a:schemeClr val="bg1"/>
          </a:solidFill>
          <a:ln>
            <a:solidFill>
              <a:schemeClr val="tx1"/>
            </a:solidFill>
          </a:ln>
        </p:spPr>
        <p:txBody>
          <a:bodyPr bIns="360000" anchor="ctr" anchorCtr="0">
            <a:normAutofit/>
          </a:bodyP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600" b="1" kern="1200" dirty="0" smtClean="0">
                <a:solidFill>
                  <a:schemeClr val="tx1"/>
                </a:solidFill>
                <a:latin typeface="+mn-lt"/>
                <a:ea typeface="+mn-ea"/>
                <a:cs typeface="+mn-cs"/>
              </a:defRPr>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10" name="Text Placeholder 96">
            <a:extLst>
              <a:ext uri="{FF2B5EF4-FFF2-40B4-BE49-F238E27FC236}">
                <a16:creationId xmlns:a16="http://schemas.microsoft.com/office/drawing/2014/main" id="{B3909F97-7CA3-41A4-812C-1319BA9E6351}"/>
              </a:ext>
            </a:extLst>
          </p:cNvPr>
          <p:cNvSpPr>
            <a:spLocks noGrp="1"/>
          </p:cNvSpPr>
          <p:nvPr>
            <p:ph type="body" sz="quarter" idx="111" hasCustomPrompt="1"/>
          </p:nvPr>
        </p:nvSpPr>
        <p:spPr>
          <a:xfrm>
            <a:off x="407989" y="4388400"/>
            <a:ext cx="3049583" cy="1795108"/>
          </a:xfrm>
        </p:spPr>
        <p:txBody>
          <a:bodyPr lIns="0" anchor="b" anchorCtr="0">
            <a:noAutofit/>
          </a:bodyPr>
          <a:lstStyle>
            <a:lvl1pPr>
              <a:lnSpc>
                <a:spcPct val="100000"/>
              </a:lnSpc>
              <a:spcAft>
                <a:spcPts val="300"/>
              </a:spcAft>
              <a:buNone/>
              <a:defRPr sz="800">
                <a:solidFill>
                  <a:schemeClr val="bg1"/>
                </a:solidFill>
              </a:defRPr>
            </a:lvl1pPr>
          </a:lstStyle>
          <a:p>
            <a:pPr lvl="0"/>
            <a:r>
              <a:rPr lang="en-US"/>
              <a:t>Footnotes</a:t>
            </a:r>
          </a:p>
        </p:txBody>
      </p:sp>
    </p:spTree>
    <p:custDataLst>
      <p:tags r:id="rId1"/>
    </p:custDataLst>
    <p:extLst>
      <p:ext uri="{BB962C8B-B14F-4D97-AF65-F5344CB8AC3E}">
        <p14:creationId xmlns:p14="http://schemas.microsoft.com/office/powerpoint/2010/main" val="615920981"/>
      </p:ext>
    </p:extLst>
  </p:cSld>
  <p:clrMapOvr>
    <a:masterClrMapping/>
  </p:clrMapOvr>
  <p:extLst>
    <p:ext uri="{DCECCB84-F9BA-43D5-87BE-67443E8EF086}">
      <p15:sldGuideLst xmlns:p15="http://schemas.microsoft.com/office/powerpoint/2012/main">
        <p15:guide id="1" pos="2230">
          <p15:clr>
            <a:srgbClr val="C35EA4"/>
          </p15:clr>
        </p15:guide>
        <p15:guide id="2" pos="2343" userDrawn="1">
          <p15:clr>
            <a:srgbClr val="C35E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ortrait Media">
    <p:bg>
      <p:bgPr>
        <a:solidFill>
          <a:schemeClr val="accent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7C1697E-0BEE-4C63-A6B8-7B7939CAE2C1}"/>
              </a:ext>
            </a:extLst>
          </p:cNvPr>
          <p:cNvSpPr txBox="1">
            <a:spLocks/>
          </p:cNvSpPr>
          <p:nvPr userDrawn="1"/>
        </p:nvSpPr>
        <p:spPr>
          <a:xfrm>
            <a:off x="0" y="0"/>
            <a:ext cx="3875391" cy="4330699"/>
          </a:xfrm>
          <a:custGeom>
            <a:avLst/>
            <a:gdLst>
              <a:gd name="connsiteX0" fmla="*/ 417122 w 3875391"/>
              <a:gd name="connsiteY0" fmla="*/ 0 h 4330699"/>
              <a:gd name="connsiteX1" fmla="*/ 2700571 w 3875391"/>
              <a:gd name="connsiteY1" fmla="*/ 0 h 4330699"/>
              <a:gd name="connsiteX2" fmla="*/ 2854048 w 3875391"/>
              <a:gd name="connsiteY2" fmla="*/ 93240 h 4330699"/>
              <a:gd name="connsiteX3" fmla="*/ 3870691 w 3875391"/>
              <a:gd name="connsiteY3" fmla="*/ 1865383 h 4330699"/>
              <a:gd name="connsiteX4" fmla="*/ 3875391 w 3875391"/>
              <a:gd name="connsiteY4" fmla="*/ 2014156 h 4330699"/>
              <a:gd name="connsiteX5" fmla="*/ 3868636 w 3875391"/>
              <a:gd name="connsiteY5" fmla="*/ 2192391 h 4330699"/>
              <a:gd name="connsiteX6" fmla="*/ 3479762 w 3875391"/>
              <a:gd name="connsiteY6" fmla="*/ 3309357 h 4330699"/>
              <a:gd name="connsiteX7" fmla="*/ 3457575 w 3875391"/>
              <a:gd name="connsiteY7" fmla="*/ 3339026 h 4330699"/>
              <a:gd name="connsiteX8" fmla="*/ 3457575 w 3875391"/>
              <a:gd name="connsiteY8" fmla="*/ 3339027 h 4330699"/>
              <a:gd name="connsiteX9" fmla="*/ 3457575 w 3875391"/>
              <a:gd name="connsiteY9" fmla="*/ 3343273 h 4330699"/>
              <a:gd name="connsiteX10" fmla="*/ 3457575 w 3875391"/>
              <a:gd name="connsiteY10" fmla="*/ 3343274 h 4330699"/>
              <a:gd name="connsiteX11" fmla="*/ 3454399 w 3875391"/>
              <a:gd name="connsiteY11" fmla="*/ 3343274 h 4330699"/>
              <a:gd name="connsiteX12" fmla="*/ 3454398 w 3875391"/>
              <a:gd name="connsiteY12" fmla="*/ 3343274 h 4330699"/>
              <a:gd name="connsiteX13" fmla="*/ 3346405 w 3875391"/>
              <a:gd name="connsiteY13" fmla="*/ 3487692 h 4330699"/>
              <a:gd name="connsiteX14" fmla="*/ 1558846 w 3875391"/>
              <a:gd name="connsiteY14" fmla="*/ 4330699 h 4330699"/>
              <a:gd name="connsiteX15" fmla="*/ 85309 w 3875391"/>
              <a:gd name="connsiteY15" fmla="*/ 3801713 h 4330699"/>
              <a:gd name="connsiteX16" fmla="*/ 0 w 3875391"/>
              <a:gd name="connsiteY16" fmla="*/ 3724179 h 4330699"/>
              <a:gd name="connsiteX17" fmla="*/ 0 w 3875391"/>
              <a:gd name="connsiteY17" fmla="*/ 304131 h 4330699"/>
              <a:gd name="connsiteX18" fmla="*/ 85309 w 3875391"/>
              <a:gd name="connsiteY18" fmla="*/ 226597 h 4330699"/>
              <a:gd name="connsiteX19" fmla="*/ 263644 w 3875391"/>
              <a:gd name="connsiteY19" fmla="*/ 93240 h 4330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75391" h="4330699">
                <a:moveTo>
                  <a:pt x="417122" y="0"/>
                </a:moveTo>
                <a:lnTo>
                  <a:pt x="2700571" y="0"/>
                </a:lnTo>
                <a:lnTo>
                  <a:pt x="2854048" y="93240"/>
                </a:lnTo>
                <a:cubicBezTo>
                  <a:pt x="3431740" y="483521"/>
                  <a:pt x="3823924" y="1127538"/>
                  <a:pt x="3870691" y="1865383"/>
                </a:cubicBezTo>
                <a:lnTo>
                  <a:pt x="3875391" y="2014156"/>
                </a:lnTo>
                <a:lnTo>
                  <a:pt x="3868636" y="2192391"/>
                </a:lnTo>
                <a:cubicBezTo>
                  <a:pt x="3837305" y="2604167"/>
                  <a:pt x="3698320" y="2985849"/>
                  <a:pt x="3479762" y="3309357"/>
                </a:cubicBezTo>
                <a:lnTo>
                  <a:pt x="3457575" y="3339026"/>
                </a:lnTo>
                <a:lnTo>
                  <a:pt x="3457575" y="3339027"/>
                </a:lnTo>
                <a:lnTo>
                  <a:pt x="3457575" y="3343273"/>
                </a:lnTo>
                <a:lnTo>
                  <a:pt x="3457575" y="3343274"/>
                </a:lnTo>
                <a:lnTo>
                  <a:pt x="3454399" y="3343274"/>
                </a:lnTo>
                <a:lnTo>
                  <a:pt x="3454398" y="3343274"/>
                </a:lnTo>
                <a:lnTo>
                  <a:pt x="3346405" y="3487692"/>
                </a:lnTo>
                <a:cubicBezTo>
                  <a:pt x="2921516" y="4002538"/>
                  <a:pt x="2278504" y="4330699"/>
                  <a:pt x="1558846" y="4330699"/>
                </a:cubicBezTo>
                <a:cubicBezTo>
                  <a:pt x="999112" y="4330699"/>
                  <a:pt x="485745" y="4132182"/>
                  <a:pt x="85309" y="3801713"/>
                </a:cubicBezTo>
                <a:lnTo>
                  <a:pt x="0" y="3724179"/>
                </a:lnTo>
                <a:lnTo>
                  <a:pt x="0" y="304131"/>
                </a:lnTo>
                <a:lnTo>
                  <a:pt x="85309" y="226597"/>
                </a:lnTo>
                <a:cubicBezTo>
                  <a:pt x="142514" y="179387"/>
                  <a:pt x="202023" y="134871"/>
                  <a:pt x="263644" y="93240"/>
                </a:cubicBezTo>
                <a:close/>
              </a:path>
            </a:pathLst>
          </a:custGeom>
          <a:solidFill>
            <a:schemeClr val="bg1"/>
          </a:solidFill>
        </p:spPr>
        <p:txBody>
          <a:bodyPr vert="horz" wrap="square" lIns="396000" tIns="360000" rIns="0" bIns="360000" rtlCol="0" anchor="ctr" anchorCtr="0">
            <a:noAutofit/>
          </a:bodyPr>
          <a:lstStyle>
            <a:lvl1pPr algn="l" defTabSz="914400" rtl="0" eaLnBrk="1" latinLnBrk="0" hangingPunct="1">
              <a:lnSpc>
                <a:spcPct val="90000"/>
              </a:lnSpc>
              <a:spcBef>
                <a:spcPct val="0"/>
              </a:spcBef>
              <a:buNone/>
              <a:defRPr lang="en-US" sz="4000" kern="1200" dirty="0">
                <a:solidFill>
                  <a:schemeClr val="bg1"/>
                </a:solidFill>
                <a:latin typeface="+mj-lt"/>
                <a:ea typeface="+mj-ea"/>
                <a:cs typeface="+mj-cs"/>
              </a:defRPr>
            </a:lvl1pPr>
          </a:lstStyle>
          <a:p>
            <a:pPr>
              <a:lnSpc>
                <a:spcPct val="100000"/>
              </a:lnSpc>
            </a:pPr>
            <a:r>
              <a:rPr lang="en-US"/>
              <a:t>Click to enter title here</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1071349"/>
            <a:ext cx="3049588" cy="2271925"/>
          </a:xfrm>
        </p:spPr>
        <p:txBody>
          <a:bodyPr>
            <a:normAutofit/>
          </a:bodyPr>
          <a:lstStyle>
            <a:lvl1pPr>
              <a:lnSpc>
                <a:spcPct val="100000"/>
              </a:lnSpc>
              <a:defRPr sz="4000"/>
            </a:lvl1pPr>
          </a:lstStyle>
          <a:p>
            <a:r>
              <a:rPr lang="en-US"/>
              <a:t>Click to enter title here</a:t>
            </a:r>
          </a:p>
        </p:txBody>
      </p:sp>
      <p:cxnSp>
        <p:nvCxnSpPr>
          <p:cNvPr id="9" name="Straight Connector 8">
            <a:extLst>
              <a:ext uri="{FF2B5EF4-FFF2-40B4-BE49-F238E27FC236}">
                <a16:creationId xmlns:a16="http://schemas.microsoft.com/office/drawing/2014/main" id="{21040238-DCC8-4532-9AE6-EB7C834F336E}"/>
              </a:ext>
            </a:extLst>
          </p:cNvPr>
          <p:cNvCxnSpPr/>
          <p:nvPr userDrawn="1"/>
        </p:nvCxnSpPr>
        <p:spPr>
          <a:xfrm>
            <a:off x="3540125" y="1071349"/>
            <a:ext cx="0" cy="5138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C6FF19C2-7B59-4C33-B799-0219C677358A}"/>
              </a:ext>
            </a:extLst>
          </p:cNvPr>
          <p:cNvSpPr>
            <a:spLocks noGrp="1"/>
          </p:cNvSpPr>
          <p:nvPr>
            <p:ph type="pic" sz="quarter" idx="15" hasCustomPrompt="1"/>
          </p:nvPr>
        </p:nvSpPr>
        <p:spPr>
          <a:xfrm>
            <a:off x="4237038" y="404813"/>
            <a:ext cx="5613716" cy="6453187"/>
          </a:xfrm>
          <a:prstGeom prst="rect">
            <a:avLst/>
          </a:prstGeom>
          <a:solidFill>
            <a:schemeClr val="bg1"/>
          </a:solidFill>
          <a:ln>
            <a:solidFill>
              <a:schemeClr val="tx1"/>
            </a:solidFill>
          </a:ln>
        </p:spPr>
        <p:txBody>
          <a:bodyPr bIns="540000" anchor="ctr" anchorCtr="0">
            <a:normAutofit/>
          </a:bodyP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600" b="1" kern="1200" dirty="0" smtClean="0">
                <a:solidFill>
                  <a:schemeClr val="tx1"/>
                </a:solidFill>
                <a:latin typeface="+mn-lt"/>
                <a:ea typeface="+mn-ea"/>
                <a:cs typeface="+mn-cs"/>
              </a:defRPr>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4" name="Date Placeholder 3">
            <a:extLst>
              <a:ext uri="{FF2B5EF4-FFF2-40B4-BE49-F238E27FC236}">
                <a16:creationId xmlns:a16="http://schemas.microsoft.com/office/drawing/2014/main" id="{3F9005DD-21BA-480F-A05C-7F9B5BB967CF}"/>
              </a:ext>
            </a:extLst>
          </p:cNvPr>
          <p:cNvSpPr>
            <a:spLocks noGrp="1"/>
          </p:cNvSpPr>
          <p:nvPr>
            <p:ph type="dt" sz="half" idx="16"/>
          </p:nvPr>
        </p:nvSpPr>
        <p:spPr/>
        <p:txBody>
          <a:bodyPr/>
          <a:lstStyle>
            <a:lvl1pPr>
              <a:lnSpc>
                <a:spcPct val="100000"/>
              </a:lnSpc>
              <a:defRPr>
                <a:solidFill>
                  <a:schemeClr val="bg1"/>
                </a:solidFill>
              </a:defRPr>
            </a:lvl1pPr>
          </a:lstStyle>
          <a:p>
            <a:endParaRPr lang="en-GB"/>
          </a:p>
        </p:txBody>
      </p:sp>
      <p:sp>
        <p:nvSpPr>
          <p:cNvPr id="13" name="Slide Number Placeholder 12">
            <a:extLst>
              <a:ext uri="{FF2B5EF4-FFF2-40B4-BE49-F238E27FC236}">
                <a16:creationId xmlns:a16="http://schemas.microsoft.com/office/drawing/2014/main" id="{069E5658-C326-48E1-9964-6BB3723336DC}"/>
              </a:ext>
            </a:extLst>
          </p:cNvPr>
          <p:cNvSpPr>
            <a:spLocks noGrp="1"/>
          </p:cNvSpPr>
          <p:nvPr>
            <p:ph type="sldNum" sz="quarter" idx="18"/>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0" name="Text Placeholder 96">
            <a:extLst>
              <a:ext uri="{FF2B5EF4-FFF2-40B4-BE49-F238E27FC236}">
                <a16:creationId xmlns:a16="http://schemas.microsoft.com/office/drawing/2014/main" id="{A23514BC-4620-4E91-9F3A-CB5F96A6AFC9}"/>
              </a:ext>
            </a:extLst>
          </p:cNvPr>
          <p:cNvSpPr>
            <a:spLocks noGrp="1"/>
          </p:cNvSpPr>
          <p:nvPr>
            <p:ph type="body" sz="quarter" idx="111" hasCustomPrompt="1"/>
          </p:nvPr>
        </p:nvSpPr>
        <p:spPr>
          <a:xfrm>
            <a:off x="407989" y="4384144"/>
            <a:ext cx="3049200" cy="1796400"/>
          </a:xfrm>
        </p:spPr>
        <p:txBody>
          <a:bodyPr lIns="0" anchor="b" anchorCtr="0">
            <a:noAutofit/>
          </a:bodyPr>
          <a:lstStyle>
            <a:lvl1pPr>
              <a:lnSpc>
                <a:spcPct val="100000"/>
              </a:lnSpc>
              <a:spcAft>
                <a:spcPts val="300"/>
              </a:spcAft>
              <a:buNone/>
              <a:defRPr sz="800">
                <a:solidFill>
                  <a:schemeClr val="bg1"/>
                </a:solidFill>
              </a:defRPr>
            </a:lvl1pPr>
          </a:lstStyle>
          <a:p>
            <a:pPr lvl="0"/>
            <a:r>
              <a:rPr lang="en-US"/>
              <a:t>Footnotes</a:t>
            </a:r>
          </a:p>
        </p:txBody>
      </p:sp>
    </p:spTree>
    <p:custDataLst>
      <p:tags r:id="rId1"/>
    </p:custDataLst>
    <p:extLst>
      <p:ext uri="{BB962C8B-B14F-4D97-AF65-F5344CB8AC3E}">
        <p14:creationId xmlns:p14="http://schemas.microsoft.com/office/powerpoint/2010/main" val="372222852"/>
      </p:ext>
    </p:extLst>
  </p:cSld>
  <p:clrMapOvr>
    <a:masterClrMapping/>
  </p:clrMapOvr>
  <p:extLst>
    <p:ext uri="{DCECCB84-F9BA-43D5-87BE-67443E8EF086}">
      <p15:sldGuideLst xmlns:p15="http://schemas.microsoft.com/office/powerpoint/2012/main">
        <p15:guide id="1" pos="2230">
          <p15:clr>
            <a:srgbClr val="C35EA4"/>
          </p15:clr>
        </p15:guide>
        <p15:guide id="2" pos="2343" userDrawn="1">
          <p15:clr>
            <a:srgbClr val="C35EA4"/>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1E19D6AD-02C4-4B98-9F9C-0F03C161800F}"/>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875343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ey Statement Alternative 1">
    <p:bg>
      <p:bgPr>
        <a:solidFill>
          <a:schemeClr val="accent1"/>
        </a:solidFill>
        <a:effectLst/>
      </p:bgPr>
    </p:bg>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3AE41C11-E666-4A3A-8B9C-2D20733917DD}"/>
              </a:ext>
            </a:extLst>
          </p:cNvPr>
          <p:cNvSpPr>
            <a:spLocks noGrp="1"/>
          </p:cNvSpPr>
          <p:nvPr>
            <p:ph type="pic" sz="quarter" idx="36" hasCustomPrompt="1"/>
          </p:nvPr>
        </p:nvSpPr>
        <p:spPr>
          <a:xfrm>
            <a:off x="0" y="-1"/>
            <a:ext cx="12192000" cy="6858001"/>
          </a:xfrm>
          <a:custGeom>
            <a:avLst/>
            <a:gdLst>
              <a:gd name="connsiteX0" fmla="*/ 11696741 w 12192000"/>
              <a:gd name="connsiteY0" fmla="*/ 6413786 h 6858001"/>
              <a:gd name="connsiteX1" fmla="*/ 11675409 w 12192000"/>
              <a:gd name="connsiteY1" fmla="*/ 6438944 h 6858001"/>
              <a:gd name="connsiteX2" fmla="*/ 11730040 w 12192000"/>
              <a:gd name="connsiteY2" fmla="*/ 6517531 h 6858001"/>
              <a:gd name="connsiteX3" fmla="*/ 11787273 w 12192000"/>
              <a:gd name="connsiteY3" fmla="*/ 6510528 h 6858001"/>
              <a:gd name="connsiteX4" fmla="*/ 11788053 w 12192000"/>
              <a:gd name="connsiteY4" fmla="*/ 6506379 h 6858001"/>
              <a:gd name="connsiteX5" fmla="*/ 11792216 w 12192000"/>
              <a:gd name="connsiteY5" fmla="*/ 6478367 h 6858001"/>
              <a:gd name="connsiteX6" fmla="*/ 11758396 w 12192000"/>
              <a:gd name="connsiteY6" fmla="*/ 6463843 h 6858001"/>
              <a:gd name="connsiteX7" fmla="*/ 11760738 w 12192000"/>
              <a:gd name="connsiteY7" fmla="*/ 6499895 h 6858001"/>
              <a:gd name="connsiteX8" fmla="*/ 11760738 w 12192000"/>
              <a:gd name="connsiteY8" fmla="*/ 6504304 h 6858001"/>
              <a:gd name="connsiteX9" fmla="*/ 11744088 w 12192000"/>
              <a:gd name="connsiteY9" fmla="*/ 6515456 h 6858001"/>
              <a:gd name="connsiteX10" fmla="*/ 11688156 w 12192000"/>
              <a:gd name="connsiteY10" fmla="*/ 6432460 h 6858001"/>
              <a:gd name="connsiteX11" fmla="*/ 11689457 w 12192000"/>
              <a:gd name="connsiteY11" fmla="*/ 6431164 h 6858001"/>
              <a:gd name="connsiteX12" fmla="*/ 11690237 w 12192000"/>
              <a:gd name="connsiteY12" fmla="*/ 6431682 h 6858001"/>
              <a:gd name="connsiteX13" fmla="*/ 11690498 w 12192000"/>
              <a:gd name="connsiteY13" fmla="*/ 6431682 h 6858001"/>
              <a:gd name="connsiteX14" fmla="*/ 11758136 w 12192000"/>
              <a:gd name="connsiteY14" fmla="*/ 6459175 h 6858001"/>
              <a:gd name="connsiteX15" fmla="*/ 11792476 w 12192000"/>
              <a:gd name="connsiteY15" fmla="*/ 6473958 h 6858001"/>
              <a:gd name="connsiteX16" fmla="*/ 11819531 w 12192000"/>
              <a:gd name="connsiteY16" fmla="*/ 6486926 h 6858001"/>
              <a:gd name="connsiteX17" fmla="*/ 11831758 w 12192000"/>
              <a:gd name="connsiteY17" fmla="*/ 6503785 h 6858001"/>
              <a:gd name="connsiteX18" fmla="*/ 11679831 w 12192000"/>
              <a:gd name="connsiteY18" fmla="*/ 6616867 h 6858001"/>
              <a:gd name="connsiteX19" fmla="*/ 11679311 w 12192000"/>
              <a:gd name="connsiteY19" fmla="*/ 6617386 h 6858001"/>
              <a:gd name="connsiteX20" fmla="*/ 11678271 w 12192000"/>
              <a:gd name="connsiteY20" fmla="*/ 6618942 h 6858001"/>
              <a:gd name="connsiteX21" fmla="*/ 11678010 w 12192000"/>
              <a:gd name="connsiteY21" fmla="*/ 6619461 h 6858001"/>
              <a:gd name="connsiteX22" fmla="*/ 11673328 w 12192000"/>
              <a:gd name="connsiteY22" fmla="*/ 6633725 h 6858001"/>
              <a:gd name="connsiteX23" fmla="*/ 11692319 w 12192000"/>
              <a:gd name="connsiteY23" fmla="*/ 6657587 h 6858001"/>
              <a:gd name="connsiteX24" fmla="*/ 11705066 w 12192000"/>
              <a:gd name="connsiteY24" fmla="*/ 6659921 h 6858001"/>
              <a:gd name="connsiteX25" fmla="*/ 11707667 w 12192000"/>
              <a:gd name="connsiteY25" fmla="*/ 6660180 h 6858001"/>
              <a:gd name="connsiteX26" fmla="*/ 11833840 w 12192000"/>
              <a:gd name="connsiteY26" fmla="*/ 6635282 h 6858001"/>
              <a:gd name="connsiteX27" fmla="*/ 11843465 w 12192000"/>
              <a:gd name="connsiteY27" fmla="*/ 6609086 h 6858001"/>
              <a:gd name="connsiteX28" fmla="*/ 11799500 w 12192000"/>
              <a:gd name="connsiteY28" fmla="*/ 6583409 h 6858001"/>
              <a:gd name="connsiteX29" fmla="*/ 11790135 w 12192000"/>
              <a:gd name="connsiteY29" fmla="*/ 6589634 h 6858001"/>
              <a:gd name="connsiteX30" fmla="*/ 11825255 w 12192000"/>
              <a:gd name="connsiteY30" fmla="*/ 6612976 h 6858001"/>
              <a:gd name="connsiteX31" fmla="*/ 11823434 w 12192000"/>
              <a:gd name="connsiteY31" fmla="*/ 6616608 h 6858001"/>
              <a:gd name="connsiteX32" fmla="*/ 11821092 w 12192000"/>
              <a:gd name="connsiteY32" fmla="*/ 6616608 h 6858001"/>
              <a:gd name="connsiteX33" fmla="*/ 11743568 w 12192000"/>
              <a:gd name="connsiteY33" fmla="*/ 6621795 h 6858001"/>
              <a:gd name="connsiteX34" fmla="*/ 11736284 w 12192000"/>
              <a:gd name="connsiteY34" fmla="*/ 6622054 h 6858001"/>
              <a:gd name="connsiteX35" fmla="*/ 11748251 w 12192000"/>
              <a:gd name="connsiteY35" fmla="*/ 6612458 h 6858001"/>
              <a:gd name="connsiteX36" fmla="*/ 11871301 w 12192000"/>
              <a:gd name="connsiteY36" fmla="*/ 6530240 h 6858001"/>
              <a:gd name="connsiteX37" fmla="*/ 11841124 w 12192000"/>
              <a:gd name="connsiteY37" fmla="*/ 6451912 h 6858001"/>
              <a:gd name="connsiteX38" fmla="*/ 11696741 w 12192000"/>
              <a:gd name="connsiteY38" fmla="*/ 6413786 h 6858001"/>
              <a:gd name="connsiteX39" fmla="*/ 11759176 w 12192000"/>
              <a:gd name="connsiteY39" fmla="*/ 6303891 h 6858001"/>
              <a:gd name="connsiteX40" fmla="*/ 11641467 w 12192000"/>
              <a:gd name="connsiteY40" fmla="*/ 6408732 h 6858001"/>
              <a:gd name="connsiteX41" fmla="*/ 11597457 w 12192000"/>
              <a:gd name="connsiteY41" fmla="*/ 6477501 h 6858001"/>
              <a:gd name="connsiteX42" fmla="*/ 11615946 w 12192000"/>
              <a:gd name="connsiteY42" fmla="*/ 6498261 h 6858001"/>
              <a:gd name="connsiteX43" fmla="*/ 11737041 w 12192000"/>
              <a:gd name="connsiteY43" fmla="*/ 6560802 h 6858001"/>
              <a:gd name="connsiteX44" fmla="*/ 11746676 w 12192000"/>
              <a:gd name="connsiteY44" fmla="*/ 6554834 h 6858001"/>
              <a:gd name="connsiteX45" fmla="*/ 11639384 w 12192000"/>
              <a:gd name="connsiteY45" fmla="*/ 6495666 h 6858001"/>
              <a:gd name="connsiteX46" fmla="*/ 11622717 w 12192000"/>
              <a:gd name="connsiteY46" fmla="*/ 6480096 h 6858001"/>
              <a:gd name="connsiteX47" fmla="*/ 11652405 w 12192000"/>
              <a:gd name="connsiteY47" fmla="*/ 6448955 h 6858001"/>
              <a:gd name="connsiteX48" fmla="*/ 11668811 w 12192000"/>
              <a:gd name="connsiteY48" fmla="*/ 6432606 h 6858001"/>
              <a:gd name="connsiteX49" fmla="*/ 11670895 w 12192000"/>
              <a:gd name="connsiteY49" fmla="*/ 6415738 h 6858001"/>
              <a:gd name="connsiteX50" fmla="*/ 11692249 w 12192000"/>
              <a:gd name="connsiteY50" fmla="*/ 6408991 h 6858001"/>
              <a:gd name="connsiteX51" fmla="*/ 11720374 w 12192000"/>
              <a:gd name="connsiteY51" fmla="*/ 6380705 h 6858001"/>
              <a:gd name="connsiteX52" fmla="*/ 11743291 w 12192000"/>
              <a:gd name="connsiteY52" fmla="*/ 6362799 h 6858001"/>
              <a:gd name="connsiteX53" fmla="*/ 11749801 w 12192000"/>
              <a:gd name="connsiteY53" fmla="*/ 6375255 h 6858001"/>
              <a:gd name="connsiteX54" fmla="*/ 11754749 w 12192000"/>
              <a:gd name="connsiteY54" fmla="*/ 6420669 h 6858001"/>
              <a:gd name="connsiteX55" fmla="*/ 11793812 w 12192000"/>
              <a:gd name="connsiteY55" fmla="*/ 6431568 h 6858001"/>
              <a:gd name="connsiteX56" fmla="*/ 11759176 w 12192000"/>
              <a:gd name="connsiteY56" fmla="*/ 6303891 h 6858001"/>
              <a:gd name="connsiteX57" fmla="*/ 0 w 12192000"/>
              <a:gd name="connsiteY57" fmla="*/ 0 h 6858001"/>
              <a:gd name="connsiteX58" fmla="*/ 12192000 w 12192000"/>
              <a:gd name="connsiteY58" fmla="*/ 0 h 6858001"/>
              <a:gd name="connsiteX59" fmla="*/ 12192000 w 12192000"/>
              <a:gd name="connsiteY59" fmla="*/ 6858001 h 6858001"/>
              <a:gd name="connsiteX60" fmla="*/ 0 w 12192000"/>
              <a:gd name="connsiteY60"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2000" h="6858001">
                <a:moveTo>
                  <a:pt x="11696741" y="6413786"/>
                </a:moveTo>
                <a:cubicBezTo>
                  <a:pt x="11675409" y="6410933"/>
                  <a:pt x="11666824" y="6418714"/>
                  <a:pt x="11675409" y="6438944"/>
                </a:cubicBezTo>
                <a:cubicBezTo>
                  <a:pt x="11684254" y="6458915"/>
                  <a:pt x="11706627" y="6492373"/>
                  <a:pt x="11730040" y="6517531"/>
                </a:cubicBezTo>
                <a:cubicBezTo>
                  <a:pt x="11753714" y="6542430"/>
                  <a:pt x="11779208" y="6549433"/>
                  <a:pt x="11787273" y="6510528"/>
                </a:cubicBezTo>
                <a:cubicBezTo>
                  <a:pt x="11787533" y="6509232"/>
                  <a:pt x="11787793" y="6507935"/>
                  <a:pt x="11788053" y="6506379"/>
                </a:cubicBezTo>
                <a:cubicBezTo>
                  <a:pt x="11789874" y="6496523"/>
                  <a:pt x="11791435" y="6486926"/>
                  <a:pt x="11792216" y="6478367"/>
                </a:cubicBezTo>
                <a:cubicBezTo>
                  <a:pt x="11781810" y="6473699"/>
                  <a:pt x="11770103" y="6468771"/>
                  <a:pt x="11758396" y="6463843"/>
                </a:cubicBezTo>
                <a:cubicBezTo>
                  <a:pt x="11759177" y="6472661"/>
                  <a:pt x="11760217" y="6487964"/>
                  <a:pt x="11760738" y="6499895"/>
                </a:cubicBezTo>
                <a:cubicBezTo>
                  <a:pt x="11760738" y="6501191"/>
                  <a:pt x="11760738" y="6502748"/>
                  <a:pt x="11760738" y="6504304"/>
                </a:cubicBezTo>
                <a:cubicBezTo>
                  <a:pt x="11761518" y="6523237"/>
                  <a:pt x="11755014" y="6523237"/>
                  <a:pt x="11744088" y="6515456"/>
                </a:cubicBezTo>
                <a:cubicBezTo>
                  <a:pt x="11731341" y="6506379"/>
                  <a:pt x="11692579" y="6455284"/>
                  <a:pt x="11688156" y="6432460"/>
                </a:cubicBezTo>
                <a:cubicBezTo>
                  <a:pt x="11687896" y="6431164"/>
                  <a:pt x="11688676" y="6430904"/>
                  <a:pt x="11689457" y="6431164"/>
                </a:cubicBezTo>
                <a:cubicBezTo>
                  <a:pt x="11689717" y="6431423"/>
                  <a:pt x="11689977" y="6431423"/>
                  <a:pt x="11690237" y="6431682"/>
                </a:cubicBezTo>
                <a:cubicBezTo>
                  <a:pt x="11690237" y="6431682"/>
                  <a:pt x="11690237" y="6431682"/>
                  <a:pt x="11690498" y="6431682"/>
                </a:cubicBezTo>
                <a:cubicBezTo>
                  <a:pt x="11699082" y="6435054"/>
                  <a:pt x="11728479" y="6446725"/>
                  <a:pt x="11758136" y="6459175"/>
                </a:cubicBezTo>
                <a:cubicBezTo>
                  <a:pt x="11769843" y="6464103"/>
                  <a:pt x="11781810" y="6469290"/>
                  <a:pt x="11792476" y="6473958"/>
                </a:cubicBezTo>
                <a:cubicBezTo>
                  <a:pt x="11803142" y="6478627"/>
                  <a:pt x="11812507" y="6483295"/>
                  <a:pt x="11819531" y="6486926"/>
                </a:cubicBezTo>
                <a:cubicBezTo>
                  <a:pt x="11832279" y="6493670"/>
                  <a:pt x="11837221" y="6498338"/>
                  <a:pt x="11831758" y="6503785"/>
                </a:cubicBezTo>
                <a:cubicBezTo>
                  <a:pt x="11805223" y="6531018"/>
                  <a:pt x="11711830" y="6569404"/>
                  <a:pt x="11679831" y="6616867"/>
                </a:cubicBezTo>
                <a:cubicBezTo>
                  <a:pt x="11679831" y="6616867"/>
                  <a:pt x="11679571" y="6617126"/>
                  <a:pt x="11679311" y="6617386"/>
                </a:cubicBezTo>
                <a:cubicBezTo>
                  <a:pt x="11679051" y="6617904"/>
                  <a:pt x="11678531" y="6618423"/>
                  <a:pt x="11678271" y="6618942"/>
                </a:cubicBezTo>
                <a:cubicBezTo>
                  <a:pt x="11678271" y="6619201"/>
                  <a:pt x="11678271" y="6619461"/>
                  <a:pt x="11678010" y="6619461"/>
                </a:cubicBezTo>
                <a:cubicBezTo>
                  <a:pt x="11676450" y="6622573"/>
                  <a:pt x="11674108" y="6627501"/>
                  <a:pt x="11673328" y="6633725"/>
                </a:cubicBezTo>
                <a:cubicBezTo>
                  <a:pt x="11672027" y="6644100"/>
                  <a:pt x="11677490" y="6653696"/>
                  <a:pt x="11692319" y="6657587"/>
                </a:cubicBezTo>
                <a:cubicBezTo>
                  <a:pt x="11696221" y="6658624"/>
                  <a:pt x="11700383" y="6659402"/>
                  <a:pt x="11705066" y="6659921"/>
                </a:cubicBezTo>
                <a:cubicBezTo>
                  <a:pt x="11705846" y="6660180"/>
                  <a:pt x="11706887" y="6660180"/>
                  <a:pt x="11707667" y="6660180"/>
                </a:cubicBezTo>
                <a:cubicBezTo>
                  <a:pt x="11736544" y="6661477"/>
                  <a:pt x="11811207" y="6645137"/>
                  <a:pt x="11833840" y="6635282"/>
                </a:cubicBezTo>
                <a:cubicBezTo>
                  <a:pt x="11857253" y="6624907"/>
                  <a:pt x="11850229" y="6614533"/>
                  <a:pt x="11843465" y="6609086"/>
                </a:cubicBezTo>
                <a:cubicBezTo>
                  <a:pt x="11838262" y="6604936"/>
                  <a:pt x="11812247" y="6590412"/>
                  <a:pt x="11799500" y="6583409"/>
                </a:cubicBezTo>
                <a:cubicBezTo>
                  <a:pt x="11796118" y="6585743"/>
                  <a:pt x="11793516" y="6587300"/>
                  <a:pt x="11790135" y="6589634"/>
                </a:cubicBezTo>
                <a:cubicBezTo>
                  <a:pt x="11811727" y="6602602"/>
                  <a:pt x="11820312" y="6609086"/>
                  <a:pt x="11825255" y="6612976"/>
                </a:cubicBezTo>
                <a:cubicBezTo>
                  <a:pt x="11827336" y="6614533"/>
                  <a:pt x="11826295" y="6616348"/>
                  <a:pt x="11823434" y="6616608"/>
                </a:cubicBezTo>
                <a:cubicBezTo>
                  <a:pt x="11822653" y="6616608"/>
                  <a:pt x="11821873" y="6616608"/>
                  <a:pt x="11821092" y="6616608"/>
                </a:cubicBezTo>
                <a:cubicBezTo>
                  <a:pt x="11800540" y="6618164"/>
                  <a:pt x="11761778" y="6620757"/>
                  <a:pt x="11743568" y="6621795"/>
                </a:cubicBezTo>
                <a:cubicBezTo>
                  <a:pt x="11740966" y="6622054"/>
                  <a:pt x="11737845" y="6622054"/>
                  <a:pt x="11736284" y="6622054"/>
                </a:cubicBezTo>
                <a:cubicBezTo>
                  <a:pt x="11740706" y="6617904"/>
                  <a:pt x="11745649" y="6614273"/>
                  <a:pt x="11748251" y="6612458"/>
                </a:cubicBezTo>
                <a:cubicBezTo>
                  <a:pt x="11787273" y="6584965"/>
                  <a:pt x="11852050" y="6546580"/>
                  <a:pt x="11871301" y="6530240"/>
                </a:cubicBezTo>
                <a:cubicBezTo>
                  <a:pt x="11885349" y="6518050"/>
                  <a:pt x="11923851" y="6480961"/>
                  <a:pt x="11841124" y="6451912"/>
                </a:cubicBezTo>
                <a:cubicBezTo>
                  <a:pt x="11817450" y="6443872"/>
                  <a:pt x="11758657" y="6422086"/>
                  <a:pt x="11696741" y="6413786"/>
                </a:cubicBezTo>
                <a:close/>
                <a:moveTo>
                  <a:pt x="11759176" y="6303891"/>
                </a:moveTo>
                <a:cubicBezTo>
                  <a:pt x="11739124" y="6301296"/>
                  <a:pt x="11708916" y="6326468"/>
                  <a:pt x="11641467" y="6408732"/>
                </a:cubicBezTo>
                <a:cubicBezTo>
                  <a:pt x="11628967" y="6423783"/>
                  <a:pt x="11599800" y="6460633"/>
                  <a:pt x="11597457" y="6477501"/>
                </a:cubicBezTo>
                <a:cubicBezTo>
                  <a:pt x="11595894" y="6489438"/>
                  <a:pt x="11608655" y="6494628"/>
                  <a:pt x="11615946" y="6498261"/>
                </a:cubicBezTo>
                <a:cubicBezTo>
                  <a:pt x="11622717" y="6501894"/>
                  <a:pt x="11700843" y="6540561"/>
                  <a:pt x="11737041" y="6560802"/>
                </a:cubicBezTo>
                <a:cubicBezTo>
                  <a:pt x="11740166" y="6558726"/>
                  <a:pt x="11743291" y="6556650"/>
                  <a:pt x="11746676" y="6554834"/>
                </a:cubicBezTo>
                <a:cubicBezTo>
                  <a:pt x="11725062" y="6543156"/>
                  <a:pt x="11664124" y="6510458"/>
                  <a:pt x="11639384" y="6495666"/>
                </a:cubicBezTo>
                <a:cubicBezTo>
                  <a:pt x="11629228" y="6489698"/>
                  <a:pt x="11622196" y="6484767"/>
                  <a:pt x="11622717" y="6480096"/>
                </a:cubicBezTo>
                <a:cubicBezTo>
                  <a:pt x="11623498" y="6474387"/>
                  <a:pt x="11638342" y="6462968"/>
                  <a:pt x="11652405" y="6448955"/>
                </a:cubicBezTo>
                <a:cubicBezTo>
                  <a:pt x="11656051" y="6445322"/>
                  <a:pt x="11662040" y="6439353"/>
                  <a:pt x="11668811" y="6432606"/>
                </a:cubicBezTo>
                <a:cubicBezTo>
                  <a:pt x="11666988" y="6425600"/>
                  <a:pt x="11667769" y="6419890"/>
                  <a:pt x="11670895" y="6415738"/>
                </a:cubicBezTo>
                <a:cubicBezTo>
                  <a:pt x="11674801" y="6410548"/>
                  <a:pt x="11681832" y="6408472"/>
                  <a:pt x="11692249" y="6408991"/>
                </a:cubicBezTo>
                <a:cubicBezTo>
                  <a:pt x="11705009" y="6396275"/>
                  <a:pt x="11716468" y="6384857"/>
                  <a:pt x="11720374" y="6380705"/>
                </a:cubicBezTo>
                <a:cubicBezTo>
                  <a:pt x="11729489" y="6371622"/>
                  <a:pt x="11739124" y="6362280"/>
                  <a:pt x="11743291" y="6362799"/>
                </a:cubicBezTo>
                <a:cubicBezTo>
                  <a:pt x="11746676" y="6363318"/>
                  <a:pt x="11748499" y="6366432"/>
                  <a:pt x="11749801" y="6375255"/>
                </a:cubicBezTo>
                <a:cubicBezTo>
                  <a:pt x="11750843" y="6383041"/>
                  <a:pt x="11753447" y="6405618"/>
                  <a:pt x="11754749" y="6420669"/>
                </a:cubicBezTo>
                <a:cubicBezTo>
                  <a:pt x="11768812" y="6424043"/>
                  <a:pt x="11781833" y="6427935"/>
                  <a:pt x="11793812" y="6431568"/>
                </a:cubicBezTo>
                <a:cubicBezTo>
                  <a:pt x="11792249" y="6328544"/>
                  <a:pt x="11780531" y="6306746"/>
                  <a:pt x="11759176" y="6303891"/>
                </a:cubicBezTo>
                <a:close/>
                <a:moveTo>
                  <a:pt x="0" y="0"/>
                </a:moveTo>
                <a:lnTo>
                  <a:pt x="12192000" y="0"/>
                </a:lnTo>
                <a:lnTo>
                  <a:pt x="12192000" y="6858001"/>
                </a:lnTo>
                <a:lnTo>
                  <a:pt x="0" y="6858001"/>
                </a:lnTo>
                <a:close/>
              </a:path>
            </a:pathLst>
          </a:custGeom>
          <a:noFill/>
        </p:spPr>
        <p:txBody>
          <a:bodyPr wrap="square" lIns="6588000" tIns="0" bIns="0" anchor="ctr" anchorCtr="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1600" b="1">
                <a:solidFill>
                  <a:schemeClr val="bg1"/>
                </a:solidFill>
              </a:defRPr>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11" name="Title 10">
            <a:extLst>
              <a:ext uri="{FF2B5EF4-FFF2-40B4-BE49-F238E27FC236}">
                <a16:creationId xmlns:a16="http://schemas.microsoft.com/office/drawing/2014/main" id="{72DF5099-62D1-4656-B26C-07955959FEF9}"/>
              </a:ext>
            </a:extLst>
          </p:cNvPr>
          <p:cNvSpPr>
            <a:spLocks noGrp="1"/>
          </p:cNvSpPr>
          <p:nvPr>
            <p:ph type="title" hasCustomPrompt="1"/>
          </p:nvPr>
        </p:nvSpPr>
        <p:spPr>
          <a:xfrm>
            <a:off x="560388" y="744537"/>
            <a:ext cx="5135562" cy="5135562"/>
          </a:xfrm>
          <a:custGeom>
            <a:avLst/>
            <a:gdLst>
              <a:gd name="connsiteX0" fmla="*/ 3035300 w 6070600"/>
              <a:gd name="connsiteY0" fmla="*/ 0 h 6070600"/>
              <a:gd name="connsiteX1" fmla="*/ 3647019 w 6070600"/>
              <a:gd name="connsiteY1" fmla="*/ 61667 h 6070600"/>
              <a:gd name="connsiteX2" fmla="*/ 3789752 w 6070600"/>
              <a:gd name="connsiteY2" fmla="*/ 98367 h 6070600"/>
              <a:gd name="connsiteX3" fmla="*/ 3789752 w 6070600"/>
              <a:gd name="connsiteY3" fmla="*/ 98367 h 6070600"/>
              <a:gd name="connsiteX4" fmla="*/ 3817989 w 6070600"/>
              <a:gd name="connsiteY4" fmla="*/ 105627 h 6070600"/>
              <a:gd name="connsiteX5" fmla="*/ 3937906 w 6070600"/>
              <a:gd name="connsiteY5" fmla="*/ 136461 h 6070600"/>
              <a:gd name="connsiteX6" fmla="*/ 4194228 w 6070600"/>
              <a:gd name="connsiteY6" fmla="*/ 230276 h 6070600"/>
              <a:gd name="connsiteX7" fmla="*/ 4272436 w 6070600"/>
              <a:gd name="connsiteY7" fmla="*/ 265342 h 6070600"/>
              <a:gd name="connsiteX8" fmla="*/ 4441383 w 6070600"/>
              <a:gd name="connsiteY8" fmla="*/ 346728 h 6070600"/>
              <a:gd name="connsiteX9" fmla="*/ 4526154 w 6070600"/>
              <a:gd name="connsiteY9" fmla="*/ 393105 h 6070600"/>
              <a:gd name="connsiteX10" fmla="*/ 4681392 w 6070600"/>
              <a:gd name="connsiteY10" fmla="*/ 487414 h 6070600"/>
              <a:gd name="connsiteX11" fmla="*/ 4757518 w 6070600"/>
              <a:gd name="connsiteY11" fmla="*/ 537190 h 6070600"/>
              <a:gd name="connsiteX12" fmla="*/ 4931089 w 6070600"/>
              <a:gd name="connsiteY12" fmla="*/ 666984 h 6070600"/>
              <a:gd name="connsiteX13" fmla="*/ 4972038 w 6070600"/>
              <a:gd name="connsiteY13" fmla="*/ 698573 h 6070600"/>
              <a:gd name="connsiteX14" fmla="*/ 5169719 w 6070600"/>
              <a:gd name="connsiteY14" fmla="*/ 878237 h 6070600"/>
              <a:gd name="connsiteX15" fmla="*/ 5220040 w 6070600"/>
              <a:gd name="connsiteY15" fmla="*/ 931334 h 6070600"/>
              <a:gd name="connsiteX16" fmla="*/ 5351649 w 6070600"/>
              <a:gd name="connsiteY16" fmla="*/ 1076140 h 6070600"/>
              <a:gd name="connsiteX17" fmla="*/ 5411013 w 6070600"/>
              <a:gd name="connsiteY17" fmla="*/ 1149404 h 6070600"/>
              <a:gd name="connsiteX18" fmla="*/ 5518492 w 6070600"/>
              <a:gd name="connsiteY18" fmla="*/ 1293133 h 6070600"/>
              <a:gd name="connsiteX19" fmla="*/ 5572142 w 6070600"/>
              <a:gd name="connsiteY19" fmla="*/ 1371030 h 6070600"/>
              <a:gd name="connsiteX20" fmla="*/ 5674235 w 6070600"/>
              <a:gd name="connsiteY20" fmla="*/ 1539081 h 6070600"/>
              <a:gd name="connsiteX21" fmla="*/ 5711243 w 6070600"/>
              <a:gd name="connsiteY21" fmla="*/ 1602999 h 6070600"/>
              <a:gd name="connsiteX22" fmla="*/ 5828486 w 6070600"/>
              <a:gd name="connsiteY22" fmla="*/ 1846382 h 6070600"/>
              <a:gd name="connsiteX23" fmla="*/ 5847251 w 6070600"/>
              <a:gd name="connsiteY23" fmla="*/ 1895299 h 6070600"/>
              <a:gd name="connsiteX24" fmla="*/ 5923089 w 6070600"/>
              <a:gd name="connsiteY24" fmla="*/ 2102503 h 6070600"/>
              <a:gd name="connsiteX25" fmla="*/ 5949298 w 6070600"/>
              <a:gd name="connsiteY25" fmla="*/ 2191649 h 6070600"/>
              <a:gd name="connsiteX26" fmla="*/ 5995703 w 6070600"/>
              <a:gd name="connsiteY26" fmla="*/ 2372124 h 6070600"/>
              <a:gd name="connsiteX27" fmla="*/ 6024462 w 6070600"/>
              <a:gd name="connsiteY27" fmla="*/ 2510537 h 6070600"/>
              <a:gd name="connsiteX28" fmla="*/ 6031283 w 6070600"/>
              <a:gd name="connsiteY28" fmla="*/ 2548729 h 6070600"/>
              <a:gd name="connsiteX29" fmla="*/ 6057844 w 6070600"/>
              <a:gd name="connsiteY29" fmla="*/ 2763290 h 6070600"/>
              <a:gd name="connsiteX30" fmla="*/ 6061300 w 6070600"/>
              <a:gd name="connsiteY30" fmla="*/ 2808740 h 6070600"/>
              <a:gd name="connsiteX31" fmla="*/ 6070600 w 6070600"/>
              <a:gd name="connsiteY31" fmla="*/ 3035300 h 6070600"/>
              <a:gd name="connsiteX32" fmla="*/ 6062723 w 6070600"/>
              <a:gd name="connsiteY32" fmla="*/ 3243146 h 6070600"/>
              <a:gd name="connsiteX33" fmla="*/ 6058818 w 6070600"/>
              <a:gd name="connsiteY33" fmla="*/ 3294506 h 6070600"/>
              <a:gd name="connsiteX34" fmla="*/ 6035627 w 6070600"/>
              <a:gd name="connsiteY34" fmla="*/ 3497545 h 6070600"/>
              <a:gd name="connsiteX35" fmla="*/ 6035627 w 6070600"/>
              <a:gd name="connsiteY35" fmla="*/ 3497546 h 6070600"/>
              <a:gd name="connsiteX36" fmla="*/ 6035626 w 6070600"/>
              <a:gd name="connsiteY36" fmla="*/ 3497550 h 6070600"/>
              <a:gd name="connsiteX37" fmla="*/ 6001364 w 6070600"/>
              <a:gd name="connsiteY37" fmla="*/ 3676459 h 6070600"/>
              <a:gd name="connsiteX38" fmla="*/ 5934139 w 6070600"/>
              <a:gd name="connsiteY38" fmla="*/ 3937906 h 6070600"/>
              <a:gd name="connsiteX39" fmla="*/ 5842195 w 6070600"/>
              <a:gd name="connsiteY39" fmla="*/ 4189117 h 6070600"/>
              <a:gd name="connsiteX40" fmla="*/ 5810609 w 6070600"/>
              <a:gd name="connsiteY40" fmla="*/ 4261328 h 6070600"/>
              <a:gd name="connsiteX41" fmla="*/ 5725424 w 6070600"/>
              <a:gd name="connsiteY41" fmla="*/ 4438163 h 6070600"/>
              <a:gd name="connsiteX42" fmla="*/ 5688952 w 6070600"/>
              <a:gd name="connsiteY42" fmla="*/ 4507296 h 6070600"/>
              <a:gd name="connsiteX43" fmla="*/ 5552219 w 6070600"/>
              <a:gd name="connsiteY43" fmla="*/ 4732365 h 6070600"/>
              <a:gd name="connsiteX44" fmla="*/ 5394921 w 6070600"/>
              <a:gd name="connsiteY44" fmla="*/ 4942717 h 6070600"/>
              <a:gd name="connsiteX45" fmla="*/ 5344783 w 6070600"/>
              <a:gd name="connsiteY45" fmla="*/ 5002015 h 6070600"/>
              <a:gd name="connsiteX46" fmla="*/ 5214216 w 6070600"/>
              <a:gd name="connsiteY46" fmla="*/ 5145674 h 6070600"/>
              <a:gd name="connsiteX47" fmla="*/ 5160026 w 6070600"/>
              <a:gd name="connsiteY47" fmla="*/ 5201173 h 6070600"/>
              <a:gd name="connsiteX48" fmla="*/ 4966033 w 6070600"/>
              <a:gd name="connsiteY48" fmla="*/ 5377485 h 6070600"/>
              <a:gd name="connsiteX49" fmla="*/ 4755837 w 6070600"/>
              <a:gd name="connsiteY49" fmla="*/ 5534667 h 6070600"/>
              <a:gd name="connsiteX50" fmla="*/ 4690842 w 6070600"/>
              <a:gd name="connsiteY50" fmla="*/ 5577445 h 6070600"/>
              <a:gd name="connsiteX51" fmla="*/ 4524051 w 6070600"/>
              <a:gd name="connsiteY51" fmla="*/ 5678773 h 6070600"/>
              <a:gd name="connsiteX52" fmla="*/ 4455737 w 6070600"/>
              <a:gd name="connsiteY52" fmla="*/ 5716958 h 6070600"/>
              <a:gd name="connsiteX53" fmla="*/ 4216777 w 6070600"/>
              <a:gd name="connsiteY53" fmla="*/ 5832071 h 6070600"/>
              <a:gd name="connsiteX54" fmla="*/ 4216776 w 6070600"/>
              <a:gd name="connsiteY54" fmla="*/ 5832071 h 6070600"/>
              <a:gd name="connsiteX55" fmla="*/ 4199821 w 6070600"/>
              <a:gd name="connsiteY55" fmla="*/ 5838277 h 6070600"/>
              <a:gd name="connsiteX56" fmla="*/ 3937906 w 6070600"/>
              <a:gd name="connsiteY56" fmla="*/ 5934139 h 6070600"/>
              <a:gd name="connsiteX57" fmla="*/ 3035300 w 6070600"/>
              <a:gd name="connsiteY57" fmla="*/ 6070600 h 6070600"/>
              <a:gd name="connsiteX58" fmla="*/ 0 w 6070600"/>
              <a:gd name="connsiteY58" fmla="*/ 3035300 h 6070600"/>
              <a:gd name="connsiteX59" fmla="*/ 3035300 w 6070600"/>
              <a:gd name="connsiteY59" fmla="*/ 0 h 607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6070600" h="6070600">
                <a:moveTo>
                  <a:pt x="3035300" y="0"/>
                </a:moveTo>
                <a:cubicBezTo>
                  <a:pt x="3244844" y="0"/>
                  <a:pt x="3449428" y="21234"/>
                  <a:pt x="3647019" y="61667"/>
                </a:cubicBezTo>
                <a:lnTo>
                  <a:pt x="3789752" y="98367"/>
                </a:lnTo>
                <a:lnTo>
                  <a:pt x="3789752" y="98367"/>
                </a:lnTo>
                <a:lnTo>
                  <a:pt x="3817989" y="105627"/>
                </a:lnTo>
                <a:lnTo>
                  <a:pt x="3937906" y="136461"/>
                </a:lnTo>
                <a:lnTo>
                  <a:pt x="4194228" y="230276"/>
                </a:lnTo>
                <a:lnTo>
                  <a:pt x="4272436" y="265342"/>
                </a:lnTo>
                <a:lnTo>
                  <a:pt x="4441383" y="346728"/>
                </a:lnTo>
                <a:lnTo>
                  <a:pt x="4526154" y="393105"/>
                </a:lnTo>
                <a:lnTo>
                  <a:pt x="4681392" y="487414"/>
                </a:lnTo>
                <a:lnTo>
                  <a:pt x="4757518" y="537190"/>
                </a:lnTo>
                <a:lnTo>
                  <a:pt x="4931089" y="666984"/>
                </a:lnTo>
                <a:lnTo>
                  <a:pt x="4972038" y="698573"/>
                </a:lnTo>
                <a:lnTo>
                  <a:pt x="5169719" y="878237"/>
                </a:lnTo>
                <a:lnTo>
                  <a:pt x="5220040" y="931334"/>
                </a:lnTo>
                <a:lnTo>
                  <a:pt x="5351649" y="1076140"/>
                </a:lnTo>
                <a:lnTo>
                  <a:pt x="5411013" y="1149404"/>
                </a:lnTo>
                <a:lnTo>
                  <a:pt x="5518492" y="1293133"/>
                </a:lnTo>
                <a:lnTo>
                  <a:pt x="5572142" y="1371030"/>
                </a:lnTo>
                <a:lnTo>
                  <a:pt x="5674235" y="1539081"/>
                </a:lnTo>
                <a:lnTo>
                  <a:pt x="5711243" y="1602999"/>
                </a:lnTo>
                <a:lnTo>
                  <a:pt x="5828486" y="1846382"/>
                </a:lnTo>
                <a:lnTo>
                  <a:pt x="5847251" y="1895299"/>
                </a:lnTo>
                <a:lnTo>
                  <a:pt x="5923089" y="2102503"/>
                </a:lnTo>
                <a:lnTo>
                  <a:pt x="5949298" y="2191649"/>
                </a:lnTo>
                <a:lnTo>
                  <a:pt x="5995703" y="2372124"/>
                </a:lnTo>
                <a:lnTo>
                  <a:pt x="6024462" y="2510537"/>
                </a:lnTo>
                <a:lnTo>
                  <a:pt x="6031283" y="2548729"/>
                </a:lnTo>
                <a:lnTo>
                  <a:pt x="6057844" y="2763290"/>
                </a:lnTo>
                <a:lnTo>
                  <a:pt x="6061300" y="2808740"/>
                </a:lnTo>
                <a:lnTo>
                  <a:pt x="6070600" y="3035300"/>
                </a:lnTo>
                <a:lnTo>
                  <a:pt x="6062723" y="3243146"/>
                </a:lnTo>
                <a:lnTo>
                  <a:pt x="6058818" y="3294506"/>
                </a:lnTo>
                <a:lnTo>
                  <a:pt x="6035627" y="3497545"/>
                </a:lnTo>
                <a:lnTo>
                  <a:pt x="6035627" y="3497546"/>
                </a:lnTo>
                <a:lnTo>
                  <a:pt x="6035626" y="3497550"/>
                </a:lnTo>
                <a:lnTo>
                  <a:pt x="6001364" y="3676459"/>
                </a:lnTo>
                <a:lnTo>
                  <a:pt x="5934139" y="3937906"/>
                </a:lnTo>
                <a:lnTo>
                  <a:pt x="5842195" y="4189117"/>
                </a:lnTo>
                <a:lnTo>
                  <a:pt x="5810609" y="4261328"/>
                </a:lnTo>
                <a:lnTo>
                  <a:pt x="5725424" y="4438163"/>
                </a:lnTo>
                <a:lnTo>
                  <a:pt x="5688952" y="4507296"/>
                </a:lnTo>
                <a:lnTo>
                  <a:pt x="5552219" y="4732365"/>
                </a:lnTo>
                <a:lnTo>
                  <a:pt x="5394921" y="4942717"/>
                </a:lnTo>
                <a:lnTo>
                  <a:pt x="5344783" y="5002015"/>
                </a:lnTo>
                <a:lnTo>
                  <a:pt x="5214216" y="5145674"/>
                </a:lnTo>
                <a:lnTo>
                  <a:pt x="5160026" y="5201173"/>
                </a:lnTo>
                <a:lnTo>
                  <a:pt x="4966033" y="5377485"/>
                </a:lnTo>
                <a:lnTo>
                  <a:pt x="4755837" y="5534667"/>
                </a:lnTo>
                <a:lnTo>
                  <a:pt x="4690842" y="5577445"/>
                </a:lnTo>
                <a:lnTo>
                  <a:pt x="4524051" y="5678773"/>
                </a:lnTo>
                <a:lnTo>
                  <a:pt x="4455737" y="5716958"/>
                </a:lnTo>
                <a:lnTo>
                  <a:pt x="4216777" y="5832071"/>
                </a:lnTo>
                <a:lnTo>
                  <a:pt x="4216776" y="5832071"/>
                </a:lnTo>
                <a:lnTo>
                  <a:pt x="4199821" y="5838277"/>
                </a:lnTo>
                <a:lnTo>
                  <a:pt x="3937906" y="5934139"/>
                </a:lnTo>
                <a:cubicBezTo>
                  <a:pt x="3652773" y="6022825"/>
                  <a:pt x="3349616" y="6070600"/>
                  <a:pt x="3035300" y="6070600"/>
                </a:cubicBezTo>
                <a:cubicBezTo>
                  <a:pt x="1358950" y="6070600"/>
                  <a:pt x="0" y="4711650"/>
                  <a:pt x="0" y="3035300"/>
                </a:cubicBezTo>
                <a:cubicBezTo>
                  <a:pt x="0" y="1358950"/>
                  <a:pt x="1358950" y="0"/>
                  <a:pt x="3035300" y="0"/>
                </a:cubicBezTo>
                <a:close/>
              </a:path>
            </a:pathLst>
          </a:custGeom>
          <a:solidFill>
            <a:schemeClr val="bg1"/>
          </a:solidFill>
        </p:spPr>
        <p:txBody>
          <a:bodyPr wrap="square" lIns="0" anchor="ctr" anchorCtr="0">
            <a:noAutofit/>
          </a:bodyPr>
          <a:lstStyle>
            <a:lvl1pPr algn="ctr">
              <a:lnSpc>
                <a:spcPct val="100000"/>
              </a:lnSpc>
              <a:defRPr>
                <a:solidFill>
                  <a:schemeClr val="accent1"/>
                </a:solidFill>
              </a:defRPr>
            </a:lvl1pPr>
          </a:lstStyle>
          <a:p>
            <a:r>
              <a:rPr lang="en-US"/>
              <a:t>Click to add </a:t>
            </a:r>
            <a:br>
              <a:rPr lang="en-US"/>
            </a:br>
            <a:r>
              <a:rPr lang="en-US"/>
              <a:t>key statement</a:t>
            </a:r>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2" name="Date Placeholder 1">
            <a:extLst>
              <a:ext uri="{FF2B5EF4-FFF2-40B4-BE49-F238E27FC236}">
                <a16:creationId xmlns:a16="http://schemas.microsoft.com/office/drawing/2014/main" id="{E465CAD3-E638-495B-86BB-AC828CDE2A8C}"/>
              </a:ext>
            </a:extLst>
          </p:cNvPr>
          <p:cNvSpPr>
            <a:spLocks noGrp="1"/>
          </p:cNvSpPr>
          <p:nvPr>
            <p:ph type="dt" sz="half" idx="15"/>
          </p:nvPr>
        </p:nvSpPr>
        <p:spPr/>
        <p:txBody>
          <a:bodyPr/>
          <a:lstStyle>
            <a:lvl1pPr>
              <a:lnSpc>
                <a:spcPct val="100000"/>
              </a:lnSpc>
              <a:defRPr>
                <a:solidFill>
                  <a:schemeClr val="bg1"/>
                </a:solidFill>
              </a:defRPr>
            </a:lvl1pPr>
          </a:lstStyle>
          <a:p>
            <a:endParaRPr lang="en-GB"/>
          </a:p>
        </p:txBody>
      </p:sp>
    </p:spTree>
    <p:custDataLst>
      <p:tags r:id="rId1"/>
    </p:custDataLst>
    <p:extLst>
      <p:ext uri="{BB962C8B-B14F-4D97-AF65-F5344CB8AC3E}">
        <p14:creationId xmlns:p14="http://schemas.microsoft.com/office/powerpoint/2010/main" val="32560372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Key Statement Alternative 2">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4987E5A-4AC6-4082-8355-9708308C8BDA}"/>
              </a:ext>
            </a:extLst>
          </p:cNvPr>
          <p:cNvSpPr>
            <a:spLocks noGrp="1"/>
          </p:cNvSpPr>
          <p:nvPr>
            <p:ph type="pic" sz="quarter" idx="36" hasCustomPrompt="1"/>
          </p:nvPr>
        </p:nvSpPr>
        <p:spPr>
          <a:xfrm>
            <a:off x="0" y="-1"/>
            <a:ext cx="12192000" cy="6858001"/>
          </a:xfrm>
          <a:custGeom>
            <a:avLst/>
            <a:gdLst>
              <a:gd name="connsiteX0" fmla="*/ 11696741 w 12192000"/>
              <a:gd name="connsiteY0" fmla="*/ 6413786 h 6858001"/>
              <a:gd name="connsiteX1" fmla="*/ 11675409 w 12192000"/>
              <a:gd name="connsiteY1" fmla="*/ 6438944 h 6858001"/>
              <a:gd name="connsiteX2" fmla="*/ 11730040 w 12192000"/>
              <a:gd name="connsiteY2" fmla="*/ 6517531 h 6858001"/>
              <a:gd name="connsiteX3" fmla="*/ 11787273 w 12192000"/>
              <a:gd name="connsiteY3" fmla="*/ 6510528 h 6858001"/>
              <a:gd name="connsiteX4" fmla="*/ 11788053 w 12192000"/>
              <a:gd name="connsiteY4" fmla="*/ 6506379 h 6858001"/>
              <a:gd name="connsiteX5" fmla="*/ 11792216 w 12192000"/>
              <a:gd name="connsiteY5" fmla="*/ 6478367 h 6858001"/>
              <a:gd name="connsiteX6" fmla="*/ 11758396 w 12192000"/>
              <a:gd name="connsiteY6" fmla="*/ 6463843 h 6858001"/>
              <a:gd name="connsiteX7" fmla="*/ 11760738 w 12192000"/>
              <a:gd name="connsiteY7" fmla="*/ 6499895 h 6858001"/>
              <a:gd name="connsiteX8" fmla="*/ 11760738 w 12192000"/>
              <a:gd name="connsiteY8" fmla="*/ 6504304 h 6858001"/>
              <a:gd name="connsiteX9" fmla="*/ 11744088 w 12192000"/>
              <a:gd name="connsiteY9" fmla="*/ 6515456 h 6858001"/>
              <a:gd name="connsiteX10" fmla="*/ 11688156 w 12192000"/>
              <a:gd name="connsiteY10" fmla="*/ 6432460 h 6858001"/>
              <a:gd name="connsiteX11" fmla="*/ 11689457 w 12192000"/>
              <a:gd name="connsiteY11" fmla="*/ 6431164 h 6858001"/>
              <a:gd name="connsiteX12" fmla="*/ 11690237 w 12192000"/>
              <a:gd name="connsiteY12" fmla="*/ 6431682 h 6858001"/>
              <a:gd name="connsiteX13" fmla="*/ 11690498 w 12192000"/>
              <a:gd name="connsiteY13" fmla="*/ 6431682 h 6858001"/>
              <a:gd name="connsiteX14" fmla="*/ 11758136 w 12192000"/>
              <a:gd name="connsiteY14" fmla="*/ 6459175 h 6858001"/>
              <a:gd name="connsiteX15" fmla="*/ 11792476 w 12192000"/>
              <a:gd name="connsiteY15" fmla="*/ 6473958 h 6858001"/>
              <a:gd name="connsiteX16" fmla="*/ 11819531 w 12192000"/>
              <a:gd name="connsiteY16" fmla="*/ 6486926 h 6858001"/>
              <a:gd name="connsiteX17" fmla="*/ 11831758 w 12192000"/>
              <a:gd name="connsiteY17" fmla="*/ 6503785 h 6858001"/>
              <a:gd name="connsiteX18" fmla="*/ 11679831 w 12192000"/>
              <a:gd name="connsiteY18" fmla="*/ 6616867 h 6858001"/>
              <a:gd name="connsiteX19" fmla="*/ 11679311 w 12192000"/>
              <a:gd name="connsiteY19" fmla="*/ 6617386 h 6858001"/>
              <a:gd name="connsiteX20" fmla="*/ 11678271 w 12192000"/>
              <a:gd name="connsiteY20" fmla="*/ 6618942 h 6858001"/>
              <a:gd name="connsiteX21" fmla="*/ 11678010 w 12192000"/>
              <a:gd name="connsiteY21" fmla="*/ 6619461 h 6858001"/>
              <a:gd name="connsiteX22" fmla="*/ 11673328 w 12192000"/>
              <a:gd name="connsiteY22" fmla="*/ 6633725 h 6858001"/>
              <a:gd name="connsiteX23" fmla="*/ 11692319 w 12192000"/>
              <a:gd name="connsiteY23" fmla="*/ 6657587 h 6858001"/>
              <a:gd name="connsiteX24" fmla="*/ 11705066 w 12192000"/>
              <a:gd name="connsiteY24" fmla="*/ 6659921 h 6858001"/>
              <a:gd name="connsiteX25" fmla="*/ 11707667 w 12192000"/>
              <a:gd name="connsiteY25" fmla="*/ 6660180 h 6858001"/>
              <a:gd name="connsiteX26" fmla="*/ 11833840 w 12192000"/>
              <a:gd name="connsiteY26" fmla="*/ 6635282 h 6858001"/>
              <a:gd name="connsiteX27" fmla="*/ 11843465 w 12192000"/>
              <a:gd name="connsiteY27" fmla="*/ 6609086 h 6858001"/>
              <a:gd name="connsiteX28" fmla="*/ 11799500 w 12192000"/>
              <a:gd name="connsiteY28" fmla="*/ 6583409 h 6858001"/>
              <a:gd name="connsiteX29" fmla="*/ 11790135 w 12192000"/>
              <a:gd name="connsiteY29" fmla="*/ 6589634 h 6858001"/>
              <a:gd name="connsiteX30" fmla="*/ 11825255 w 12192000"/>
              <a:gd name="connsiteY30" fmla="*/ 6612976 h 6858001"/>
              <a:gd name="connsiteX31" fmla="*/ 11823434 w 12192000"/>
              <a:gd name="connsiteY31" fmla="*/ 6616608 h 6858001"/>
              <a:gd name="connsiteX32" fmla="*/ 11821092 w 12192000"/>
              <a:gd name="connsiteY32" fmla="*/ 6616608 h 6858001"/>
              <a:gd name="connsiteX33" fmla="*/ 11743568 w 12192000"/>
              <a:gd name="connsiteY33" fmla="*/ 6621795 h 6858001"/>
              <a:gd name="connsiteX34" fmla="*/ 11736284 w 12192000"/>
              <a:gd name="connsiteY34" fmla="*/ 6622054 h 6858001"/>
              <a:gd name="connsiteX35" fmla="*/ 11748251 w 12192000"/>
              <a:gd name="connsiteY35" fmla="*/ 6612458 h 6858001"/>
              <a:gd name="connsiteX36" fmla="*/ 11871301 w 12192000"/>
              <a:gd name="connsiteY36" fmla="*/ 6530240 h 6858001"/>
              <a:gd name="connsiteX37" fmla="*/ 11841124 w 12192000"/>
              <a:gd name="connsiteY37" fmla="*/ 6451912 h 6858001"/>
              <a:gd name="connsiteX38" fmla="*/ 11696741 w 12192000"/>
              <a:gd name="connsiteY38" fmla="*/ 6413786 h 6858001"/>
              <a:gd name="connsiteX39" fmla="*/ 11759176 w 12192000"/>
              <a:gd name="connsiteY39" fmla="*/ 6303891 h 6858001"/>
              <a:gd name="connsiteX40" fmla="*/ 11641467 w 12192000"/>
              <a:gd name="connsiteY40" fmla="*/ 6408732 h 6858001"/>
              <a:gd name="connsiteX41" fmla="*/ 11597457 w 12192000"/>
              <a:gd name="connsiteY41" fmla="*/ 6477501 h 6858001"/>
              <a:gd name="connsiteX42" fmla="*/ 11615946 w 12192000"/>
              <a:gd name="connsiteY42" fmla="*/ 6498261 h 6858001"/>
              <a:gd name="connsiteX43" fmla="*/ 11737041 w 12192000"/>
              <a:gd name="connsiteY43" fmla="*/ 6560802 h 6858001"/>
              <a:gd name="connsiteX44" fmla="*/ 11746676 w 12192000"/>
              <a:gd name="connsiteY44" fmla="*/ 6554834 h 6858001"/>
              <a:gd name="connsiteX45" fmla="*/ 11639384 w 12192000"/>
              <a:gd name="connsiteY45" fmla="*/ 6495666 h 6858001"/>
              <a:gd name="connsiteX46" fmla="*/ 11622717 w 12192000"/>
              <a:gd name="connsiteY46" fmla="*/ 6480096 h 6858001"/>
              <a:gd name="connsiteX47" fmla="*/ 11652405 w 12192000"/>
              <a:gd name="connsiteY47" fmla="*/ 6448955 h 6858001"/>
              <a:gd name="connsiteX48" fmla="*/ 11668811 w 12192000"/>
              <a:gd name="connsiteY48" fmla="*/ 6432606 h 6858001"/>
              <a:gd name="connsiteX49" fmla="*/ 11670895 w 12192000"/>
              <a:gd name="connsiteY49" fmla="*/ 6415738 h 6858001"/>
              <a:gd name="connsiteX50" fmla="*/ 11692249 w 12192000"/>
              <a:gd name="connsiteY50" fmla="*/ 6408991 h 6858001"/>
              <a:gd name="connsiteX51" fmla="*/ 11720374 w 12192000"/>
              <a:gd name="connsiteY51" fmla="*/ 6380705 h 6858001"/>
              <a:gd name="connsiteX52" fmla="*/ 11743291 w 12192000"/>
              <a:gd name="connsiteY52" fmla="*/ 6362799 h 6858001"/>
              <a:gd name="connsiteX53" fmla="*/ 11749801 w 12192000"/>
              <a:gd name="connsiteY53" fmla="*/ 6375255 h 6858001"/>
              <a:gd name="connsiteX54" fmla="*/ 11754749 w 12192000"/>
              <a:gd name="connsiteY54" fmla="*/ 6420669 h 6858001"/>
              <a:gd name="connsiteX55" fmla="*/ 11793812 w 12192000"/>
              <a:gd name="connsiteY55" fmla="*/ 6431568 h 6858001"/>
              <a:gd name="connsiteX56" fmla="*/ 11759176 w 12192000"/>
              <a:gd name="connsiteY56" fmla="*/ 6303891 h 6858001"/>
              <a:gd name="connsiteX57" fmla="*/ 0 w 12192000"/>
              <a:gd name="connsiteY57" fmla="*/ 0 h 6858001"/>
              <a:gd name="connsiteX58" fmla="*/ 12192000 w 12192000"/>
              <a:gd name="connsiteY58" fmla="*/ 0 h 6858001"/>
              <a:gd name="connsiteX59" fmla="*/ 12192000 w 12192000"/>
              <a:gd name="connsiteY59" fmla="*/ 6858001 h 6858001"/>
              <a:gd name="connsiteX60" fmla="*/ 0 w 12192000"/>
              <a:gd name="connsiteY60"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2192000" h="6858001">
                <a:moveTo>
                  <a:pt x="11696741" y="6413786"/>
                </a:moveTo>
                <a:cubicBezTo>
                  <a:pt x="11675409" y="6410933"/>
                  <a:pt x="11666824" y="6418714"/>
                  <a:pt x="11675409" y="6438944"/>
                </a:cubicBezTo>
                <a:cubicBezTo>
                  <a:pt x="11684254" y="6458915"/>
                  <a:pt x="11706627" y="6492373"/>
                  <a:pt x="11730040" y="6517531"/>
                </a:cubicBezTo>
                <a:cubicBezTo>
                  <a:pt x="11753714" y="6542430"/>
                  <a:pt x="11779208" y="6549433"/>
                  <a:pt x="11787273" y="6510528"/>
                </a:cubicBezTo>
                <a:cubicBezTo>
                  <a:pt x="11787533" y="6509232"/>
                  <a:pt x="11787793" y="6507935"/>
                  <a:pt x="11788053" y="6506379"/>
                </a:cubicBezTo>
                <a:cubicBezTo>
                  <a:pt x="11789874" y="6496523"/>
                  <a:pt x="11791435" y="6486926"/>
                  <a:pt x="11792216" y="6478367"/>
                </a:cubicBezTo>
                <a:cubicBezTo>
                  <a:pt x="11781810" y="6473699"/>
                  <a:pt x="11770103" y="6468771"/>
                  <a:pt x="11758396" y="6463843"/>
                </a:cubicBezTo>
                <a:cubicBezTo>
                  <a:pt x="11759177" y="6472661"/>
                  <a:pt x="11760217" y="6487964"/>
                  <a:pt x="11760738" y="6499895"/>
                </a:cubicBezTo>
                <a:cubicBezTo>
                  <a:pt x="11760738" y="6501191"/>
                  <a:pt x="11760738" y="6502748"/>
                  <a:pt x="11760738" y="6504304"/>
                </a:cubicBezTo>
                <a:cubicBezTo>
                  <a:pt x="11761518" y="6523237"/>
                  <a:pt x="11755014" y="6523237"/>
                  <a:pt x="11744088" y="6515456"/>
                </a:cubicBezTo>
                <a:cubicBezTo>
                  <a:pt x="11731341" y="6506379"/>
                  <a:pt x="11692579" y="6455284"/>
                  <a:pt x="11688156" y="6432460"/>
                </a:cubicBezTo>
                <a:cubicBezTo>
                  <a:pt x="11687896" y="6431164"/>
                  <a:pt x="11688676" y="6430904"/>
                  <a:pt x="11689457" y="6431164"/>
                </a:cubicBezTo>
                <a:cubicBezTo>
                  <a:pt x="11689717" y="6431423"/>
                  <a:pt x="11689977" y="6431423"/>
                  <a:pt x="11690237" y="6431682"/>
                </a:cubicBezTo>
                <a:cubicBezTo>
                  <a:pt x="11690237" y="6431682"/>
                  <a:pt x="11690237" y="6431682"/>
                  <a:pt x="11690498" y="6431682"/>
                </a:cubicBezTo>
                <a:cubicBezTo>
                  <a:pt x="11699082" y="6435054"/>
                  <a:pt x="11728479" y="6446725"/>
                  <a:pt x="11758136" y="6459175"/>
                </a:cubicBezTo>
                <a:cubicBezTo>
                  <a:pt x="11769843" y="6464103"/>
                  <a:pt x="11781810" y="6469290"/>
                  <a:pt x="11792476" y="6473958"/>
                </a:cubicBezTo>
                <a:cubicBezTo>
                  <a:pt x="11803142" y="6478627"/>
                  <a:pt x="11812507" y="6483295"/>
                  <a:pt x="11819531" y="6486926"/>
                </a:cubicBezTo>
                <a:cubicBezTo>
                  <a:pt x="11832279" y="6493670"/>
                  <a:pt x="11837221" y="6498338"/>
                  <a:pt x="11831758" y="6503785"/>
                </a:cubicBezTo>
                <a:cubicBezTo>
                  <a:pt x="11805223" y="6531018"/>
                  <a:pt x="11711830" y="6569404"/>
                  <a:pt x="11679831" y="6616867"/>
                </a:cubicBezTo>
                <a:cubicBezTo>
                  <a:pt x="11679831" y="6616867"/>
                  <a:pt x="11679571" y="6617126"/>
                  <a:pt x="11679311" y="6617386"/>
                </a:cubicBezTo>
                <a:cubicBezTo>
                  <a:pt x="11679051" y="6617904"/>
                  <a:pt x="11678531" y="6618423"/>
                  <a:pt x="11678271" y="6618942"/>
                </a:cubicBezTo>
                <a:cubicBezTo>
                  <a:pt x="11678271" y="6619201"/>
                  <a:pt x="11678271" y="6619461"/>
                  <a:pt x="11678010" y="6619461"/>
                </a:cubicBezTo>
                <a:cubicBezTo>
                  <a:pt x="11676450" y="6622573"/>
                  <a:pt x="11674108" y="6627501"/>
                  <a:pt x="11673328" y="6633725"/>
                </a:cubicBezTo>
                <a:cubicBezTo>
                  <a:pt x="11672027" y="6644100"/>
                  <a:pt x="11677490" y="6653696"/>
                  <a:pt x="11692319" y="6657587"/>
                </a:cubicBezTo>
                <a:cubicBezTo>
                  <a:pt x="11696221" y="6658624"/>
                  <a:pt x="11700383" y="6659402"/>
                  <a:pt x="11705066" y="6659921"/>
                </a:cubicBezTo>
                <a:cubicBezTo>
                  <a:pt x="11705846" y="6660180"/>
                  <a:pt x="11706887" y="6660180"/>
                  <a:pt x="11707667" y="6660180"/>
                </a:cubicBezTo>
                <a:cubicBezTo>
                  <a:pt x="11736544" y="6661477"/>
                  <a:pt x="11811207" y="6645137"/>
                  <a:pt x="11833840" y="6635282"/>
                </a:cubicBezTo>
                <a:cubicBezTo>
                  <a:pt x="11857253" y="6624907"/>
                  <a:pt x="11850229" y="6614533"/>
                  <a:pt x="11843465" y="6609086"/>
                </a:cubicBezTo>
                <a:cubicBezTo>
                  <a:pt x="11838262" y="6604936"/>
                  <a:pt x="11812247" y="6590412"/>
                  <a:pt x="11799500" y="6583409"/>
                </a:cubicBezTo>
                <a:cubicBezTo>
                  <a:pt x="11796118" y="6585743"/>
                  <a:pt x="11793516" y="6587300"/>
                  <a:pt x="11790135" y="6589634"/>
                </a:cubicBezTo>
                <a:cubicBezTo>
                  <a:pt x="11811727" y="6602602"/>
                  <a:pt x="11820312" y="6609086"/>
                  <a:pt x="11825255" y="6612976"/>
                </a:cubicBezTo>
                <a:cubicBezTo>
                  <a:pt x="11827336" y="6614533"/>
                  <a:pt x="11826295" y="6616348"/>
                  <a:pt x="11823434" y="6616608"/>
                </a:cubicBezTo>
                <a:cubicBezTo>
                  <a:pt x="11822653" y="6616608"/>
                  <a:pt x="11821873" y="6616608"/>
                  <a:pt x="11821092" y="6616608"/>
                </a:cubicBezTo>
                <a:cubicBezTo>
                  <a:pt x="11800540" y="6618164"/>
                  <a:pt x="11761778" y="6620757"/>
                  <a:pt x="11743568" y="6621795"/>
                </a:cubicBezTo>
                <a:cubicBezTo>
                  <a:pt x="11740966" y="6622054"/>
                  <a:pt x="11737845" y="6622054"/>
                  <a:pt x="11736284" y="6622054"/>
                </a:cubicBezTo>
                <a:cubicBezTo>
                  <a:pt x="11740706" y="6617904"/>
                  <a:pt x="11745649" y="6614273"/>
                  <a:pt x="11748251" y="6612458"/>
                </a:cubicBezTo>
                <a:cubicBezTo>
                  <a:pt x="11787273" y="6584965"/>
                  <a:pt x="11852050" y="6546580"/>
                  <a:pt x="11871301" y="6530240"/>
                </a:cubicBezTo>
                <a:cubicBezTo>
                  <a:pt x="11885349" y="6518050"/>
                  <a:pt x="11923851" y="6480961"/>
                  <a:pt x="11841124" y="6451912"/>
                </a:cubicBezTo>
                <a:cubicBezTo>
                  <a:pt x="11817450" y="6443872"/>
                  <a:pt x="11758657" y="6422086"/>
                  <a:pt x="11696741" y="6413786"/>
                </a:cubicBezTo>
                <a:close/>
                <a:moveTo>
                  <a:pt x="11759176" y="6303891"/>
                </a:moveTo>
                <a:cubicBezTo>
                  <a:pt x="11739124" y="6301296"/>
                  <a:pt x="11708916" y="6326468"/>
                  <a:pt x="11641467" y="6408732"/>
                </a:cubicBezTo>
                <a:cubicBezTo>
                  <a:pt x="11628967" y="6423783"/>
                  <a:pt x="11599800" y="6460633"/>
                  <a:pt x="11597457" y="6477501"/>
                </a:cubicBezTo>
                <a:cubicBezTo>
                  <a:pt x="11595894" y="6489438"/>
                  <a:pt x="11608655" y="6494628"/>
                  <a:pt x="11615946" y="6498261"/>
                </a:cubicBezTo>
                <a:cubicBezTo>
                  <a:pt x="11622717" y="6501894"/>
                  <a:pt x="11700843" y="6540561"/>
                  <a:pt x="11737041" y="6560802"/>
                </a:cubicBezTo>
                <a:cubicBezTo>
                  <a:pt x="11740166" y="6558726"/>
                  <a:pt x="11743291" y="6556650"/>
                  <a:pt x="11746676" y="6554834"/>
                </a:cubicBezTo>
                <a:cubicBezTo>
                  <a:pt x="11725062" y="6543156"/>
                  <a:pt x="11664124" y="6510458"/>
                  <a:pt x="11639384" y="6495666"/>
                </a:cubicBezTo>
                <a:cubicBezTo>
                  <a:pt x="11629228" y="6489698"/>
                  <a:pt x="11622196" y="6484767"/>
                  <a:pt x="11622717" y="6480096"/>
                </a:cubicBezTo>
                <a:cubicBezTo>
                  <a:pt x="11623498" y="6474387"/>
                  <a:pt x="11638342" y="6462968"/>
                  <a:pt x="11652405" y="6448955"/>
                </a:cubicBezTo>
                <a:cubicBezTo>
                  <a:pt x="11656051" y="6445322"/>
                  <a:pt x="11662040" y="6439353"/>
                  <a:pt x="11668811" y="6432606"/>
                </a:cubicBezTo>
                <a:cubicBezTo>
                  <a:pt x="11666988" y="6425600"/>
                  <a:pt x="11667769" y="6419890"/>
                  <a:pt x="11670895" y="6415738"/>
                </a:cubicBezTo>
                <a:cubicBezTo>
                  <a:pt x="11674801" y="6410548"/>
                  <a:pt x="11681832" y="6408472"/>
                  <a:pt x="11692249" y="6408991"/>
                </a:cubicBezTo>
                <a:cubicBezTo>
                  <a:pt x="11705009" y="6396275"/>
                  <a:pt x="11716468" y="6384857"/>
                  <a:pt x="11720374" y="6380705"/>
                </a:cubicBezTo>
                <a:cubicBezTo>
                  <a:pt x="11729489" y="6371622"/>
                  <a:pt x="11739124" y="6362280"/>
                  <a:pt x="11743291" y="6362799"/>
                </a:cubicBezTo>
                <a:cubicBezTo>
                  <a:pt x="11746676" y="6363318"/>
                  <a:pt x="11748499" y="6366432"/>
                  <a:pt x="11749801" y="6375255"/>
                </a:cubicBezTo>
                <a:cubicBezTo>
                  <a:pt x="11750843" y="6383041"/>
                  <a:pt x="11753447" y="6405618"/>
                  <a:pt x="11754749" y="6420669"/>
                </a:cubicBezTo>
                <a:cubicBezTo>
                  <a:pt x="11768812" y="6424043"/>
                  <a:pt x="11781833" y="6427935"/>
                  <a:pt x="11793812" y="6431568"/>
                </a:cubicBezTo>
                <a:cubicBezTo>
                  <a:pt x="11792249" y="6328544"/>
                  <a:pt x="11780531" y="6306746"/>
                  <a:pt x="11759176" y="6303891"/>
                </a:cubicBezTo>
                <a:close/>
                <a:moveTo>
                  <a:pt x="0" y="0"/>
                </a:moveTo>
                <a:lnTo>
                  <a:pt x="12192000" y="0"/>
                </a:lnTo>
                <a:lnTo>
                  <a:pt x="12192000" y="6858001"/>
                </a:lnTo>
                <a:lnTo>
                  <a:pt x="0" y="6858001"/>
                </a:lnTo>
                <a:close/>
              </a:path>
            </a:pathLst>
          </a:custGeom>
          <a:noFill/>
        </p:spPr>
        <p:txBody>
          <a:bodyPr wrap="square" lIns="0" tIns="0" rIns="6588000" bIns="0" anchor="ctr" anchorCtr="0">
            <a:noAutofit/>
          </a:bodyPr>
          <a:lstStyle>
            <a:lvl1pPr marL="0" marR="0" indent="0" algn="r" defTabSz="914400" rtl="0" eaLnBrk="1" fontAlgn="auto" latinLnBrk="0" hangingPunct="1">
              <a:lnSpc>
                <a:spcPct val="100000"/>
              </a:lnSpc>
              <a:spcBef>
                <a:spcPts val="0"/>
              </a:spcBef>
              <a:spcAft>
                <a:spcPts val="600"/>
              </a:spcAft>
              <a:buClrTx/>
              <a:buSzTx/>
              <a:buFont typeface="Arial" panose="020B0604020202020204" pitchFamily="34" charset="0"/>
              <a:buNone/>
              <a:tabLst/>
              <a:defRPr sz="1600" b="1">
                <a:solidFill>
                  <a:schemeClr val="bg1"/>
                </a:solidFill>
              </a:defRPr>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4" name="Slide Number Placeholder 3">
            <a:extLst>
              <a:ext uri="{FF2B5EF4-FFF2-40B4-BE49-F238E27FC236}">
                <a16:creationId xmlns:a16="http://schemas.microsoft.com/office/drawing/2014/main" id="{DB8C36B2-DE1A-4EDF-9151-6195BF6EA0DD}"/>
              </a:ext>
            </a:extLst>
          </p:cNvPr>
          <p:cNvSpPr>
            <a:spLocks noGrp="1"/>
          </p:cNvSpPr>
          <p:nvPr>
            <p:ph type="sldNum" sz="quarter" idx="16"/>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11" name="Title 10">
            <a:extLst>
              <a:ext uri="{FF2B5EF4-FFF2-40B4-BE49-F238E27FC236}">
                <a16:creationId xmlns:a16="http://schemas.microsoft.com/office/drawing/2014/main" id="{3A7F1880-4AC1-4D46-9996-85279490A2EA}"/>
              </a:ext>
            </a:extLst>
          </p:cNvPr>
          <p:cNvSpPr>
            <a:spLocks noGrp="1"/>
          </p:cNvSpPr>
          <p:nvPr>
            <p:ph type="title" hasCustomPrompt="1"/>
          </p:nvPr>
        </p:nvSpPr>
        <p:spPr>
          <a:xfrm>
            <a:off x="6075818" y="1"/>
            <a:ext cx="6116183" cy="5588001"/>
          </a:xfrm>
          <a:custGeom>
            <a:avLst/>
            <a:gdLst>
              <a:gd name="connsiteX0" fmla="*/ 354640 w 6116183"/>
              <a:gd name="connsiteY0" fmla="*/ 0 h 5588001"/>
              <a:gd name="connsiteX1" fmla="*/ 6116183 w 6116183"/>
              <a:gd name="connsiteY1" fmla="*/ 0 h 5588001"/>
              <a:gd name="connsiteX2" fmla="*/ 6116183 w 6116183"/>
              <a:gd name="connsiteY2" fmla="*/ 4944550 h 5588001"/>
              <a:gd name="connsiteX3" fmla="*/ 6115373 w 6116183"/>
              <a:gd name="connsiteY3" fmla="*/ 4945083 h 5588001"/>
              <a:gd name="connsiteX4" fmla="*/ 5897930 w 6116183"/>
              <a:gd name="connsiteY4" fmla="*/ 5077183 h 5588001"/>
              <a:gd name="connsiteX5" fmla="*/ 5808870 w 6116183"/>
              <a:gd name="connsiteY5" fmla="*/ 5126964 h 5588001"/>
              <a:gd name="connsiteX6" fmla="*/ 5497342 w 6116183"/>
              <a:gd name="connsiteY6" fmla="*/ 5277035 h 5588001"/>
              <a:gd name="connsiteX7" fmla="*/ 5497341 w 6116183"/>
              <a:gd name="connsiteY7" fmla="*/ 5277035 h 5588001"/>
              <a:gd name="connsiteX8" fmla="*/ 5475237 w 6116183"/>
              <a:gd name="connsiteY8" fmla="*/ 5285126 h 5588001"/>
              <a:gd name="connsiteX9" fmla="*/ 5133783 w 6116183"/>
              <a:gd name="connsiteY9" fmla="*/ 5410099 h 5588001"/>
              <a:gd name="connsiteX10" fmla="*/ 3957070 w 6116183"/>
              <a:gd name="connsiteY10" fmla="*/ 5588001 h 5588001"/>
              <a:gd name="connsiteX11" fmla="*/ 0 w 6116183"/>
              <a:gd name="connsiteY11" fmla="*/ 1630931 h 5588001"/>
              <a:gd name="connsiteX12" fmla="*/ 310966 w 6116183"/>
              <a:gd name="connsiteY12" fmla="*/ 9066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16183" h="5588001">
                <a:moveTo>
                  <a:pt x="354640" y="0"/>
                </a:moveTo>
                <a:lnTo>
                  <a:pt x="6116183" y="0"/>
                </a:lnTo>
                <a:lnTo>
                  <a:pt x="6116183" y="4944550"/>
                </a:lnTo>
                <a:lnTo>
                  <a:pt x="6115373" y="4945083"/>
                </a:lnTo>
                <a:lnTo>
                  <a:pt x="5897930" y="5077183"/>
                </a:lnTo>
                <a:lnTo>
                  <a:pt x="5808870" y="5126964"/>
                </a:lnTo>
                <a:lnTo>
                  <a:pt x="5497342" y="5277035"/>
                </a:lnTo>
                <a:lnTo>
                  <a:pt x="5497341" y="5277035"/>
                </a:lnTo>
                <a:lnTo>
                  <a:pt x="5475237" y="5285126"/>
                </a:lnTo>
                <a:lnTo>
                  <a:pt x="5133783" y="5410099"/>
                </a:lnTo>
                <a:cubicBezTo>
                  <a:pt x="4762059" y="5525718"/>
                  <a:pt x="4366839" y="5588001"/>
                  <a:pt x="3957070" y="5588001"/>
                </a:cubicBezTo>
                <a:cubicBezTo>
                  <a:pt x="1771641" y="5588001"/>
                  <a:pt x="0" y="3816361"/>
                  <a:pt x="0" y="1630931"/>
                </a:cubicBezTo>
                <a:cubicBezTo>
                  <a:pt x="0" y="1084574"/>
                  <a:pt x="110728" y="564078"/>
                  <a:pt x="310966" y="90661"/>
                </a:cubicBezTo>
                <a:close/>
              </a:path>
            </a:pathLst>
          </a:custGeom>
          <a:solidFill>
            <a:schemeClr val="bg1"/>
          </a:solidFill>
        </p:spPr>
        <p:txBody>
          <a:bodyPr wrap="square" lIns="576000" tIns="360000" rIns="396000" bIns="1368000" anchor="ctr" anchorCtr="0">
            <a:noAutofit/>
          </a:bodyPr>
          <a:lstStyle>
            <a:lvl1pPr algn="ctr">
              <a:lnSpc>
                <a:spcPct val="100000"/>
              </a:lnSpc>
              <a:defRPr>
                <a:solidFill>
                  <a:schemeClr val="accent1"/>
                </a:solidFill>
              </a:defRPr>
            </a:lvl1pPr>
          </a:lstStyle>
          <a:p>
            <a:r>
              <a:rPr lang="en-US"/>
              <a:t>Click to add </a:t>
            </a:r>
            <a:br>
              <a:rPr lang="en-US"/>
            </a:br>
            <a:r>
              <a:rPr lang="en-US"/>
              <a:t>key statement</a:t>
            </a:r>
          </a:p>
        </p:txBody>
      </p:sp>
    </p:spTree>
    <p:custDataLst>
      <p:tags r:id="rId1"/>
    </p:custDataLst>
    <p:extLst>
      <p:ext uri="{BB962C8B-B14F-4D97-AF65-F5344CB8AC3E}">
        <p14:creationId xmlns:p14="http://schemas.microsoft.com/office/powerpoint/2010/main" val="21636257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Key Statement Alternativ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19641-D30A-4DF2-BE88-21F4A0002CF9}"/>
              </a:ext>
            </a:extLst>
          </p:cNvPr>
          <p:cNvSpPr>
            <a:spLocks noGrp="1"/>
          </p:cNvSpPr>
          <p:nvPr>
            <p:ph type="title" hasCustomPrompt="1"/>
          </p:nvPr>
        </p:nvSpPr>
        <p:spPr>
          <a:xfrm>
            <a:off x="407987" y="1993901"/>
            <a:ext cx="4570413" cy="2288540"/>
          </a:xfrm>
        </p:spPr>
        <p:txBody>
          <a:bodyPr vert="horz" lIns="0" tIns="0" rIns="0" bIns="0" rtlCol="0" anchor="ctr" anchorCtr="0">
            <a:normAutofit/>
          </a:bodyPr>
          <a:lstStyle>
            <a:lvl1pPr algn="l">
              <a:defRPr lang="en-US" sz="6000">
                <a:solidFill>
                  <a:schemeClr val="bg1"/>
                </a:solidFill>
              </a:defRPr>
            </a:lvl1pPr>
          </a:lstStyle>
          <a:p>
            <a:pPr marL="0" lvl="0" algn="ctr"/>
            <a:r>
              <a:rPr lang="en-US"/>
              <a:t>Click to add key statement</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9" name="Picture Placeholder 8">
            <a:extLst>
              <a:ext uri="{FF2B5EF4-FFF2-40B4-BE49-F238E27FC236}">
                <a16:creationId xmlns:a16="http://schemas.microsoft.com/office/drawing/2014/main" id="{327E92E2-B66F-49A8-A639-B009FB80E817}"/>
              </a:ext>
            </a:extLst>
          </p:cNvPr>
          <p:cNvSpPr>
            <a:spLocks noGrp="1"/>
          </p:cNvSpPr>
          <p:nvPr>
            <p:ph type="pic" sz="quarter" idx="13" hasCustomPrompt="1"/>
          </p:nvPr>
        </p:nvSpPr>
        <p:spPr>
          <a:xfrm>
            <a:off x="5460132" y="0"/>
            <a:ext cx="6731869" cy="6858000"/>
          </a:xfrm>
          <a:custGeom>
            <a:avLst/>
            <a:gdLst>
              <a:gd name="connsiteX0" fmla="*/ 2376274 w 6731869"/>
              <a:gd name="connsiteY0" fmla="*/ 0 h 6858000"/>
              <a:gd name="connsiteX1" fmla="*/ 5054843 w 6731869"/>
              <a:gd name="connsiteY1" fmla="*/ 0 h 6858000"/>
              <a:gd name="connsiteX2" fmla="*/ 5161821 w 6731869"/>
              <a:gd name="connsiteY2" fmla="*/ 42383 h 6858000"/>
              <a:gd name="connsiteX3" fmla="*/ 6582663 w 6731869"/>
              <a:gd name="connsiteY3" fmla="*/ 1107621 h 6858000"/>
              <a:gd name="connsiteX4" fmla="*/ 6731869 w 6731869"/>
              <a:gd name="connsiteY4" fmla="*/ 1308112 h 6858000"/>
              <a:gd name="connsiteX5" fmla="*/ 6731869 w 6731869"/>
              <a:gd name="connsiteY5" fmla="*/ 5656777 h 6858000"/>
              <a:gd name="connsiteX6" fmla="*/ 6582663 w 6731869"/>
              <a:gd name="connsiteY6" fmla="*/ 5857268 h 6858000"/>
              <a:gd name="connsiteX7" fmla="*/ 5326406 w 6731869"/>
              <a:gd name="connsiteY7" fmla="*/ 6847739 h 6858000"/>
              <a:gd name="connsiteX8" fmla="*/ 5303818 w 6731869"/>
              <a:gd name="connsiteY8" fmla="*/ 6858000 h 6858000"/>
              <a:gd name="connsiteX9" fmla="*/ 2127298 w 6731869"/>
              <a:gd name="connsiteY9" fmla="*/ 6858000 h 6858000"/>
              <a:gd name="connsiteX10" fmla="*/ 2104710 w 6731869"/>
              <a:gd name="connsiteY10" fmla="*/ 6847739 h 6858000"/>
              <a:gd name="connsiteX11" fmla="*/ 0 w 6731869"/>
              <a:gd name="connsiteY11" fmla="*/ 3482444 h 6858000"/>
              <a:gd name="connsiteX12" fmla="*/ 2269295 w 6731869"/>
              <a:gd name="connsiteY12" fmla="*/ 423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31869" h="6858000">
                <a:moveTo>
                  <a:pt x="2376274" y="0"/>
                </a:moveTo>
                <a:lnTo>
                  <a:pt x="5054843" y="0"/>
                </a:lnTo>
                <a:lnTo>
                  <a:pt x="5161821" y="42383"/>
                </a:lnTo>
                <a:cubicBezTo>
                  <a:pt x="5717475" y="278537"/>
                  <a:pt x="6204059" y="646648"/>
                  <a:pt x="6582663" y="1107621"/>
                </a:cubicBezTo>
                <a:lnTo>
                  <a:pt x="6731869" y="1308112"/>
                </a:lnTo>
                <a:lnTo>
                  <a:pt x="6731869" y="5656777"/>
                </a:lnTo>
                <a:lnTo>
                  <a:pt x="6582663" y="5857268"/>
                </a:lnTo>
                <a:cubicBezTo>
                  <a:pt x="6241919" y="6272143"/>
                  <a:pt x="5813712" y="6611800"/>
                  <a:pt x="5326406" y="6847739"/>
                </a:cubicBezTo>
                <a:lnTo>
                  <a:pt x="5303818" y="6858000"/>
                </a:lnTo>
                <a:lnTo>
                  <a:pt x="2127298" y="6858000"/>
                </a:lnTo>
                <a:lnTo>
                  <a:pt x="2104710" y="6847739"/>
                </a:lnTo>
                <a:cubicBezTo>
                  <a:pt x="859373" y="6244784"/>
                  <a:pt x="0" y="4964456"/>
                  <a:pt x="0" y="3482444"/>
                </a:cubicBezTo>
                <a:cubicBezTo>
                  <a:pt x="0" y="1935997"/>
                  <a:pt x="935726" y="609153"/>
                  <a:pt x="2269295" y="42383"/>
                </a:cubicBezTo>
                <a:close/>
              </a:path>
            </a:pathLst>
          </a:custGeom>
          <a:solidFill>
            <a:schemeClr val="bg1"/>
          </a:solidFill>
        </p:spPr>
        <p:txBody>
          <a:bodyPr wrap="square" tIns="360000" bIns="684000" anchor="ctr" anchorCtr="0">
            <a:noAutofit/>
          </a:bodyPr>
          <a:lstStyle>
            <a:lvl1pPr marL="0" indent="0" algn="ctr">
              <a:buNone/>
              <a:defRPr sz="1600" b="1">
                <a:solidFill>
                  <a:schemeClr val="tx1"/>
                </a:solidFill>
              </a:defRPr>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Tree>
    <p:custDataLst>
      <p:tags r:id="rId1"/>
    </p:custDataLst>
    <p:extLst>
      <p:ext uri="{BB962C8B-B14F-4D97-AF65-F5344CB8AC3E}">
        <p14:creationId xmlns:p14="http://schemas.microsoft.com/office/powerpoint/2010/main" val="40452269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8DB7B12-48CD-451F-A1A9-30DAE6BA2E3C}"/>
              </a:ext>
            </a:extLst>
          </p:cNvPr>
          <p:cNvSpPr>
            <a:spLocks noGrp="1"/>
          </p:cNvSpPr>
          <p:nvPr>
            <p:ph type="pic" sz="quarter" idx="13" hasCustomPrompt="1"/>
          </p:nvPr>
        </p:nvSpPr>
        <p:spPr>
          <a:xfrm>
            <a:off x="0" y="0"/>
            <a:ext cx="6731869" cy="6858000"/>
          </a:xfrm>
          <a:custGeom>
            <a:avLst/>
            <a:gdLst>
              <a:gd name="connsiteX0" fmla="*/ 1677026 w 6731869"/>
              <a:gd name="connsiteY0" fmla="*/ 0 h 6858000"/>
              <a:gd name="connsiteX1" fmla="*/ 4355595 w 6731869"/>
              <a:gd name="connsiteY1" fmla="*/ 0 h 6858000"/>
              <a:gd name="connsiteX2" fmla="*/ 4462574 w 6731869"/>
              <a:gd name="connsiteY2" fmla="*/ 42383 h 6858000"/>
              <a:gd name="connsiteX3" fmla="*/ 6731869 w 6731869"/>
              <a:gd name="connsiteY3" fmla="*/ 3482444 h 6858000"/>
              <a:gd name="connsiteX4" fmla="*/ 4627159 w 6731869"/>
              <a:gd name="connsiteY4" fmla="*/ 6847739 h 6858000"/>
              <a:gd name="connsiteX5" fmla="*/ 4604571 w 6731869"/>
              <a:gd name="connsiteY5" fmla="*/ 6858000 h 6858000"/>
              <a:gd name="connsiteX6" fmla="*/ 1428051 w 6731869"/>
              <a:gd name="connsiteY6" fmla="*/ 6858000 h 6858000"/>
              <a:gd name="connsiteX7" fmla="*/ 1405463 w 6731869"/>
              <a:gd name="connsiteY7" fmla="*/ 6847739 h 6858000"/>
              <a:gd name="connsiteX8" fmla="*/ 149206 w 6731869"/>
              <a:gd name="connsiteY8" fmla="*/ 5857268 h 6858000"/>
              <a:gd name="connsiteX9" fmla="*/ 0 w 6731869"/>
              <a:gd name="connsiteY9" fmla="*/ 5656777 h 6858000"/>
              <a:gd name="connsiteX10" fmla="*/ 0 w 6731869"/>
              <a:gd name="connsiteY10" fmla="*/ 1308112 h 6858000"/>
              <a:gd name="connsiteX11" fmla="*/ 149206 w 6731869"/>
              <a:gd name="connsiteY11" fmla="*/ 1107621 h 6858000"/>
              <a:gd name="connsiteX12" fmla="*/ 1570048 w 6731869"/>
              <a:gd name="connsiteY12" fmla="*/ 423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31869" h="6858000">
                <a:moveTo>
                  <a:pt x="1677026" y="0"/>
                </a:moveTo>
                <a:lnTo>
                  <a:pt x="4355595" y="0"/>
                </a:lnTo>
                <a:lnTo>
                  <a:pt x="4462574" y="42383"/>
                </a:lnTo>
                <a:cubicBezTo>
                  <a:pt x="5796143" y="609153"/>
                  <a:pt x="6731869" y="1935997"/>
                  <a:pt x="6731869" y="3482444"/>
                </a:cubicBezTo>
                <a:cubicBezTo>
                  <a:pt x="6731869" y="4964456"/>
                  <a:pt x="5872496" y="6244784"/>
                  <a:pt x="4627159" y="6847739"/>
                </a:cubicBezTo>
                <a:lnTo>
                  <a:pt x="4604571" y="6858000"/>
                </a:lnTo>
                <a:lnTo>
                  <a:pt x="1428051" y="6858000"/>
                </a:lnTo>
                <a:lnTo>
                  <a:pt x="1405463" y="6847739"/>
                </a:lnTo>
                <a:cubicBezTo>
                  <a:pt x="918157" y="6611800"/>
                  <a:pt x="489950" y="6272143"/>
                  <a:pt x="149206" y="5857268"/>
                </a:cubicBezTo>
                <a:lnTo>
                  <a:pt x="0" y="5656777"/>
                </a:lnTo>
                <a:lnTo>
                  <a:pt x="0" y="1308112"/>
                </a:lnTo>
                <a:lnTo>
                  <a:pt x="149206" y="1107621"/>
                </a:lnTo>
                <a:cubicBezTo>
                  <a:pt x="527810" y="646648"/>
                  <a:pt x="1014394" y="278537"/>
                  <a:pt x="1570048" y="42383"/>
                </a:cubicBezTo>
                <a:close/>
              </a:path>
            </a:pathLst>
          </a:custGeom>
          <a:solidFill>
            <a:schemeClr val="bg1"/>
          </a:solidFill>
        </p:spPr>
        <p:txBody>
          <a:bodyPr wrap="square" tIns="360000" bIns="684000" anchor="ctr" anchorCtr="0">
            <a:noAutofit/>
          </a:bodyPr>
          <a:lstStyle>
            <a:lvl1pPr marL="0" indent="0" algn="ctr">
              <a:lnSpc>
                <a:spcPct val="100000"/>
              </a:lnSpc>
              <a:buNone/>
              <a:defRPr sz="1600" b="1">
                <a:solidFill>
                  <a:schemeClr val="tx1"/>
                </a:solidFill>
              </a:defRPr>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solidFill>
                  <a:schemeClr val="bg1"/>
                </a:solidFill>
              </a:defRPr>
            </a:lvl1pPr>
          </a:lstStyle>
          <a:p>
            <a:fld id="{F8E47D07-9D1E-4FE9-B31A-2F5863681021}" type="slidenum">
              <a:rPr lang="en-GB" smtClean="0"/>
              <a:pPr/>
              <a:t>‹#›</a:t>
            </a:fld>
            <a:endParaRPr lang="en-GB"/>
          </a:p>
        </p:txBody>
      </p:sp>
      <p:sp>
        <p:nvSpPr>
          <p:cNvPr id="7" name="TextBox 6">
            <a:extLst>
              <a:ext uri="{FF2B5EF4-FFF2-40B4-BE49-F238E27FC236}">
                <a16:creationId xmlns:a16="http://schemas.microsoft.com/office/drawing/2014/main" id="{6064A62C-74DF-483B-9317-9F19F96F45A3}"/>
              </a:ext>
            </a:extLst>
          </p:cNvPr>
          <p:cNvSpPr txBox="1"/>
          <p:nvPr userDrawn="1"/>
        </p:nvSpPr>
        <p:spPr>
          <a:xfrm>
            <a:off x="6731870" y="2967335"/>
            <a:ext cx="5052144" cy="1015663"/>
          </a:xfrm>
          <a:prstGeom prst="rect">
            <a:avLst/>
          </a:prstGeom>
          <a:noFill/>
        </p:spPr>
        <p:txBody>
          <a:bodyPr wrap="square" rtlCol="0">
            <a:spAutoFit/>
          </a:bodyPr>
          <a:lstStyle/>
          <a:p>
            <a:pPr algn="ctr">
              <a:lnSpc>
                <a:spcPct val="100000"/>
              </a:lnSpc>
              <a:spcAft>
                <a:spcPts val="600"/>
              </a:spcAft>
            </a:pPr>
            <a:r>
              <a:rPr lang="en-US" sz="6000" kern="1200">
                <a:solidFill>
                  <a:schemeClr val="bg1"/>
                </a:solidFill>
                <a:latin typeface="+mj-lt"/>
                <a:ea typeface="+mj-ea"/>
                <a:cs typeface="+mj-cs"/>
              </a:rPr>
              <a:t>Thank you.</a:t>
            </a:r>
          </a:p>
        </p:txBody>
      </p:sp>
    </p:spTree>
    <p:custDataLst>
      <p:tags r:id="rId1"/>
    </p:custDataLst>
    <p:extLst>
      <p:ext uri="{BB962C8B-B14F-4D97-AF65-F5344CB8AC3E}">
        <p14:creationId xmlns:p14="http://schemas.microsoft.com/office/powerpoint/2010/main" val="6738602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9E1CF1C-7FA2-4710-BBC2-1C5B7B5ABF0F}"/>
              </a:ext>
            </a:extLst>
          </p:cNvPr>
          <p:cNvSpPr>
            <a:spLocks noGrp="1"/>
          </p:cNvSpPr>
          <p:nvPr>
            <p:ph type="title" hasCustomPrompt="1"/>
          </p:nvPr>
        </p:nvSpPr>
        <p:spPr>
          <a:xfrm>
            <a:off x="1493520" y="0"/>
            <a:ext cx="9204960" cy="6858000"/>
          </a:xfrm>
          <a:custGeom>
            <a:avLst/>
            <a:gdLst>
              <a:gd name="connsiteX0" fmla="*/ 1600111 w 9204960"/>
              <a:gd name="connsiteY0" fmla="*/ 0 h 6858000"/>
              <a:gd name="connsiteX1" fmla="*/ 7604849 w 9204960"/>
              <a:gd name="connsiteY1" fmla="*/ 0 h 6858000"/>
              <a:gd name="connsiteX2" fmla="*/ 7697084 w 9204960"/>
              <a:gd name="connsiteY2" fmla="*/ 79896 h 6858000"/>
              <a:gd name="connsiteX3" fmla="*/ 9204960 w 9204960"/>
              <a:gd name="connsiteY3" fmla="*/ 3486735 h 6858000"/>
              <a:gd name="connsiteX4" fmla="*/ 7856925 w 9204960"/>
              <a:gd name="connsiteY4" fmla="*/ 6741180 h 6858000"/>
              <a:gd name="connsiteX5" fmla="*/ 7734397 w 9204960"/>
              <a:gd name="connsiteY5" fmla="*/ 6858000 h 6858000"/>
              <a:gd name="connsiteX6" fmla="*/ 1470564 w 9204960"/>
              <a:gd name="connsiteY6" fmla="*/ 6858000 h 6858000"/>
              <a:gd name="connsiteX7" fmla="*/ 1348035 w 9204960"/>
              <a:gd name="connsiteY7" fmla="*/ 6741180 h 6858000"/>
              <a:gd name="connsiteX8" fmla="*/ 0 w 9204960"/>
              <a:gd name="connsiteY8" fmla="*/ 3486735 h 6858000"/>
              <a:gd name="connsiteX9" fmla="*/ 1507876 w 9204960"/>
              <a:gd name="connsiteY9" fmla="*/ 7989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04960" h="6858000">
                <a:moveTo>
                  <a:pt x="1600111" y="0"/>
                </a:moveTo>
                <a:lnTo>
                  <a:pt x="7604849" y="0"/>
                </a:lnTo>
                <a:lnTo>
                  <a:pt x="7697084" y="79896"/>
                </a:lnTo>
                <a:cubicBezTo>
                  <a:pt x="8623404" y="921818"/>
                  <a:pt x="9204960" y="2136361"/>
                  <a:pt x="9204960" y="3486735"/>
                </a:cubicBezTo>
                <a:cubicBezTo>
                  <a:pt x="9204960" y="4757675"/>
                  <a:pt x="8689810" y="5908295"/>
                  <a:pt x="7856925" y="6741180"/>
                </a:cubicBezTo>
                <a:lnTo>
                  <a:pt x="7734397" y="6858000"/>
                </a:lnTo>
                <a:lnTo>
                  <a:pt x="1470564" y="6858000"/>
                </a:lnTo>
                <a:lnTo>
                  <a:pt x="1348035" y="6741180"/>
                </a:lnTo>
                <a:cubicBezTo>
                  <a:pt x="515150" y="5908295"/>
                  <a:pt x="0" y="4757675"/>
                  <a:pt x="0" y="3486735"/>
                </a:cubicBezTo>
                <a:cubicBezTo>
                  <a:pt x="0" y="2136361"/>
                  <a:pt x="581556" y="921818"/>
                  <a:pt x="1507876" y="79896"/>
                </a:cubicBezTo>
                <a:close/>
              </a:path>
            </a:pathLst>
          </a:custGeom>
          <a:solidFill>
            <a:schemeClr val="accent1"/>
          </a:solidFill>
        </p:spPr>
        <p:txBody>
          <a:bodyPr wrap="square" lIns="1044000" tIns="1440000" rIns="1044000" bIns="2268000" anchor="ctr" anchorCtr="0">
            <a:noAutofit/>
          </a:bodyPr>
          <a:lstStyle>
            <a:lvl1pPr algn="ctr">
              <a:defRPr baseline="0">
                <a:solidFill>
                  <a:schemeClr val="bg1"/>
                </a:solidFill>
              </a:defRPr>
            </a:lvl1pPr>
          </a:lstStyle>
          <a:p>
            <a:r>
              <a:rPr lang="en-US"/>
              <a:t>“Click to add quote”</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6" name="Text Placeholder 5">
            <a:extLst>
              <a:ext uri="{FF2B5EF4-FFF2-40B4-BE49-F238E27FC236}">
                <a16:creationId xmlns:a16="http://schemas.microsoft.com/office/drawing/2014/main" id="{0DF1B5E0-FD79-4230-B3D0-006D6BDCBC6F}"/>
              </a:ext>
            </a:extLst>
          </p:cNvPr>
          <p:cNvSpPr>
            <a:spLocks noGrp="1"/>
          </p:cNvSpPr>
          <p:nvPr>
            <p:ph type="body" sz="quarter" idx="13" hasCustomPrompt="1"/>
          </p:nvPr>
        </p:nvSpPr>
        <p:spPr>
          <a:xfrm>
            <a:off x="3614057" y="4747984"/>
            <a:ext cx="4963886" cy="1086751"/>
          </a:xfrm>
        </p:spPr>
        <p:txBody>
          <a:bodyPr/>
          <a:lstStyle>
            <a:lvl1pPr marL="0" indent="0" algn="ctr">
              <a:buNone/>
              <a:defRPr b="1">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a:t>Click to add attribution</a:t>
            </a:r>
          </a:p>
        </p:txBody>
      </p:sp>
    </p:spTree>
    <p:custDataLst>
      <p:tags r:id="rId1"/>
    </p:custDataLst>
    <p:extLst>
      <p:ext uri="{BB962C8B-B14F-4D97-AF65-F5344CB8AC3E}">
        <p14:creationId xmlns:p14="http://schemas.microsoft.com/office/powerpoint/2010/main" val="24219648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B80D5A71-6ACC-4545-A46D-A2D8753226D0}"/>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1735533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and 3 Points">
    <p:spTree>
      <p:nvGrpSpPr>
        <p:cNvPr id="1" name=""/>
        <p:cNvGrpSpPr/>
        <p:nvPr/>
      </p:nvGrpSpPr>
      <p:grpSpPr>
        <a:xfrm>
          <a:off x="0" y="0"/>
          <a:ext cx="0" cy="0"/>
          <a:chOff x="0" y="0"/>
          <a:chExt cx="0" cy="0"/>
        </a:xfrm>
      </p:grpSpPr>
      <p:sp>
        <p:nvSpPr>
          <p:cNvPr id="13" name="Picture Placeholder 13">
            <a:extLst>
              <a:ext uri="{FF2B5EF4-FFF2-40B4-BE49-F238E27FC236}">
                <a16:creationId xmlns:a16="http://schemas.microsoft.com/office/drawing/2014/main" id="{40B35679-83CF-4DE2-BCA6-286802F65026}"/>
              </a:ext>
            </a:extLst>
          </p:cNvPr>
          <p:cNvSpPr>
            <a:spLocks noGrp="1"/>
          </p:cNvSpPr>
          <p:nvPr>
            <p:ph type="pic" sz="quarter" idx="20" hasCustomPrompt="1"/>
          </p:nvPr>
        </p:nvSpPr>
        <p:spPr>
          <a:xfrm>
            <a:off x="1" y="0"/>
            <a:ext cx="4622041" cy="6858000"/>
          </a:xfrm>
          <a:custGeom>
            <a:avLst/>
            <a:gdLst>
              <a:gd name="connsiteX0" fmla="*/ 0 w 4622041"/>
              <a:gd name="connsiteY0" fmla="*/ 0 h 6858000"/>
              <a:gd name="connsiteX1" fmla="*/ 1524909 w 4622041"/>
              <a:gd name="connsiteY1" fmla="*/ 0 h 6858000"/>
              <a:gd name="connsiteX2" fmla="*/ 3181350 w 4622041"/>
              <a:gd name="connsiteY2" fmla="*/ 0 h 6858000"/>
              <a:gd name="connsiteX3" fmla="*/ 3848100 w 4622041"/>
              <a:gd name="connsiteY3" fmla="*/ 0 h 6858000"/>
              <a:gd name="connsiteX4" fmla="*/ 4203480 w 4622041"/>
              <a:gd name="connsiteY4" fmla="*/ 0 h 6858000"/>
              <a:gd name="connsiteX5" fmla="*/ 4622041 w 4622041"/>
              <a:gd name="connsiteY5" fmla="*/ 0 h 6858000"/>
              <a:gd name="connsiteX6" fmla="*/ 4491391 w 4622041"/>
              <a:gd name="connsiteY6" fmla="*/ 203795 h 6858000"/>
              <a:gd name="connsiteX7" fmla="*/ 3590925 w 4622041"/>
              <a:gd name="connsiteY7" fmla="*/ 3429000 h 6858000"/>
              <a:gd name="connsiteX8" fmla="*/ 4491391 w 4622041"/>
              <a:gd name="connsiteY8" fmla="*/ 6654205 h 6858000"/>
              <a:gd name="connsiteX9" fmla="*/ 4622041 w 4622041"/>
              <a:gd name="connsiteY9" fmla="*/ 6858000 h 6858000"/>
              <a:gd name="connsiteX10" fmla="*/ 4452454 w 4622041"/>
              <a:gd name="connsiteY10" fmla="*/ 6858000 h 6858000"/>
              <a:gd name="connsiteX11" fmla="*/ 3848100 w 4622041"/>
              <a:gd name="connsiteY11" fmla="*/ 6858000 h 6858000"/>
              <a:gd name="connsiteX12" fmla="*/ 3181350 w 4622041"/>
              <a:gd name="connsiteY12" fmla="*/ 6858000 h 6858000"/>
              <a:gd name="connsiteX13" fmla="*/ 1275934 w 4622041"/>
              <a:gd name="connsiteY13" fmla="*/ 6858000 h 6858000"/>
              <a:gd name="connsiteX14" fmla="*/ 0 w 4622041"/>
              <a:gd name="connsiteY14" fmla="*/ 6858000 h 6858000"/>
              <a:gd name="connsiteX15" fmla="*/ 0 w 4622041"/>
              <a:gd name="connsiteY15" fmla="*/ 5860486 h 6858000"/>
              <a:gd name="connsiteX16" fmla="*/ 0 w 4622041"/>
              <a:gd name="connsiteY16" fmla="*/ 11044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2041" h="6858000">
                <a:moveTo>
                  <a:pt x="0" y="0"/>
                </a:moveTo>
                <a:lnTo>
                  <a:pt x="1524909" y="0"/>
                </a:lnTo>
                <a:lnTo>
                  <a:pt x="3181350" y="0"/>
                </a:lnTo>
                <a:lnTo>
                  <a:pt x="3848100" y="0"/>
                </a:lnTo>
                <a:lnTo>
                  <a:pt x="4203480" y="0"/>
                </a:lnTo>
                <a:lnTo>
                  <a:pt x="4622041" y="0"/>
                </a:lnTo>
                <a:lnTo>
                  <a:pt x="4491391" y="203795"/>
                </a:lnTo>
                <a:cubicBezTo>
                  <a:pt x="3919978" y="1144214"/>
                  <a:pt x="3590925" y="2248180"/>
                  <a:pt x="3590925" y="3429000"/>
                </a:cubicBezTo>
                <a:cubicBezTo>
                  <a:pt x="3590925" y="4609821"/>
                  <a:pt x="3919978" y="5713787"/>
                  <a:pt x="4491391" y="6654205"/>
                </a:cubicBezTo>
                <a:lnTo>
                  <a:pt x="4622041" y="6858000"/>
                </a:lnTo>
                <a:lnTo>
                  <a:pt x="4452454" y="6858000"/>
                </a:lnTo>
                <a:lnTo>
                  <a:pt x="3848100" y="6858000"/>
                </a:lnTo>
                <a:lnTo>
                  <a:pt x="3181350" y="6858000"/>
                </a:lnTo>
                <a:lnTo>
                  <a:pt x="1275934" y="6858000"/>
                </a:lnTo>
                <a:lnTo>
                  <a:pt x="0" y="6858000"/>
                </a:lnTo>
                <a:lnTo>
                  <a:pt x="0" y="5860486"/>
                </a:lnTo>
                <a:lnTo>
                  <a:pt x="0" y="1104402"/>
                </a:lnTo>
                <a:close/>
              </a:path>
            </a:pathLst>
          </a:custGeom>
          <a:solidFill>
            <a:schemeClr val="bg2">
              <a:lumMod val="40000"/>
              <a:lumOff val="60000"/>
            </a:schemeClr>
          </a:solidFill>
        </p:spPr>
        <p:txBody>
          <a:bodyPr vert="horz" wrap="square" lIns="396000" tIns="612000" rIns="576000" bIns="684000" rtlCol="0" anchor="ctr" anchorCtr="0">
            <a:noAutofit/>
          </a:bodyPr>
          <a:lstStyle>
            <a:lvl1pPr marL="0" indent="0" algn="l">
              <a:buNone/>
              <a:defRPr lang="en-US" sz="1600" b="1" dirty="0"/>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359400" y="2110016"/>
            <a:ext cx="6424612" cy="576000"/>
          </a:xfrm>
        </p:spPr>
        <p:txBody>
          <a:bodyPr vert="horz" lIns="0" tIns="0" rIns="0" bIns="0" rtlCol="0" anchor="ctr" anchorCtr="0">
            <a:spAutoFit/>
          </a:bodyPr>
          <a:lstStyle>
            <a:lvl1pPr marL="0" indent="0">
              <a:buNone/>
              <a:defRPr lang="en-US" dirty="0"/>
            </a:lvl1pPr>
          </a:lstStyle>
          <a:p>
            <a:pPr lvl="0"/>
            <a:r>
              <a:rPr lang="en-US"/>
              <a:t>Click to add item</a:t>
            </a:r>
          </a:p>
        </p:txBody>
      </p:sp>
      <p:sp>
        <p:nvSpPr>
          <p:cNvPr id="2" name="Title 1">
            <a:extLst>
              <a:ext uri="{FF2B5EF4-FFF2-40B4-BE49-F238E27FC236}">
                <a16:creationId xmlns:a16="http://schemas.microsoft.com/office/drawing/2014/main" id="{F21FB789-D2DE-40CF-B66E-05E9E8302D6B}"/>
              </a:ext>
            </a:extLst>
          </p:cNvPr>
          <p:cNvSpPr>
            <a:spLocks noGrp="1"/>
          </p:cNvSpPr>
          <p:nvPr>
            <p:ph type="title" hasCustomPrompt="1"/>
          </p:nvPr>
        </p:nvSpPr>
        <p:spPr>
          <a:xfrm>
            <a:off x="4499428" y="404812"/>
            <a:ext cx="7284584" cy="1008063"/>
          </a:xfrm>
        </p:spPr>
        <p:txBody>
          <a:bodyPr anchor="b" anchorCtr="0"/>
          <a:lstStyle>
            <a:lvl1pPr>
              <a:defRPr/>
            </a:lvl1pPr>
          </a:lstStyle>
          <a:p>
            <a:r>
              <a:rPr lang="en-US"/>
              <a:t>Click to enter title here</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p>
            <a:endParaRPr lang="en-GB"/>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359400" y="3202805"/>
            <a:ext cx="6424612" cy="576000"/>
          </a:xfrm>
        </p:spPr>
        <p:txBody>
          <a:bodyPr vert="horz" lIns="0" tIns="0" rIns="0" bIns="0" rtlCol="0" anchor="ctr" anchorCtr="0">
            <a:spAutoFit/>
          </a:bodyPr>
          <a:lstStyle>
            <a:lvl1pPr marL="0" indent="0">
              <a:buNone/>
              <a:defRPr lang="en-US" dirty="0"/>
            </a:lvl1pPr>
          </a:lstStyle>
          <a:p>
            <a:pPr lvl="0"/>
            <a:r>
              <a:rPr lang="en-US"/>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359400" y="4295595"/>
            <a:ext cx="6424612" cy="576000"/>
          </a:xfrm>
        </p:spPr>
        <p:txBody>
          <a:bodyPr vert="horz" lIns="0" tIns="0" rIns="0" bIns="0" rtlCol="0" anchor="ctr" anchorCtr="0">
            <a:spAutoFit/>
          </a:bodyPr>
          <a:lstStyle>
            <a:lvl1pPr marL="0" indent="0">
              <a:buNone/>
              <a:defRPr lang="en-US" dirty="0"/>
            </a:lvl1pPr>
          </a:lstStyle>
          <a:p>
            <a:pPr lvl="0"/>
            <a:r>
              <a:rPr lang="en-US"/>
              <a:t>Click to add item</a:t>
            </a:r>
          </a:p>
        </p:txBody>
      </p:sp>
      <p:sp>
        <p:nvSpPr>
          <p:cNvPr id="8" name="Text Placeholder 7">
            <a:extLst>
              <a:ext uri="{FF2B5EF4-FFF2-40B4-BE49-F238E27FC236}">
                <a16:creationId xmlns:a16="http://schemas.microsoft.com/office/drawing/2014/main" id="{BED2D347-F52F-43C1-87F8-DDC9498C0F38}"/>
              </a:ext>
            </a:extLst>
          </p:cNvPr>
          <p:cNvSpPr>
            <a:spLocks noGrp="1"/>
          </p:cNvSpPr>
          <p:nvPr>
            <p:ph type="body" sz="quarter" idx="26" hasCustomPrompt="1"/>
          </p:nvPr>
        </p:nvSpPr>
        <p:spPr>
          <a:xfrm>
            <a:off x="4499428" y="2019453"/>
            <a:ext cx="741600" cy="741600"/>
          </a:xfrm>
          <a:prstGeom prst="ellipse">
            <a:avLst/>
          </a:prstGeom>
          <a:solidFill>
            <a:schemeClr val="accent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16" name="Text Placeholder 7">
            <a:extLst>
              <a:ext uri="{FF2B5EF4-FFF2-40B4-BE49-F238E27FC236}">
                <a16:creationId xmlns:a16="http://schemas.microsoft.com/office/drawing/2014/main" id="{4A674ED9-5FA4-4FE1-86F0-863ECF4F5C27}"/>
              </a:ext>
            </a:extLst>
          </p:cNvPr>
          <p:cNvSpPr>
            <a:spLocks noGrp="1"/>
          </p:cNvSpPr>
          <p:nvPr>
            <p:ph type="body" sz="quarter" idx="27" hasCustomPrompt="1"/>
          </p:nvPr>
        </p:nvSpPr>
        <p:spPr>
          <a:xfrm>
            <a:off x="4499428" y="3110417"/>
            <a:ext cx="741600" cy="741600"/>
          </a:xfrm>
          <a:prstGeom prst="ellipse">
            <a:avLst/>
          </a:prstGeom>
          <a:solidFill>
            <a:schemeClr val="tx2"/>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2" name="Text Placeholder 7">
            <a:extLst>
              <a:ext uri="{FF2B5EF4-FFF2-40B4-BE49-F238E27FC236}">
                <a16:creationId xmlns:a16="http://schemas.microsoft.com/office/drawing/2014/main" id="{DC1651B7-FA29-4E69-8977-501BC13BB59B}"/>
              </a:ext>
            </a:extLst>
          </p:cNvPr>
          <p:cNvSpPr>
            <a:spLocks noGrp="1"/>
          </p:cNvSpPr>
          <p:nvPr>
            <p:ph type="body" sz="quarter" idx="28" hasCustomPrompt="1"/>
          </p:nvPr>
        </p:nvSpPr>
        <p:spPr>
          <a:xfrm>
            <a:off x="4499428" y="4203207"/>
            <a:ext cx="741600" cy="741600"/>
          </a:xfrm>
          <a:prstGeom prst="ellipse">
            <a:avLst/>
          </a:prstGeom>
          <a:solidFill>
            <a:schemeClr val="accent6"/>
          </a:solidFill>
        </p:spPr>
        <p:txBody>
          <a:bodyPr wrap="none" bIns="0" anchor="ctr" anchorCtr="0">
            <a:normAutofit/>
          </a:bodyPr>
          <a:lstStyle>
            <a:lvl1pPr marL="0" indent="0" algn="ctr">
              <a:buNone/>
              <a:defRPr sz="3200" b="1">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14" name="Text Placeholder 96">
            <a:extLst>
              <a:ext uri="{FF2B5EF4-FFF2-40B4-BE49-F238E27FC236}">
                <a16:creationId xmlns:a16="http://schemas.microsoft.com/office/drawing/2014/main" id="{EC615CB5-4947-47D0-B400-A69B3468C41A}"/>
              </a:ext>
            </a:extLst>
          </p:cNvPr>
          <p:cNvSpPr>
            <a:spLocks noGrp="1"/>
          </p:cNvSpPr>
          <p:nvPr>
            <p:ph type="body" sz="quarter" idx="111" hasCustomPrompt="1"/>
          </p:nvPr>
        </p:nvSpPr>
        <p:spPr>
          <a:xfrm>
            <a:off x="4475164" y="5543550"/>
            <a:ext cx="7308850"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92402426"/>
      </p:ext>
    </p:extLst>
  </p:cSld>
  <p:clrMapOvr>
    <a:masterClrMapping/>
  </p:clrMapOvr>
  <p:extLst>
    <p:ext uri="{DCECCB84-F9BA-43D5-87BE-67443E8EF086}">
      <p15:sldGuideLst xmlns:p15="http://schemas.microsoft.com/office/powerpoint/2012/main">
        <p15:guide id="1" pos="2819" userDrawn="1">
          <p15:clr>
            <a:srgbClr val="A4A3A4"/>
          </p15:clr>
        </p15:guide>
        <p15:guide id="2" orient="horz" pos="890" userDrawn="1">
          <p15:clr>
            <a:srgbClr val="A4A3A4"/>
          </p15:clr>
        </p15:guide>
        <p15:guide id="3" orient="horz" pos="981" userDrawn="1">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and 4 Points">
    <p:spTree>
      <p:nvGrpSpPr>
        <p:cNvPr id="1" name=""/>
        <p:cNvGrpSpPr/>
        <p:nvPr/>
      </p:nvGrpSpPr>
      <p:grpSpPr>
        <a:xfrm>
          <a:off x="0" y="0"/>
          <a:ext cx="0" cy="0"/>
          <a:chOff x="0" y="0"/>
          <a:chExt cx="0" cy="0"/>
        </a:xfrm>
      </p:grpSpPr>
      <p:sp>
        <p:nvSpPr>
          <p:cNvPr id="17" name="Picture Placeholder 13">
            <a:extLst>
              <a:ext uri="{FF2B5EF4-FFF2-40B4-BE49-F238E27FC236}">
                <a16:creationId xmlns:a16="http://schemas.microsoft.com/office/drawing/2014/main" id="{3DA75641-709C-423B-B1F0-AD4EF905E59B}"/>
              </a:ext>
            </a:extLst>
          </p:cNvPr>
          <p:cNvSpPr>
            <a:spLocks noGrp="1"/>
          </p:cNvSpPr>
          <p:nvPr>
            <p:ph type="pic" sz="quarter" idx="20" hasCustomPrompt="1"/>
          </p:nvPr>
        </p:nvSpPr>
        <p:spPr>
          <a:xfrm>
            <a:off x="1" y="0"/>
            <a:ext cx="4622041" cy="6858000"/>
          </a:xfrm>
          <a:custGeom>
            <a:avLst/>
            <a:gdLst>
              <a:gd name="connsiteX0" fmla="*/ 0 w 4622041"/>
              <a:gd name="connsiteY0" fmla="*/ 0 h 6858000"/>
              <a:gd name="connsiteX1" fmla="*/ 1524909 w 4622041"/>
              <a:gd name="connsiteY1" fmla="*/ 0 h 6858000"/>
              <a:gd name="connsiteX2" fmla="*/ 3181350 w 4622041"/>
              <a:gd name="connsiteY2" fmla="*/ 0 h 6858000"/>
              <a:gd name="connsiteX3" fmla="*/ 3848100 w 4622041"/>
              <a:gd name="connsiteY3" fmla="*/ 0 h 6858000"/>
              <a:gd name="connsiteX4" fmla="*/ 4203480 w 4622041"/>
              <a:gd name="connsiteY4" fmla="*/ 0 h 6858000"/>
              <a:gd name="connsiteX5" fmla="*/ 4622041 w 4622041"/>
              <a:gd name="connsiteY5" fmla="*/ 0 h 6858000"/>
              <a:gd name="connsiteX6" fmla="*/ 4491391 w 4622041"/>
              <a:gd name="connsiteY6" fmla="*/ 203795 h 6858000"/>
              <a:gd name="connsiteX7" fmla="*/ 3590925 w 4622041"/>
              <a:gd name="connsiteY7" fmla="*/ 3429000 h 6858000"/>
              <a:gd name="connsiteX8" fmla="*/ 4491391 w 4622041"/>
              <a:gd name="connsiteY8" fmla="*/ 6654205 h 6858000"/>
              <a:gd name="connsiteX9" fmla="*/ 4622041 w 4622041"/>
              <a:gd name="connsiteY9" fmla="*/ 6858000 h 6858000"/>
              <a:gd name="connsiteX10" fmla="*/ 4452454 w 4622041"/>
              <a:gd name="connsiteY10" fmla="*/ 6858000 h 6858000"/>
              <a:gd name="connsiteX11" fmla="*/ 3848100 w 4622041"/>
              <a:gd name="connsiteY11" fmla="*/ 6858000 h 6858000"/>
              <a:gd name="connsiteX12" fmla="*/ 3181350 w 4622041"/>
              <a:gd name="connsiteY12" fmla="*/ 6858000 h 6858000"/>
              <a:gd name="connsiteX13" fmla="*/ 1275934 w 4622041"/>
              <a:gd name="connsiteY13" fmla="*/ 6858000 h 6858000"/>
              <a:gd name="connsiteX14" fmla="*/ 0 w 4622041"/>
              <a:gd name="connsiteY14" fmla="*/ 6858000 h 6858000"/>
              <a:gd name="connsiteX15" fmla="*/ 0 w 4622041"/>
              <a:gd name="connsiteY15" fmla="*/ 5860486 h 6858000"/>
              <a:gd name="connsiteX16" fmla="*/ 0 w 4622041"/>
              <a:gd name="connsiteY16" fmla="*/ 11044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2041" h="6858000">
                <a:moveTo>
                  <a:pt x="0" y="0"/>
                </a:moveTo>
                <a:lnTo>
                  <a:pt x="1524909" y="0"/>
                </a:lnTo>
                <a:lnTo>
                  <a:pt x="3181350" y="0"/>
                </a:lnTo>
                <a:lnTo>
                  <a:pt x="3848100" y="0"/>
                </a:lnTo>
                <a:lnTo>
                  <a:pt x="4203480" y="0"/>
                </a:lnTo>
                <a:lnTo>
                  <a:pt x="4622041" y="0"/>
                </a:lnTo>
                <a:lnTo>
                  <a:pt x="4491391" y="203795"/>
                </a:lnTo>
                <a:cubicBezTo>
                  <a:pt x="3919978" y="1144214"/>
                  <a:pt x="3590925" y="2248180"/>
                  <a:pt x="3590925" y="3429000"/>
                </a:cubicBezTo>
                <a:cubicBezTo>
                  <a:pt x="3590925" y="4609821"/>
                  <a:pt x="3919978" y="5713787"/>
                  <a:pt x="4491391" y="6654205"/>
                </a:cubicBezTo>
                <a:lnTo>
                  <a:pt x="4622041" y="6858000"/>
                </a:lnTo>
                <a:lnTo>
                  <a:pt x="4452454" y="6858000"/>
                </a:lnTo>
                <a:lnTo>
                  <a:pt x="3848100" y="6858000"/>
                </a:lnTo>
                <a:lnTo>
                  <a:pt x="3181350" y="6858000"/>
                </a:lnTo>
                <a:lnTo>
                  <a:pt x="1275934" y="6858000"/>
                </a:lnTo>
                <a:lnTo>
                  <a:pt x="0" y="6858000"/>
                </a:lnTo>
                <a:lnTo>
                  <a:pt x="0" y="5860486"/>
                </a:lnTo>
                <a:lnTo>
                  <a:pt x="0" y="1104402"/>
                </a:lnTo>
                <a:close/>
              </a:path>
            </a:pathLst>
          </a:custGeom>
          <a:solidFill>
            <a:schemeClr val="bg2">
              <a:lumMod val="40000"/>
              <a:lumOff val="60000"/>
            </a:schemeClr>
          </a:solidFill>
        </p:spPr>
        <p:txBody>
          <a:bodyPr vert="horz" wrap="square" lIns="396000" tIns="612000" rIns="576000" bIns="684000" rtlCol="0" anchor="ctr" anchorCtr="0">
            <a:noAutofit/>
          </a:bodyPr>
          <a:lstStyle>
            <a:lvl1pPr marL="0" indent="0" algn="l">
              <a:buNone/>
              <a:defRPr lang="en-US" sz="1600" b="1" dirty="0"/>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359400" y="1799391"/>
            <a:ext cx="6424612" cy="576000"/>
          </a:xfrm>
        </p:spPr>
        <p:txBody>
          <a:bodyPr vert="horz" lIns="0" tIns="0" rIns="0" bIns="0" rtlCol="0" anchor="ctr" anchorCtr="0">
            <a:spAutoFit/>
          </a:bodyPr>
          <a:lstStyle>
            <a:lvl1pPr marL="0" indent="0">
              <a:buNone/>
              <a:defRPr lang="en-US" dirty="0"/>
            </a:lvl1pPr>
          </a:lstStyle>
          <a:p>
            <a:pPr lvl="0"/>
            <a:r>
              <a:rPr lang="en-US"/>
              <a:t>Click to add item</a:t>
            </a:r>
          </a:p>
        </p:txBody>
      </p:sp>
      <p:sp>
        <p:nvSpPr>
          <p:cNvPr id="2" name="Title 1">
            <a:extLst>
              <a:ext uri="{FF2B5EF4-FFF2-40B4-BE49-F238E27FC236}">
                <a16:creationId xmlns:a16="http://schemas.microsoft.com/office/drawing/2014/main" id="{F21FB789-D2DE-40CF-B66E-05E9E8302D6B}"/>
              </a:ext>
            </a:extLst>
          </p:cNvPr>
          <p:cNvSpPr>
            <a:spLocks noGrp="1"/>
          </p:cNvSpPr>
          <p:nvPr>
            <p:ph type="title" hasCustomPrompt="1"/>
          </p:nvPr>
        </p:nvSpPr>
        <p:spPr>
          <a:xfrm>
            <a:off x="4499428" y="404812"/>
            <a:ext cx="7284584" cy="1008063"/>
          </a:xfrm>
        </p:spPr>
        <p:txBody>
          <a:bodyPr anchor="b" anchorCtr="0"/>
          <a:lstStyle>
            <a:lvl1pPr>
              <a:defRPr/>
            </a:lvl1pPr>
          </a:lstStyle>
          <a:p>
            <a:r>
              <a:rPr lang="en-US"/>
              <a:t>Click to enter title here</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p>
            <a:endParaRPr lang="en-GB"/>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359400" y="2714202"/>
            <a:ext cx="6424612" cy="576000"/>
          </a:xfrm>
        </p:spPr>
        <p:txBody>
          <a:bodyPr vert="horz" lIns="0" tIns="0" rIns="0" bIns="0" rtlCol="0" anchor="ctr" anchorCtr="0">
            <a:spAutoFit/>
          </a:bodyPr>
          <a:lstStyle>
            <a:lvl1pPr marL="0" indent="0">
              <a:buNone/>
              <a:defRPr lang="en-US" dirty="0"/>
            </a:lvl1pPr>
          </a:lstStyle>
          <a:p>
            <a:pPr lvl="0"/>
            <a:r>
              <a:rPr lang="en-US"/>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359400" y="3629013"/>
            <a:ext cx="6424612" cy="576000"/>
          </a:xfrm>
        </p:spPr>
        <p:txBody>
          <a:bodyPr vert="horz" lIns="0" tIns="0" rIns="0" bIns="0" rtlCol="0" anchor="ctr" anchorCtr="0">
            <a:spAutoFit/>
          </a:bodyPr>
          <a:lstStyle>
            <a:lvl1pPr marL="0" indent="0">
              <a:buNone/>
              <a:defRPr lang="en-US" dirty="0"/>
            </a:lvl1pPr>
          </a:lstStyle>
          <a:p>
            <a:pPr lvl="0"/>
            <a:r>
              <a:rPr lang="en-US"/>
              <a:t>Click to add item</a:t>
            </a:r>
          </a:p>
        </p:txBody>
      </p:sp>
      <p:sp>
        <p:nvSpPr>
          <p:cNvPr id="29" name="Text Placeholder 5">
            <a:extLst>
              <a:ext uri="{FF2B5EF4-FFF2-40B4-BE49-F238E27FC236}">
                <a16:creationId xmlns:a16="http://schemas.microsoft.com/office/drawing/2014/main" id="{E6F61F16-916C-41D6-93C0-D26547A831E4}"/>
              </a:ext>
            </a:extLst>
          </p:cNvPr>
          <p:cNvSpPr>
            <a:spLocks noGrp="1"/>
          </p:cNvSpPr>
          <p:nvPr>
            <p:ph type="body" sz="quarter" idx="27" hasCustomPrompt="1"/>
          </p:nvPr>
        </p:nvSpPr>
        <p:spPr>
          <a:xfrm>
            <a:off x="5359400" y="4543825"/>
            <a:ext cx="6424612" cy="576000"/>
          </a:xfrm>
        </p:spPr>
        <p:txBody>
          <a:bodyPr vert="horz" lIns="0" tIns="0" rIns="0" bIns="0" rtlCol="0" anchor="ctr" anchorCtr="0">
            <a:spAutoFit/>
          </a:bodyPr>
          <a:lstStyle>
            <a:lvl1pPr marL="0" indent="0">
              <a:buNone/>
              <a:defRPr lang="en-US" dirty="0"/>
            </a:lvl1pPr>
          </a:lstStyle>
          <a:p>
            <a:pPr lvl="0"/>
            <a:r>
              <a:rPr lang="en-US"/>
              <a:t>Click to add item</a:t>
            </a:r>
          </a:p>
        </p:txBody>
      </p:sp>
      <p:sp>
        <p:nvSpPr>
          <p:cNvPr id="16" name="Text Placeholder 7">
            <a:extLst>
              <a:ext uri="{FF2B5EF4-FFF2-40B4-BE49-F238E27FC236}">
                <a16:creationId xmlns:a16="http://schemas.microsoft.com/office/drawing/2014/main" id="{A405DB1E-6924-443C-A8B8-FFCED6D04408}"/>
              </a:ext>
            </a:extLst>
          </p:cNvPr>
          <p:cNvSpPr>
            <a:spLocks noGrp="1"/>
          </p:cNvSpPr>
          <p:nvPr>
            <p:ph type="body" sz="quarter" idx="28" hasCustomPrompt="1"/>
          </p:nvPr>
        </p:nvSpPr>
        <p:spPr>
          <a:xfrm>
            <a:off x="4499428" y="1716591"/>
            <a:ext cx="741600" cy="741600"/>
          </a:xfrm>
          <a:prstGeom prst="ellipse">
            <a:avLst/>
          </a:prstGeom>
          <a:solidFill>
            <a:schemeClr val="accent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2" name="Text Placeholder 7">
            <a:extLst>
              <a:ext uri="{FF2B5EF4-FFF2-40B4-BE49-F238E27FC236}">
                <a16:creationId xmlns:a16="http://schemas.microsoft.com/office/drawing/2014/main" id="{7620A9FC-75F4-4534-8E23-737EFB4DB02B}"/>
              </a:ext>
            </a:extLst>
          </p:cNvPr>
          <p:cNvSpPr>
            <a:spLocks noGrp="1"/>
          </p:cNvSpPr>
          <p:nvPr>
            <p:ph type="body" sz="quarter" idx="29" hasCustomPrompt="1"/>
          </p:nvPr>
        </p:nvSpPr>
        <p:spPr>
          <a:xfrm>
            <a:off x="4499428" y="2631402"/>
            <a:ext cx="741600" cy="741600"/>
          </a:xfrm>
          <a:prstGeom prst="ellipse">
            <a:avLst/>
          </a:prstGeom>
          <a:solidFill>
            <a:schemeClr val="tx2"/>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3" name="Text Placeholder 7">
            <a:extLst>
              <a:ext uri="{FF2B5EF4-FFF2-40B4-BE49-F238E27FC236}">
                <a16:creationId xmlns:a16="http://schemas.microsoft.com/office/drawing/2014/main" id="{D0C7DB09-B358-4330-A556-6A32306FB6FF}"/>
              </a:ext>
            </a:extLst>
          </p:cNvPr>
          <p:cNvSpPr>
            <a:spLocks noGrp="1"/>
          </p:cNvSpPr>
          <p:nvPr>
            <p:ph type="body" sz="quarter" idx="30" hasCustomPrompt="1"/>
          </p:nvPr>
        </p:nvSpPr>
        <p:spPr>
          <a:xfrm>
            <a:off x="4499428" y="3546213"/>
            <a:ext cx="741600" cy="741600"/>
          </a:xfrm>
          <a:prstGeom prst="ellipse">
            <a:avLst/>
          </a:prstGeom>
          <a:solidFill>
            <a:schemeClr val="accent6"/>
          </a:solidFill>
        </p:spPr>
        <p:txBody>
          <a:bodyPr wrap="none" bIns="0" anchor="ctr" anchorCtr="0">
            <a:normAutofit/>
          </a:bodyPr>
          <a:lstStyle>
            <a:lvl1pPr marL="0" indent="0" algn="ctr">
              <a:buNone/>
              <a:defRPr sz="3200" b="1">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4" name="Text Placeholder 7">
            <a:extLst>
              <a:ext uri="{FF2B5EF4-FFF2-40B4-BE49-F238E27FC236}">
                <a16:creationId xmlns:a16="http://schemas.microsoft.com/office/drawing/2014/main" id="{D7F83E1A-C572-414D-B749-C4B0072E45A8}"/>
              </a:ext>
            </a:extLst>
          </p:cNvPr>
          <p:cNvSpPr>
            <a:spLocks noGrp="1"/>
          </p:cNvSpPr>
          <p:nvPr>
            <p:ph type="body" sz="quarter" idx="31" hasCustomPrompt="1"/>
          </p:nvPr>
        </p:nvSpPr>
        <p:spPr>
          <a:xfrm>
            <a:off x="4499428" y="4461025"/>
            <a:ext cx="741600" cy="741600"/>
          </a:xfrm>
          <a:prstGeom prst="ellipse">
            <a:avLst/>
          </a:prstGeom>
          <a:solidFill>
            <a:schemeClr val="accent5"/>
          </a:solidFill>
        </p:spPr>
        <p:txBody>
          <a:bodyPr wrap="none" bIns="0" anchor="ctr" anchorCtr="0">
            <a:normAutofit/>
          </a:bodyPr>
          <a:lstStyle>
            <a:lvl1pPr marL="0" indent="0" algn="ctr">
              <a:buNone/>
              <a:defRPr sz="3200" b="1">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15" name="Text Placeholder 96">
            <a:extLst>
              <a:ext uri="{FF2B5EF4-FFF2-40B4-BE49-F238E27FC236}">
                <a16:creationId xmlns:a16="http://schemas.microsoft.com/office/drawing/2014/main" id="{EA0CACC8-E0A6-4BD0-B30E-E2F76A3686F9}"/>
              </a:ext>
            </a:extLst>
          </p:cNvPr>
          <p:cNvSpPr>
            <a:spLocks noGrp="1"/>
          </p:cNvSpPr>
          <p:nvPr>
            <p:ph type="body" sz="quarter" idx="111" hasCustomPrompt="1"/>
          </p:nvPr>
        </p:nvSpPr>
        <p:spPr>
          <a:xfrm>
            <a:off x="4475164" y="5539988"/>
            <a:ext cx="7308850"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4164970692"/>
      </p:ext>
    </p:extLst>
  </p:cSld>
  <p:clrMapOvr>
    <a:masterClrMapping/>
  </p:clrMapOvr>
  <p:extLst>
    <p:ext uri="{DCECCB84-F9BA-43D5-87BE-67443E8EF086}">
      <p15:sldGuideLst xmlns:p15="http://schemas.microsoft.com/office/powerpoint/2012/main">
        <p15:guide id="1" orient="horz" pos="890" userDrawn="1">
          <p15:clr>
            <a:srgbClr val="A4A3A4"/>
          </p15:clr>
        </p15:guide>
        <p15:guide id="2" orient="horz" pos="981" userDrawn="1">
          <p15:clr>
            <a:srgbClr val="A4A3A4"/>
          </p15:clr>
        </p15:guide>
        <p15:guide id="3" pos="2819" userDrawn="1">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and 5 Points">
    <p:spTree>
      <p:nvGrpSpPr>
        <p:cNvPr id="1" name=""/>
        <p:cNvGrpSpPr/>
        <p:nvPr/>
      </p:nvGrpSpPr>
      <p:grpSpPr>
        <a:xfrm>
          <a:off x="0" y="0"/>
          <a:ext cx="0" cy="0"/>
          <a:chOff x="0" y="0"/>
          <a:chExt cx="0" cy="0"/>
        </a:xfrm>
      </p:grpSpPr>
      <p:sp>
        <p:nvSpPr>
          <p:cNvPr id="17" name="Picture Placeholder 13">
            <a:extLst>
              <a:ext uri="{FF2B5EF4-FFF2-40B4-BE49-F238E27FC236}">
                <a16:creationId xmlns:a16="http://schemas.microsoft.com/office/drawing/2014/main" id="{606F2FD5-F128-4C4F-BF0A-3F6CBBABE385}"/>
              </a:ext>
            </a:extLst>
          </p:cNvPr>
          <p:cNvSpPr>
            <a:spLocks noGrp="1"/>
          </p:cNvSpPr>
          <p:nvPr>
            <p:ph type="pic" sz="quarter" idx="20" hasCustomPrompt="1"/>
          </p:nvPr>
        </p:nvSpPr>
        <p:spPr>
          <a:xfrm>
            <a:off x="1" y="0"/>
            <a:ext cx="4622041" cy="6858000"/>
          </a:xfrm>
          <a:custGeom>
            <a:avLst/>
            <a:gdLst>
              <a:gd name="connsiteX0" fmla="*/ 0 w 4622041"/>
              <a:gd name="connsiteY0" fmla="*/ 0 h 6858000"/>
              <a:gd name="connsiteX1" fmla="*/ 1524909 w 4622041"/>
              <a:gd name="connsiteY1" fmla="*/ 0 h 6858000"/>
              <a:gd name="connsiteX2" fmla="*/ 3181350 w 4622041"/>
              <a:gd name="connsiteY2" fmla="*/ 0 h 6858000"/>
              <a:gd name="connsiteX3" fmla="*/ 3848100 w 4622041"/>
              <a:gd name="connsiteY3" fmla="*/ 0 h 6858000"/>
              <a:gd name="connsiteX4" fmla="*/ 4203480 w 4622041"/>
              <a:gd name="connsiteY4" fmla="*/ 0 h 6858000"/>
              <a:gd name="connsiteX5" fmla="*/ 4622041 w 4622041"/>
              <a:gd name="connsiteY5" fmla="*/ 0 h 6858000"/>
              <a:gd name="connsiteX6" fmla="*/ 4491391 w 4622041"/>
              <a:gd name="connsiteY6" fmla="*/ 203795 h 6858000"/>
              <a:gd name="connsiteX7" fmla="*/ 3590925 w 4622041"/>
              <a:gd name="connsiteY7" fmla="*/ 3429000 h 6858000"/>
              <a:gd name="connsiteX8" fmla="*/ 4491391 w 4622041"/>
              <a:gd name="connsiteY8" fmla="*/ 6654205 h 6858000"/>
              <a:gd name="connsiteX9" fmla="*/ 4622041 w 4622041"/>
              <a:gd name="connsiteY9" fmla="*/ 6858000 h 6858000"/>
              <a:gd name="connsiteX10" fmla="*/ 4452454 w 4622041"/>
              <a:gd name="connsiteY10" fmla="*/ 6858000 h 6858000"/>
              <a:gd name="connsiteX11" fmla="*/ 3848100 w 4622041"/>
              <a:gd name="connsiteY11" fmla="*/ 6858000 h 6858000"/>
              <a:gd name="connsiteX12" fmla="*/ 3181350 w 4622041"/>
              <a:gd name="connsiteY12" fmla="*/ 6858000 h 6858000"/>
              <a:gd name="connsiteX13" fmla="*/ 1275934 w 4622041"/>
              <a:gd name="connsiteY13" fmla="*/ 6858000 h 6858000"/>
              <a:gd name="connsiteX14" fmla="*/ 0 w 4622041"/>
              <a:gd name="connsiteY14" fmla="*/ 6858000 h 6858000"/>
              <a:gd name="connsiteX15" fmla="*/ 0 w 4622041"/>
              <a:gd name="connsiteY15" fmla="*/ 5860486 h 6858000"/>
              <a:gd name="connsiteX16" fmla="*/ 0 w 4622041"/>
              <a:gd name="connsiteY16" fmla="*/ 11044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22041" h="6858000">
                <a:moveTo>
                  <a:pt x="0" y="0"/>
                </a:moveTo>
                <a:lnTo>
                  <a:pt x="1524909" y="0"/>
                </a:lnTo>
                <a:lnTo>
                  <a:pt x="3181350" y="0"/>
                </a:lnTo>
                <a:lnTo>
                  <a:pt x="3848100" y="0"/>
                </a:lnTo>
                <a:lnTo>
                  <a:pt x="4203480" y="0"/>
                </a:lnTo>
                <a:lnTo>
                  <a:pt x="4622041" y="0"/>
                </a:lnTo>
                <a:lnTo>
                  <a:pt x="4491391" y="203795"/>
                </a:lnTo>
                <a:cubicBezTo>
                  <a:pt x="3919978" y="1144214"/>
                  <a:pt x="3590925" y="2248180"/>
                  <a:pt x="3590925" y="3429000"/>
                </a:cubicBezTo>
                <a:cubicBezTo>
                  <a:pt x="3590925" y="4609821"/>
                  <a:pt x="3919978" y="5713787"/>
                  <a:pt x="4491391" y="6654205"/>
                </a:cubicBezTo>
                <a:lnTo>
                  <a:pt x="4622041" y="6858000"/>
                </a:lnTo>
                <a:lnTo>
                  <a:pt x="4452454" y="6858000"/>
                </a:lnTo>
                <a:lnTo>
                  <a:pt x="3848100" y="6858000"/>
                </a:lnTo>
                <a:lnTo>
                  <a:pt x="3181350" y="6858000"/>
                </a:lnTo>
                <a:lnTo>
                  <a:pt x="1275934" y="6858000"/>
                </a:lnTo>
                <a:lnTo>
                  <a:pt x="0" y="6858000"/>
                </a:lnTo>
                <a:lnTo>
                  <a:pt x="0" y="5860486"/>
                </a:lnTo>
                <a:lnTo>
                  <a:pt x="0" y="1104402"/>
                </a:lnTo>
                <a:close/>
              </a:path>
            </a:pathLst>
          </a:custGeom>
          <a:solidFill>
            <a:schemeClr val="bg2">
              <a:lumMod val="40000"/>
              <a:lumOff val="60000"/>
            </a:schemeClr>
          </a:solidFill>
        </p:spPr>
        <p:txBody>
          <a:bodyPr vert="horz" wrap="square" lIns="396000" tIns="612000" rIns="576000" bIns="684000" rtlCol="0" anchor="ctr" anchorCtr="0">
            <a:noAutofit/>
          </a:bodyPr>
          <a:lstStyle>
            <a:lvl1pPr marL="0" indent="0" algn="l">
              <a:buNone/>
              <a:defRPr lang="en-US" sz="1600" b="1" dirty="0"/>
            </a:lvl1pPr>
          </a:lstStyle>
          <a:p>
            <a:r>
              <a:rPr lang="en-US"/>
              <a:t>_______________________________</a:t>
            </a:r>
            <a:br>
              <a:rPr lang="en-US"/>
            </a:br>
            <a:br>
              <a:rPr lang="en-US"/>
            </a:br>
            <a:r>
              <a:rPr lang="en-US"/>
              <a:t>To add an image here: </a:t>
            </a:r>
            <a:br>
              <a:rPr lang="en-US"/>
            </a:br>
            <a:r>
              <a:rPr lang="en-US"/>
              <a:t>Click the icon and select </a:t>
            </a:r>
            <a:br>
              <a:rPr lang="en-US"/>
            </a:br>
            <a:r>
              <a:rPr lang="en-US"/>
              <a:t>Brand Pictures, or insert a </a:t>
            </a:r>
            <a:br>
              <a:rPr lang="en-US"/>
            </a:br>
            <a:r>
              <a:rPr lang="en-US"/>
              <a:t>file from your computer.</a:t>
            </a:r>
            <a:br>
              <a:rPr lang="en-US"/>
            </a:br>
            <a:br>
              <a:rPr lang="en-US"/>
            </a:br>
            <a:br>
              <a:rPr lang="en-US"/>
            </a:br>
            <a:br>
              <a:rPr lang="en-US"/>
            </a:br>
            <a:r>
              <a:rPr lang="en-US"/>
              <a:t>Your image can then be scaled </a:t>
            </a:r>
            <a:br>
              <a:rPr lang="en-US"/>
            </a:br>
            <a:r>
              <a:rPr lang="en-US"/>
              <a:t>within the frame by using the </a:t>
            </a:r>
            <a:br>
              <a:rPr lang="en-US"/>
            </a:br>
            <a:r>
              <a:rPr lang="en-US"/>
              <a:t>Crop feature in the Picture </a:t>
            </a:r>
            <a:br>
              <a:rPr lang="en-US"/>
            </a:br>
            <a:r>
              <a:rPr lang="en-US"/>
              <a:t>Format tab of the ribbon.</a:t>
            </a:r>
            <a:br>
              <a:rPr lang="en-US"/>
            </a:br>
            <a:r>
              <a:rPr lang="en-US"/>
              <a:t>_______________________________</a:t>
            </a:r>
          </a:p>
        </p:txBody>
      </p:sp>
      <p:sp>
        <p:nvSpPr>
          <p:cNvPr id="6" name="Text Placeholder 5">
            <a:extLst>
              <a:ext uri="{FF2B5EF4-FFF2-40B4-BE49-F238E27FC236}">
                <a16:creationId xmlns:a16="http://schemas.microsoft.com/office/drawing/2014/main" id="{4F2560C9-DF52-45CA-87E0-E0A1940555F6}"/>
              </a:ext>
            </a:extLst>
          </p:cNvPr>
          <p:cNvSpPr>
            <a:spLocks noGrp="1"/>
          </p:cNvSpPr>
          <p:nvPr>
            <p:ph type="body" sz="quarter" idx="23" hasCustomPrompt="1"/>
          </p:nvPr>
        </p:nvSpPr>
        <p:spPr>
          <a:xfrm>
            <a:off x="5359400" y="1703463"/>
            <a:ext cx="6424612" cy="576000"/>
          </a:xfrm>
        </p:spPr>
        <p:txBody>
          <a:bodyPr bIns="0" anchor="ctr" anchorCtr="0"/>
          <a:lstStyle>
            <a:lvl1pPr marL="0" indent="0">
              <a:buNone/>
              <a:defRPr/>
            </a:lvl1pPr>
          </a:lstStyle>
          <a:p>
            <a:pPr lvl="0"/>
            <a:r>
              <a:rPr lang="en-US"/>
              <a:t>Click to add item</a:t>
            </a:r>
          </a:p>
        </p:txBody>
      </p:sp>
      <p:sp>
        <p:nvSpPr>
          <p:cNvPr id="2" name="Title 1">
            <a:extLst>
              <a:ext uri="{FF2B5EF4-FFF2-40B4-BE49-F238E27FC236}">
                <a16:creationId xmlns:a16="http://schemas.microsoft.com/office/drawing/2014/main" id="{F21FB789-D2DE-40CF-B66E-05E9E8302D6B}"/>
              </a:ext>
            </a:extLst>
          </p:cNvPr>
          <p:cNvSpPr>
            <a:spLocks noGrp="1"/>
          </p:cNvSpPr>
          <p:nvPr>
            <p:ph type="title" hasCustomPrompt="1"/>
          </p:nvPr>
        </p:nvSpPr>
        <p:spPr>
          <a:xfrm>
            <a:off x="4499428" y="404812"/>
            <a:ext cx="7284584" cy="1008063"/>
          </a:xfrm>
        </p:spPr>
        <p:txBody>
          <a:bodyPr anchor="b" anchorCtr="0"/>
          <a:lstStyle>
            <a:lvl1pPr>
              <a:defRPr/>
            </a:lvl1pPr>
          </a:lstStyle>
          <a:p>
            <a:r>
              <a:rPr lang="en-US"/>
              <a:t>Click to enter title here</a:t>
            </a:r>
          </a:p>
        </p:txBody>
      </p:sp>
      <p:sp>
        <p:nvSpPr>
          <p:cNvPr id="3" name="Date Placeholder 2">
            <a:extLst>
              <a:ext uri="{FF2B5EF4-FFF2-40B4-BE49-F238E27FC236}">
                <a16:creationId xmlns:a16="http://schemas.microsoft.com/office/drawing/2014/main" id="{8EDCC698-5F0A-4A1C-B64E-2817FBBBC11A}"/>
              </a:ext>
            </a:extLst>
          </p:cNvPr>
          <p:cNvSpPr>
            <a:spLocks noGrp="1"/>
          </p:cNvSpPr>
          <p:nvPr>
            <p:ph type="dt" sz="half" idx="10"/>
          </p:nvPr>
        </p:nvSpPr>
        <p:spPr/>
        <p:txBody>
          <a:bodyPr/>
          <a:lstStyle/>
          <a:p>
            <a:endParaRPr lang="en-GB"/>
          </a:p>
        </p:txBody>
      </p:sp>
      <p:sp>
        <p:nvSpPr>
          <p:cNvPr id="5" name="Slide Number Placeholder 4">
            <a:extLst>
              <a:ext uri="{FF2B5EF4-FFF2-40B4-BE49-F238E27FC236}">
                <a16:creationId xmlns:a16="http://schemas.microsoft.com/office/drawing/2014/main" id="{3D99530C-C25D-41F5-8CBD-274088C900B1}"/>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20" name="Text Placeholder 5">
            <a:extLst>
              <a:ext uri="{FF2B5EF4-FFF2-40B4-BE49-F238E27FC236}">
                <a16:creationId xmlns:a16="http://schemas.microsoft.com/office/drawing/2014/main" id="{E73010FE-DD71-4076-8A5D-D08E5CA3F634}"/>
              </a:ext>
            </a:extLst>
          </p:cNvPr>
          <p:cNvSpPr>
            <a:spLocks noGrp="1"/>
          </p:cNvSpPr>
          <p:nvPr>
            <p:ph type="body" sz="quarter" idx="24" hasCustomPrompt="1"/>
          </p:nvPr>
        </p:nvSpPr>
        <p:spPr>
          <a:xfrm>
            <a:off x="5359400" y="2460683"/>
            <a:ext cx="6424612" cy="576000"/>
          </a:xfrm>
        </p:spPr>
        <p:txBody>
          <a:bodyPr bIns="0" anchor="ctr" anchorCtr="0"/>
          <a:lstStyle>
            <a:lvl1pPr marL="0" indent="0">
              <a:buNone/>
              <a:defRPr/>
            </a:lvl1pPr>
          </a:lstStyle>
          <a:p>
            <a:pPr lvl="0"/>
            <a:r>
              <a:rPr lang="en-US"/>
              <a:t>Click to add item</a:t>
            </a:r>
          </a:p>
        </p:txBody>
      </p:sp>
      <p:sp>
        <p:nvSpPr>
          <p:cNvPr id="21" name="Text Placeholder 5">
            <a:extLst>
              <a:ext uri="{FF2B5EF4-FFF2-40B4-BE49-F238E27FC236}">
                <a16:creationId xmlns:a16="http://schemas.microsoft.com/office/drawing/2014/main" id="{34A02FB3-913D-4DFD-A345-FDDE4BA12BBD}"/>
              </a:ext>
            </a:extLst>
          </p:cNvPr>
          <p:cNvSpPr>
            <a:spLocks noGrp="1"/>
          </p:cNvSpPr>
          <p:nvPr>
            <p:ph type="body" sz="quarter" idx="25" hasCustomPrompt="1"/>
          </p:nvPr>
        </p:nvSpPr>
        <p:spPr>
          <a:xfrm>
            <a:off x="5359400" y="3217903"/>
            <a:ext cx="6424612" cy="576000"/>
          </a:xfrm>
        </p:spPr>
        <p:txBody>
          <a:bodyPr bIns="0" anchor="ctr" anchorCtr="0"/>
          <a:lstStyle>
            <a:lvl1pPr marL="0" indent="0">
              <a:buNone/>
              <a:defRPr/>
            </a:lvl1pPr>
          </a:lstStyle>
          <a:p>
            <a:pPr lvl="0"/>
            <a:r>
              <a:rPr lang="en-US"/>
              <a:t>Click to add item</a:t>
            </a:r>
          </a:p>
        </p:txBody>
      </p:sp>
      <p:sp>
        <p:nvSpPr>
          <p:cNvPr id="29" name="Text Placeholder 5">
            <a:extLst>
              <a:ext uri="{FF2B5EF4-FFF2-40B4-BE49-F238E27FC236}">
                <a16:creationId xmlns:a16="http://schemas.microsoft.com/office/drawing/2014/main" id="{E6F61F16-916C-41D6-93C0-D26547A831E4}"/>
              </a:ext>
            </a:extLst>
          </p:cNvPr>
          <p:cNvSpPr>
            <a:spLocks noGrp="1"/>
          </p:cNvSpPr>
          <p:nvPr>
            <p:ph type="body" sz="quarter" idx="27" hasCustomPrompt="1"/>
          </p:nvPr>
        </p:nvSpPr>
        <p:spPr>
          <a:xfrm>
            <a:off x="5359400" y="3975123"/>
            <a:ext cx="6424612" cy="576000"/>
          </a:xfrm>
        </p:spPr>
        <p:txBody>
          <a:bodyPr bIns="0" anchor="ctr" anchorCtr="0"/>
          <a:lstStyle>
            <a:lvl1pPr marL="0" indent="0">
              <a:buNone/>
              <a:defRPr/>
            </a:lvl1pPr>
          </a:lstStyle>
          <a:p>
            <a:pPr lvl="0"/>
            <a:r>
              <a:rPr lang="en-US"/>
              <a:t>Click to add item</a:t>
            </a:r>
          </a:p>
        </p:txBody>
      </p:sp>
      <p:sp>
        <p:nvSpPr>
          <p:cNvPr id="16" name="Text Placeholder 5">
            <a:extLst>
              <a:ext uri="{FF2B5EF4-FFF2-40B4-BE49-F238E27FC236}">
                <a16:creationId xmlns:a16="http://schemas.microsoft.com/office/drawing/2014/main" id="{5E299348-94D5-4256-BE1F-91C31CCEE98F}"/>
              </a:ext>
            </a:extLst>
          </p:cNvPr>
          <p:cNvSpPr>
            <a:spLocks noGrp="1"/>
          </p:cNvSpPr>
          <p:nvPr>
            <p:ph type="body" sz="quarter" idx="28" hasCustomPrompt="1"/>
          </p:nvPr>
        </p:nvSpPr>
        <p:spPr>
          <a:xfrm>
            <a:off x="5359400" y="4732343"/>
            <a:ext cx="6424612" cy="576000"/>
          </a:xfrm>
        </p:spPr>
        <p:txBody>
          <a:bodyPr bIns="0" anchor="ctr" anchorCtr="0"/>
          <a:lstStyle>
            <a:lvl1pPr marL="0" indent="0">
              <a:buNone/>
              <a:defRPr/>
            </a:lvl1pPr>
          </a:lstStyle>
          <a:p>
            <a:pPr lvl="0"/>
            <a:r>
              <a:rPr lang="en-US"/>
              <a:t>Click to add item</a:t>
            </a:r>
          </a:p>
        </p:txBody>
      </p:sp>
      <p:sp>
        <p:nvSpPr>
          <p:cNvPr id="23" name="Text Placeholder 7">
            <a:extLst>
              <a:ext uri="{FF2B5EF4-FFF2-40B4-BE49-F238E27FC236}">
                <a16:creationId xmlns:a16="http://schemas.microsoft.com/office/drawing/2014/main" id="{FFA643F8-1A02-4F8A-A364-9AE565DF5EAA}"/>
              </a:ext>
            </a:extLst>
          </p:cNvPr>
          <p:cNvSpPr>
            <a:spLocks noGrp="1"/>
          </p:cNvSpPr>
          <p:nvPr>
            <p:ph type="body" sz="quarter" idx="30" hasCustomPrompt="1"/>
          </p:nvPr>
        </p:nvSpPr>
        <p:spPr>
          <a:xfrm>
            <a:off x="4557303" y="1681863"/>
            <a:ext cx="619200" cy="619200"/>
          </a:xfrm>
          <a:prstGeom prst="ellipse">
            <a:avLst/>
          </a:prstGeom>
          <a:solidFill>
            <a:schemeClr val="accent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4" name="Text Placeholder 7">
            <a:extLst>
              <a:ext uri="{FF2B5EF4-FFF2-40B4-BE49-F238E27FC236}">
                <a16:creationId xmlns:a16="http://schemas.microsoft.com/office/drawing/2014/main" id="{13713115-FE34-4B39-AFA3-10C746337489}"/>
              </a:ext>
            </a:extLst>
          </p:cNvPr>
          <p:cNvSpPr>
            <a:spLocks noGrp="1"/>
          </p:cNvSpPr>
          <p:nvPr>
            <p:ph type="body" sz="quarter" idx="31" hasCustomPrompt="1"/>
          </p:nvPr>
        </p:nvSpPr>
        <p:spPr>
          <a:xfrm>
            <a:off x="4557303" y="2439083"/>
            <a:ext cx="619200" cy="619200"/>
          </a:xfrm>
          <a:prstGeom prst="ellipse">
            <a:avLst/>
          </a:prstGeom>
          <a:solidFill>
            <a:schemeClr val="tx2"/>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5" name="Text Placeholder 7">
            <a:extLst>
              <a:ext uri="{FF2B5EF4-FFF2-40B4-BE49-F238E27FC236}">
                <a16:creationId xmlns:a16="http://schemas.microsoft.com/office/drawing/2014/main" id="{CCE34AE4-68D5-46DB-AD84-2C32865C63DA}"/>
              </a:ext>
            </a:extLst>
          </p:cNvPr>
          <p:cNvSpPr>
            <a:spLocks noGrp="1"/>
          </p:cNvSpPr>
          <p:nvPr>
            <p:ph type="body" sz="quarter" idx="32" hasCustomPrompt="1"/>
          </p:nvPr>
        </p:nvSpPr>
        <p:spPr>
          <a:xfrm>
            <a:off x="4557303" y="3196303"/>
            <a:ext cx="619200" cy="619200"/>
          </a:xfrm>
          <a:prstGeom prst="ellipse">
            <a:avLst/>
          </a:prstGeom>
          <a:solidFill>
            <a:schemeClr val="accent6"/>
          </a:solidFill>
        </p:spPr>
        <p:txBody>
          <a:bodyPr wrap="none" bIns="0" anchor="ctr" anchorCtr="0">
            <a:normAutofit/>
          </a:bodyPr>
          <a:lstStyle>
            <a:lvl1pPr marL="0" indent="0" algn="ctr">
              <a:buNone/>
              <a:defRPr sz="3200" b="1">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6" name="Text Placeholder 7">
            <a:extLst>
              <a:ext uri="{FF2B5EF4-FFF2-40B4-BE49-F238E27FC236}">
                <a16:creationId xmlns:a16="http://schemas.microsoft.com/office/drawing/2014/main" id="{47AC357D-474A-4C79-9824-ECFF8F3FFD43}"/>
              </a:ext>
            </a:extLst>
          </p:cNvPr>
          <p:cNvSpPr>
            <a:spLocks noGrp="1"/>
          </p:cNvSpPr>
          <p:nvPr>
            <p:ph type="body" sz="quarter" idx="33" hasCustomPrompt="1"/>
          </p:nvPr>
        </p:nvSpPr>
        <p:spPr>
          <a:xfrm>
            <a:off x="4557303" y="3953523"/>
            <a:ext cx="619200" cy="619200"/>
          </a:xfrm>
          <a:prstGeom prst="ellipse">
            <a:avLst/>
          </a:prstGeom>
          <a:solidFill>
            <a:schemeClr val="accent5"/>
          </a:solidFill>
        </p:spPr>
        <p:txBody>
          <a:bodyPr wrap="none" bIns="0" anchor="ctr" anchorCtr="0">
            <a:normAutofit/>
          </a:bodyPr>
          <a:lstStyle>
            <a:lvl1pPr marL="0" indent="0" algn="ctr">
              <a:buNone/>
              <a:defRPr sz="3200" b="1">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7" name="Text Placeholder 7">
            <a:extLst>
              <a:ext uri="{FF2B5EF4-FFF2-40B4-BE49-F238E27FC236}">
                <a16:creationId xmlns:a16="http://schemas.microsoft.com/office/drawing/2014/main" id="{95DEB97F-2B12-42B1-94DB-0EF97C477C0A}"/>
              </a:ext>
            </a:extLst>
          </p:cNvPr>
          <p:cNvSpPr>
            <a:spLocks noGrp="1"/>
          </p:cNvSpPr>
          <p:nvPr>
            <p:ph type="body" sz="quarter" idx="34" hasCustomPrompt="1"/>
          </p:nvPr>
        </p:nvSpPr>
        <p:spPr>
          <a:xfrm>
            <a:off x="4557303" y="4710743"/>
            <a:ext cx="619200" cy="619200"/>
          </a:xfrm>
          <a:prstGeom prst="ellipse">
            <a:avLst/>
          </a:prstGeom>
          <a:solidFill>
            <a:schemeClr val="accent3"/>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18" name="Text Placeholder 96">
            <a:extLst>
              <a:ext uri="{FF2B5EF4-FFF2-40B4-BE49-F238E27FC236}">
                <a16:creationId xmlns:a16="http://schemas.microsoft.com/office/drawing/2014/main" id="{5F6A1124-9F09-4D7A-B563-659BB17D0B1A}"/>
              </a:ext>
            </a:extLst>
          </p:cNvPr>
          <p:cNvSpPr>
            <a:spLocks noGrp="1"/>
          </p:cNvSpPr>
          <p:nvPr>
            <p:ph type="body" sz="quarter" idx="111" hasCustomPrompt="1"/>
          </p:nvPr>
        </p:nvSpPr>
        <p:spPr>
          <a:xfrm>
            <a:off x="4475163" y="5543550"/>
            <a:ext cx="7308850"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678234065"/>
      </p:ext>
    </p:extLst>
  </p:cSld>
  <p:clrMapOvr>
    <a:masterClrMapping/>
  </p:clrMapOvr>
  <p:extLst>
    <p:ext uri="{DCECCB84-F9BA-43D5-87BE-67443E8EF086}">
      <p15:sldGuideLst xmlns:p15="http://schemas.microsoft.com/office/powerpoint/2012/main">
        <p15:guide id="1" pos="2819" userDrawn="1">
          <p15:clr>
            <a:srgbClr val="A4A3A4"/>
          </p15:clr>
        </p15:guide>
        <p15:guide id="2" orient="horz" pos="981" userDrawn="1">
          <p15:clr>
            <a:srgbClr val="A4A3A4"/>
          </p15:clr>
        </p15:guide>
        <p15:guide id="3" orient="horz" pos="890" userDrawn="1">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0 Point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9" name="Text Placeholder 5">
            <a:extLst>
              <a:ext uri="{FF2B5EF4-FFF2-40B4-BE49-F238E27FC236}">
                <a16:creationId xmlns:a16="http://schemas.microsoft.com/office/drawing/2014/main" id="{4389D6A8-8E5C-4277-8893-0A9C0794314D}"/>
              </a:ext>
            </a:extLst>
          </p:cNvPr>
          <p:cNvSpPr>
            <a:spLocks noGrp="1"/>
          </p:cNvSpPr>
          <p:nvPr>
            <p:ph type="body" sz="quarter" idx="23" hasCustomPrompt="1"/>
          </p:nvPr>
        </p:nvSpPr>
        <p:spPr>
          <a:xfrm>
            <a:off x="1267958" y="1855084"/>
            <a:ext cx="4791530" cy="618672"/>
          </a:xfrm>
        </p:spPr>
        <p:txBody>
          <a:bodyPr bIns="0" anchor="ctr" anchorCtr="0"/>
          <a:lstStyle>
            <a:lvl1pPr marL="0" indent="0">
              <a:buNone/>
              <a:defRPr/>
            </a:lvl1pPr>
          </a:lstStyle>
          <a:p>
            <a:pPr lvl="0"/>
            <a:r>
              <a:rPr lang="en-US"/>
              <a:t>Click to add item</a:t>
            </a:r>
          </a:p>
        </p:txBody>
      </p:sp>
      <p:sp>
        <p:nvSpPr>
          <p:cNvPr id="14" name="Text Placeholder 5">
            <a:extLst>
              <a:ext uri="{FF2B5EF4-FFF2-40B4-BE49-F238E27FC236}">
                <a16:creationId xmlns:a16="http://schemas.microsoft.com/office/drawing/2014/main" id="{BA874EA9-D333-4FE9-8140-0BC9274C4675}"/>
              </a:ext>
            </a:extLst>
          </p:cNvPr>
          <p:cNvSpPr>
            <a:spLocks noGrp="1"/>
          </p:cNvSpPr>
          <p:nvPr>
            <p:ph type="body" sz="quarter" idx="24" hasCustomPrompt="1"/>
          </p:nvPr>
        </p:nvSpPr>
        <p:spPr>
          <a:xfrm>
            <a:off x="1267958" y="2619616"/>
            <a:ext cx="4791530" cy="618672"/>
          </a:xfrm>
        </p:spPr>
        <p:txBody>
          <a:bodyPr bIns="0" anchor="ctr" anchorCtr="0"/>
          <a:lstStyle>
            <a:lvl1pPr marL="0" indent="0">
              <a:buNone/>
              <a:defRPr/>
            </a:lvl1pPr>
          </a:lstStyle>
          <a:p>
            <a:pPr lvl="0"/>
            <a:r>
              <a:rPr lang="en-US"/>
              <a:t>Click to add item</a:t>
            </a:r>
          </a:p>
        </p:txBody>
      </p:sp>
      <p:sp>
        <p:nvSpPr>
          <p:cNvPr id="15" name="Text Placeholder 5">
            <a:extLst>
              <a:ext uri="{FF2B5EF4-FFF2-40B4-BE49-F238E27FC236}">
                <a16:creationId xmlns:a16="http://schemas.microsoft.com/office/drawing/2014/main" id="{05478868-AD6E-4BF2-A5D5-4419F0FE3D71}"/>
              </a:ext>
            </a:extLst>
          </p:cNvPr>
          <p:cNvSpPr>
            <a:spLocks noGrp="1"/>
          </p:cNvSpPr>
          <p:nvPr>
            <p:ph type="body" sz="quarter" idx="25" hasCustomPrompt="1"/>
          </p:nvPr>
        </p:nvSpPr>
        <p:spPr>
          <a:xfrm>
            <a:off x="1267958" y="3384148"/>
            <a:ext cx="4791530" cy="618672"/>
          </a:xfrm>
        </p:spPr>
        <p:txBody>
          <a:bodyPr bIns="0" anchor="ctr" anchorCtr="0"/>
          <a:lstStyle>
            <a:lvl1pPr marL="0" indent="0">
              <a:buNone/>
              <a:defRPr/>
            </a:lvl1pPr>
          </a:lstStyle>
          <a:p>
            <a:pPr lvl="0"/>
            <a:r>
              <a:rPr lang="en-US"/>
              <a:t>Click to add item</a:t>
            </a:r>
          </a:p>
        </p:txBody>
      </p:sp>
      <p:sp>
        <p:nvSpPr>
          <p:cNvPr id="17" name="Text Placeholder 5">
            <a:extLst>
              <a:ext uri="{FF2B5EF4-FFF2-40B4-BE49-F238E27FC236}">
                <a16:creationId xmlns:a16="http://schemas.microsoft.com/office/drawing/2014/main" id="{DB341191-B235-4FEE-8692-7439683F4931}"/>
              </a:ext>
            </a:extLst>
          </p:cNvPr>
          <p:cNvSpPr>
            <a:spLocks noGrp="1"/>
          </p:cNvSpPr>
          <p:nvPr>
            <p:ph type="body" sz="quarter" idx="27" hasCustomPrompt="1"/>
          </p:nvPr>
        </p:nvSpPr>
        <p:spPr>
          <a:xfrm>
            <a:off x="1267958" y="4148680"/>
            <a:ext cx="4791530" cy="618672"/>
          </a:xfrm>
        </p:spPr>
        <p:txBody>
          <a:bodyPr bIns="0" anchor="ctr" anchorCtr="0"/>
          <a:lstStyle>
            <a:lvl1pPr marL="0" indent="0">
              <a:buNone/>
              <a:defRPr/>
            </a:lvl1pPr>
          </a:lstStyle>
          <a:p>
            <a:pPr lvl="0"/>
            <a:r>
              <a:rPr lang="en-US"/>
              <a:t>Click to add item</a:t>
            </a:r>
          </a:p>
        </p:txBody>
      </p:sp>
      <p:sp>
        <p:nvSpPr>
          <p:cNvPr id="18" name="Text Placeholder 5">
            <a:extLst>
              <a:ext uri="{FF2B5EF4-FFF2-40B4-BE49-F238E27FC236}">
                <a16:creationId xmlns:a16="http://schemas.microsoft.com/office/drawing/2014/main" id="{22EA25F2-ECC7-41D2-B459-804B882ADE72}"/>
              </a:ext>
            </a:extLst>
          </p:cNvPr>
          <p:cNvSpPr>
            <a:spLocks noGrp="1"/>
          </p:cNvSpPr>
          <p:nvPr>
            <p:ph type="body" sz="quarter" idx="28" hasCustomPrompt="1"/>
          </p:nvPr>
        </p:nvSpPr>
        <p:spPr>
          <a:xfrm>
            <a:off x="1267958" y="4913210"/>
            <a:ext cx="4791530" cy="618672"/>
          </a:xfrm>
        </p:spPr>
        <p:txBody>
          <a:bodyPr bIns="0" anchor="ctr" anchorCtr="0"/>
          <a:lstStyle>
            <a:lvl1pPr marL="0" indent="0">
              <a:buNone/>
              <a:defRPr/>
            </a:lvl1pPr>
          </a:lstStyle>
          <a:p>
            <a:pPr lvl="0"/>
            <a:r>
              <a:rPr lang="en-US"/>
              <a:t>Click to add item</a:t>
            </a:r>
          </a:p>
        </p:txBody>
      </p:sp>
      <p:sp>
        <p:nvSpPr>
          <p:cNvPr id="20" name="Text Placeholder 5">
            <a:extLst>
              <a:ext uri="{FF2B5EF4-FFF2-40B4-BE49-F238E27FC236}">
                <a16:creationId xmlns:a16="http://schemas.microsoft.com/office/drawing/2014/main" id="{731393DB-8371-4387-A8EC-2615FF130DFD}"/>
              </a:ext>
            </a:extLst>
          </p:cNvPr>
          <p:cNvSpPr>
            <a:spLocks noGrp="1"/>
          </p:cNvSpPr>
          <p:nvPr>
            <p:ph type="body" sz="quarter" idx="30" hasCustomPrompt="1"/>
          </p:nvPr>
        </p:nvSpPr>
        <p:spPr>
          <a:xfrm>
            <a:off x="7013123" y="1855084"/>
            <a:ext cx="4770892" cy="618672"/>
          </a:xfrm>
        </p:spPr>
        <p:txBody>
          <a:bodyPr bIns="0" anchor="ctr" anchorCtr="0"/>
          <a:lstStyle>
            <a:lvl1pPr marL="0" indent="0">
              <a:buNone/>
              <a:defRPr/>
            </a:lvl1pPr>
          </a:lstStyle>
          <a:p>
            <a:pPr lvl="0"/>
            <a:r>
              <a:rPr lang="en-US"/>
              <a:t>Click to add item</a:t>
            </a:r>
          </a:p>
        </p:txBody>
      </p:sp>
      <p:sp>
        <p:nvSpPr>
          <p:cNvPr id="24" name="Text Placeholder 5">
            <a:extLst>
              <a:ext uri="{FF2B5EF4-FFF2-40B4-BE49-F238E27FC236}">
                <a16:creationId xmlns:a16="http://schemas.microsoft.com/office/drawing/2014/main" id="{99783B38-5869-4574-94FE-E400012AFADB}"/>
              </a:ext>
            </a:extLst>
          </p:cNvPr>
          <p:cNvSpPr>
            <a:spLocks noGrp="1"/>
          </p:cNvSpPr>
          <p:nvPr>
            <p:ph type="body" sz="quarter" idx="34" hasCustomPrompt="1"/>
          </p:nvPr>
        </p:nvSpPr>
        <p:spPr>
          <a:xfrm>
            <a:off x="7013123" y="2619616"/>
            <a:ext cx="4770892" cy="618672"/>
          </a:xfrm>
        </p:spPr>
        <p:txBody>
          <a:bodyPr bIns="0" anchor="ctr" anchorCtr="0"/>
          <a:lstStyle>
            <a:lvl1pPr marL="0" indent="0">
              <a:buNone/>
              <a:defRPr/>
            </a:lvl1pPr>
          </a:lstStyle>
          <a:p>
            <a:pPr lvl="0"/>
            <a:r>
              <a:rPr lang="en-US"/>
              <a:t>Click to add item</a:t>
            </a:r>
          </a:p>
        </p:txBody>
      </p:sp>
      <p:sp>
        <p:nvSpPr>
          <p:cNvPr id="25" name="Text Placeholder 5">
            <a:extLst>
              <a:ext uri="{FF2B5EF4-FFF2-40B4-BE49-F238E27FC236}">
                <a16:creationId xmlns:a16="http://schemas.microsoft.com/office/drawing/2014/main" id="{45568D9C-380F-4EA2-A943-1561234300F9}"/>
              </a:ext>
            </a:extLst>
          </p:cNvPr>
          <p:cNvSpPr>
            <a:spLocks noGrp="1"/>
          </p:cNvSpPr>
          <p:nvPr>
            <p:ph type="body" sz="quarter" idx="35" hasCustomPrompt="1"/>
          </p:nvPr>
        </p:nvSpPr>
        <p:spPr>
          <a:xfrm>
            <a:off x="7013123" y="3384148"/>
            <a:ext cx="4770892" cy="618672"/>
          </a:xfrm>
        </p:spPr>
        <p:txBody>
          <a:bodyPr bIns="0" anchor="ctr" anchorCtr="0"/>
          <a:lstStyle>
            <a:lvl1pPr marL="0" indent="0">
              <a:buNone/>
              <a:defRPr/>
            </a:lvl1pPr>
          </a:lstStyle>
          <a:p>
            <a:pPr lvl="0"/>
            <a:r>
              <a:rPr lang="en-US"/>
              <a:t>Click to add item</a:t>
            </a:r>
          </a:p>
        </p:txBody>
      </p:sp>
      <p:sp>
        <p:nvSpPr>
          <p:cNvPr id="27" name="Text Placeholder 5">
            <a:extLst>
              <a:ext uri="{FF2B5EF4-FFF2-40B4-BE49-F238E27FC236}">
                <a16:creationId xmlns:a16="http://schemas.microsoft.com/office/drawing/2014/main" id="{AF94A476-3E40-44D5-849D-9149AE38EFEF}"/>
              </a:ext>
            </a:extLst>
          </p:cNvPr>
          <p:cNvSpPr>
            <a:spLocks noGrp="1"/>
          </p:cNvSpPr>
          <p:nvPr>
            <p:ph type="body" sz="quarter" idx="37" hasCustomPrompt="1"/>
          </p:nvPr>
        </p:nvSpPr>
        <p:spPr>
          <a:xfrm>
            <a:off x="7013123" y="4148680"/>
            <a:ext cx="4770892" cy="618672"/>
          </a:xfrm>
        </p:spPr>
        <p:txBody>
          <a:bodyPr bIns="0" anchor="ctr" anchorCtr="0"/>
          <a:lstStyle>
            <a:lvl1pPr marL="0" indent="0">
              <a:buNone/>
              <a:defRPr/>
            </a:lvl1pPr>
          </a:lstStyle>
          <a:p>
            <a:pPr lvl="0"/>
            <a:r>
              <a:rPr lang="en-US"/>
              <a:t>Click to add item</a:t>
            </a:r>
          </a:p>
        </p:txBody>
      </p:sp>
      <p:sp>
        <p:nvSpPr>
          <p:cNvPr id="28" name="Text Placeholder 5">
            <a:extLst>
              <a:ext uri="{FF2B5EF4-FFF2-40B4-BE49-F238E27FC236}">
                <a16:creationId xmlns:a16="http://schemas.microsoft.com/office/drawing/2014/main" id="{CD4BA337-FE74-4504-AED8-E2CC58C5919F}"/>
              </a:ext>
            </a:extLst>
          </p:cNvPr>
          <p:cNvSpPr>
            <a:spLocks noGrp="1"/>
          </p:cNvSpPr>
          <p:nvPr>
            <p:ph type="body" sz="quarter" idx="38" hasCustomPrompt="1"/>
          </p:nvPr>
        </p:nvSpPr>
        <p:spPr>
          <a:xfrm>
            <a:off x="7013123" y="4913210"/>
            <a:ext cx="4770892" cy="618672"/>
          </a:xfrm>
        </p:spPr>
        <p:txBody>
          <a:bodyPr bIns="0" anchor="ctr" anchorCtr="0"/>
          <a:lstStyle>
            <a:lvl1pPr marL="0" indent="0">
              <a:buNone/>
              <a:defRPr/>
            </a:lvl1pPr>
          </a:lstStyle>
          <a:p>
            <a:pPr lvl="0"/>
            <a:r>
              <a:rPr lang="en-US"/>
              <a:t>Click to add item</a:t>
            </a:r>
          </a:p>
        </p:txBody>
      </p:sp>
      <p:sp>
        <p:nvSpPr>
          <p:cNvPr id="30" name="Text Placeholder 7">
            <a:extLst>
              <a:ext uri="{FF2B5EF4-FFF2-40B4-BE49-F238E27FC236}">
                <a16:creationId xmlns:a16="http://schemas.microsoft.com/office/drawing/2014/main" id="{5C4498E7-85C7-4EBC-8FD5-08BDE47C7D69}"/>
              </a:ext>
            </a:extLst>
          </p:cNvPr>
          <p:cNvSpPr>
            <a:spLocks noGrp="1"/>
          </p:cNvSpPr>
          <p:nvPr>
            <p:ph type="body" sz="quarter" idx="40" hasCustomPrompt="1"/>
          </p:nvPr>
        </p:nvSpPr>
        <p:spPr>
          <a:xfrm>
            <a:off x="407987" y="1855085"/>
            <a:ext cx="619200" cy="619200"/>
          </a:xfrm>
          <a:prstGeom prst="ellipse">
            <a:avLst/>
          </a:prstGeom>
          <a:solidFill>
            <a:schemeClr val="accent3"/>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1" name="Text Placeholder 7">
            <a:extLst>
              <a:ext uri="{FF2B5EF4-FFF2-40B4-BE49-F238E27FC236}">
                <a16:creationId xmlns:a16="http://schemas.microsoft.com/office/drawing/2014/main" id="{59993301-BB5C-4073-82B0-2E2A86C582BF}"/>
              </a:ext>
            </a:extLst>
          </p:cNvPr>
          <p:cNvSpPr>
            <a:spLocks noGrp="1"/>
          </p:cNvSpPr>
          <p:nvPr>
            <p:ph type="body" sz="quarter" idx="41" hasCustomPrompt="1"/>
          </p:nvPr>
        </p:nvSpPr>
        <p:spPr>
          <a:xfrm>
            <a:off x="407987" y="2619550"/>
            <a:ext cx="619200" cy="619200"/>
          </a:xfrm>
          <a:prstGeom prst="ellipse">
            <a:avLst/>
          </a:prstGeom>
          <a:solidFill>
            <a:schemeClr val="accent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2" name="Text Placeholder 7">
            <a:extLst>
              <a:ext uri="{FF2B5EF4-FFF2-40B4-BE49-F238E27FC236}">
                <a16:creationId xmlns:a16="http://schemas.microsoft.com/office/drawing/2014/main" id="{867C4299-E81F-47CC-8EFA-DE7F90F2AE46}"/>
              </a:ext>
            </a:extLst>
          </p:cNvPr>
          <p:cNvSpPr>
            <a:spLocks noGrp="1"/>
          </p:cNvSpPr>
          <p:nvPr>
            <p:ph type="body" sz="quarter" idx="42" hasCustomPrompt="1"/>
          </p:nvPr>
        </p:nvSpPr>
        <p:spPr>
          <a:xfrm>
            <a:off x="407987" y="3384015"/>
            <a:ext cx="619200" cy="619200"/>
          </a:xfrm>
          <a:prstGeom prst="ellipse">
            <a:avLst/>
          </a:prstGeom>
          <a:solidFill>
            <a:schemeClr val="accent4"/>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3" name="Text Placeholder 7">
            <a:extLst>
              <a:ext uri="{FF2B5EF4-FFF2-40B4-BE49-F238E27FC236}">
                <a16:creationId xmlns:a16="http://schemas.microsoft.com/office/drawing/2014/main" id="{DF92FE5A-57F1-4CA6-B785-65C9290E4C57}"/>
              </a:ext>
            </a:extLst>
          </p:cNvPr>
          <p:cNvSpPr>
            <a:spLocks noGrp="1"/>
          </p:cNvSpPr>
          <p:nvPr>
            <p:ph type="body" sz="quarter" idx="43" hasCustomPrompt="1"/>
          </p:nvPr>
        </p:nvSpPr>
        <p:spPr>
          <a:xfrm>
            <a:off x="407987" y="4148480"/>
            <a:ext cx="619200" cy="619200"/>
          </a:xfrm>
          <a:prstGeom prst="ellipse">
            <a:avLst/>
          </a:prstGeom>
          <a:solidFill>
            <a:schemeClr val="tx2"/>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4" name="Text Placeholder 7">
            <a:extLst>
              <a:ext uri="{FF2B5EF4-FFF2-40B4-BE49-F238E27FC236}">
                <a16:creationId xmlns:a16="http://schemas.microsoft.com/office/drawing/2014/main" id="{4C3D325C-591F-418A-8501-373F5B47CED9}"/>
              </a:ext>
            </a:extLst>
          </p:cNvPr>
          <p:cNvSpPr>
            <a:spLocks noGrp="1"/>
          </p:cNvSpPr>
          <p:nvPr>
            <p:ph type="body" sz="quarter" idx="44" hasCustomPrompt="1"/>
          </p:nvPr>
        </p:nvSpPr>
        <p:spPr>
          <a:xfrm>
            <a:off x="407987" y="4912946"/>
            <a:ext cx="619200" cy="619200"/>
          </a:xfrm>
          <a:prstGeom prst="ellipse">
            <a:avLst/>
          </a:prstGeom>
          <a:solidFill>
            <a:schemeClr val="tx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5" name="Text Placeholder 7">
            <a:extLst>
              <a:ext uri="{FF2B5EF4-FFF2-40B4-BE49-F238E27FC236}">
                <a16:creationId xmlns:a16="http://schemas.microsoft.com/office/drawing/2014/main" id="{DBE959E3-A230-4A45-A44D-0D2600F04D7D}"/>
              </a:ext>
            </a:extLst>
          </p:cNvPr>
          <p:cNvSpPr>
            <a:spLocks noGrp="1"/>
          </p:cNvSpPr>
          <p:nvPr>
            <p:ph type="body" sz="quarter" idx="45" hasCustomPrompt="1"/>
          </p:nvPr>
        </p:nvSpPr>
        <p:spPr>
          <a:xfrm>
            <a:off x="6152624" y="1855085"/>
            <a:ext cx="619200" cy="619200"/>
          </a:xfrm>
          <a:prstGeom prst="ellipse">
            <a:avLst/>
          </a:prstGeom>
          <a:solidFill>
            <a:schemeClr val="accent3"/>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6" name="Text Placeholder 7">
            <a:extLst>
              <a:ext uri="{FF2B5EF4-FFF2-40B4-BE49-F238E27FC236}">
                <a16:creationId xmlns:a16="http://schemas.microsoft.com/office/drawing/2014/main" id="{9230A569-D2BE-47C9-B23B-242F9BCE4D3B}"/>
              </a:ext>
            </a:extLst>
          </p:cNvPr>
          <p:cNvSpPr>
            <a:spLocks noGrp="1"/>
          </p:cNvSpPr>
          <p:nvPr>
            <p:ph type="body" sz="quarter" idx="46" hasCustomPrompt="1"/>
          </p:nvPr>
        </p:nvSpPr>
        <p:spPr>
          <a:xfrm>
            <a:off x="6152624" y="2619550"/>
            <a:ext cx="619200" cy="619200"/>
          </a:xfrm>
          <a:prstGeom prst="ellipse">
            <a:avLst/>
          </a:prstGeom>
          <a:solidFill>
            <a:schemeClr val="accent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7" name="Text Placeholder 7">
            <a:extLst>
              <a:ext uri="{FF2B5EF4-FFF2-40B4-BE49-F238E27FC236}">
                <a16:creationId xmlns:a16="http://schemas.microsoft.com/office/drawing/2014/main" id="{739DA513-4AAC-49D0-8CF4-9D051E2AF092}"/>
              </a:ext>
            </a:extLst>
          </p:cNvPr>
          <p:cNvSpPr>
            <a:spLocks noGrp="1"/>
          </p:cNvSpPr>
          <p:nvPr>
            <p:ph type="body" sz="quarter" idx="47" hasCustomPrompt="1"/>
          </p:nvPr>
        </p:nvSpPr>
        <p:spPr>
          <a:xfrm>
            <a:off x="6152624" y="3384015"/>
            <a:ext cx="619200" cy="619200"/>
          </a:xfrm>
          <a:prstGeom prst="ellipse">
            <a:avLst/>
          </a:prstGeom>
          <a:solidFill>
            <a:schemeClr val="accent4"/>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8" name="Text Placeholder 7">
            <a:extLst>
              <a:ext uri="{FF2B5EF4-FFF2-40B4-BE49-F238E27FC236}">
                <a16:creationId xmlns:a16="http://schemas.microsoft.com/office/drawing/2014/main" id="{937A5709-9C0F-4D22-8682-F42BE67C6E01}"/>
              </a:ext>
            </a:extLst>
          </p:cNvPr>
          <p:cNvSpPr>
            <a:spLocks noGrp="1"/>
          </p:cNvSpPr>
          <p:nvPr>
            <p:ph type="body" sz="quarter" idx="48" hasCustomPrompt="1"/>
          </p:nvPr>
        </p:nvSpPr>
        <p:spPr>
          <a:xfrm>
            <a:off x="6152624" y="4148480"/>
            <a:ext cx="619200" cy="619200"/>
          </a:xfrm>
          <a:prstGeom prst="ellipse">
            <a:avLst/>
          </a:prstGeom>
          <a:solidFill>
            <a:schemeClr val="tx2"/>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9" name="Text Placeholder 7">
            <a:extLst>
              <a:ext uri="{FF2B5EF4-FFF2-40B4-BE49-F238E27FC236}">
                <a16:creationId xmlns:a16="http://schemas.microsoft.com/office/drawing/2014/main" id="{E7ECA727-3B31-4369-859E-288CA12C15DF}"/>
              </a:ext>
            </a:extLst>
          </p:cNvPr>
          <p:cNvSpPr>
            <a:spLocks noGrp="1"/>
          </p:cNvSpPr>
          <p:nvPr>
            <p:ph type="body" sz="quarter" idx="49" hasCustomPrompt="1"/>
          </p:nvPr>
        </p:nvSpPr>
        <p:spPr>
          <a:xfrm>
            <a:off x="6152624" y="4912946"/>
            <a:ext cx="619200" cy="619200"/>
          </a:xfrm>
          <a:prstGeom prst="ellipse">
            <a:avLst/>
          </a:prstGeom>
          <a:solidFill>
            <a:schemeClr val="tx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6" name="Text Placeholder 96">
            <a:extLst>
              <a:ext uri="{FF2B5EF4-FFF2-40B4-BE49-F238E27FC236}">
                <a16:creationId xmlns:a16="http://schemas.microsoft.com/office/drawing/2014/main" id="{0AEE188C-F765-43DC-982D-6659ECB23541}"/>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649503152"/>
      </p:ext>
    </p:extLst>
  </p:cSld>
  <p:clrMapOvr>
    <a:masterClrMapping/>
  </p:clrMapOvr>
  <p:extLst>
    <p:ext uri="{DCECCB84-F9BA-43D5-87BE-67443E8EF086}">
      <p15:sldGuideLst xmlns:p15="http://schemas.microsoft.com/office/powerpoint/2012/main">
        <p15:guide id="5" pos="3817">
          <p15:clr>
            <a:srgbClr val="A4A3A4"/>
          </p15:clr>
        </p15:guide>
        <p15:guide id="6" pos="3876">
          <p15:clr>
            <a:srgbClr val="A4A3A4"/>
          </p15:clr>
        </p15:guide>
        <p15:guide id="11" orient="horz" pos="890" userDrawn="1">
          <p15:clr>
            <a:srgbClr val="C35EA4"/>
          </p15:clr>
        </p15:guide>
        <p15:guide id="12" orient="horz" pos="981" userDrawn="1">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5 Point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p:txBody>
          <a:bodyPr/>
          <a:lstStyle>
            <a:lvl1pPr>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9" name="Text Placeholder 5">
            <a:extLst>
              <a:ext uri="{FF2B5EF4-FFF2-40B4-BE49-F238E27FC236}">
                <a16:creationId xmlns:a16="http://schemas.microsoft.com/office/drawing/2014/main" id="{4389D6A8-8E5C-4277-8893-0A9C0794314D}"/>
              </a:ext>
            </a:extLst>
          </p:cNvPr>
          <p:cNvSpPr>
            <a:spLocks noGrp="1"/>
          </p:cNvSpPr>
          <p:nvPr>
            <p:ph type="body" sz="quarter" idx="23" hasCustomPrompt="1"/>
          </p:nvPr>
        </p:nvSpPr>
        <p:spPr>
          <a:xfrm>
            <a:off x="1267958" y="1855084"/>
            <a:ext cx="2848430" cy="618672"/>
          </a:xfrm>
        </p:spPr>
        <p:txBody>
          <a:bodyPr bIns="0" anchor="ctr" anchorCtr="0"/>
          <a:lstStyle>
            <a:lvl1pPr marL="0" indent="0">
              <a:buNone/>
              <a:defRPr/>
            </a:lvl1pPr>
          </a:lstStyle>
          <a:p>
            <a:pPr lvl="0"/>
            <a:r>
              <a:rPr lang="en-US"/>
              <a:t>Click to add item</a:t>
            </a:r>
          </a:p>
        </p:txBody>
      </p:sp>
      <p:sp>
        <p:nvSpPr>
          <p:cNvPr id="14" name="Text Placeholder 5">
            <a:extLst>
              <a:ext uri="{FF2B5EF4-FFF2-40B4-BE49-F238E27FC236}">
                <a16:creationId xmlns:a16="http://schemas.microsoft.com/office/drawing/2014/main" id="{BA874EA9-D333-4FE9-8140-0BC9274C4675}"/>
              </a:ext>
            </a:extLst>
          </p:cNvPr>
          <p:cNvSpPr>
            <a:spLocks noGrp="1"/>
          </p:cNvSpPr>
          <p:nvPr>
            <p:ph type="body" sz="quarter" idx="24" hasCustomPrompt="1"/>
          </p:nvPr>
        </p:nvSpPr>
        <p:spPr>
          <a:xfrm>
            <a:off x="1267958" y="2619616"/>
            <a:ext cx="2848430" cy="618672"/>
          </a:xfrm>
        </p:spPr>
        <p:txBody>
          <a:bodyPr bIns="0" anchor="ctr" anchorCtr="0"/>
          <a:lstStyle>
            <a:lvl1pPr marL="0" indent="0">
              <a:buNone/>
              <a:defRPr/>
            </a:lvl1pPr>
          </a:lstStyle>
          <a:p>
            <a:pPr lvl="0"/>
            <a:r>
              <a:rPr lang="en-US"/>
              <a:t>Click to add item</a:t>
            </a:r>
          </a:p>
        </p:txBody>
      </p:sp>
      <p:sp>
        <p:nvSpPr>
          <p:cNvPr id="15" name="Text Placeholder 5">
            <a:extLst>
              <a:ext uri="{FF2B5EF4-FFF2-40B4-BE49-F238E27FC236}">
                <a16:creationId xmlns:a16="http://schemas.microsoft.com/office/drawing/2014/main" id="{05478868-AD6E-4BF2-A5D5-4419F0FE3D71}"/>
              </a:ext>
            </a:extLst>
          </p:cNvPr>
          <p:cNvSpPr>
            <a:spLocks noGrp="1"/>
          </p:cNvSpPr>
          <p:nvPr>
            <p:ph type="body" sz="quarter" idx="25" hasCustomPrompt="1"/>
          </p:nvPr>
        </p:nvSpPr>
        <p:spPr>
          <a:xfrm>
            <a:off x="1267958" y="3384148"/>
            <a:ext cx="2848430" cy="618672"/>
          </a:xfrm>
        </p:spPr>
        <p:txBody>
          <a:bodyPr bIns="0" anchor="ctr" anchorCtr="0"/>
          <a:lstStyle>
            <a:lvl1pPr marL="0" indent="0">
              <a:buNone/>
              <a:defRPr/>
            </a:lvl1pPr>
          </a:lstStyle>
          <a:p>
            <a:pPr lvl="0"/>
            <a:r>
              <a:rPr lang="en-US"/>
              <a:t>Click to add item</a:t>
            </a:r>
          </a:p>
        </p:txBody>
      </p:sp>
      <p:sp>
        <p:nvSpPr>
          <p:cNvPr id="17" name="Text Placeholder 5">
            <a:extLst>
              <a:ext uri="{FF2B5EF4-FFF2-40B4-BE49-F238E27FC236}">
                <a16:creationId xmlns:a16="http://schemas.microsoft.com/office/drawing/2014/main" id="{DB341191-B235-4FEE-8692-7439683F4931}"/>
              </a:ext>
            </a:extLst>
          </p:cNvPr>
          <p:cNvSpPr>
            <a:spLocks noGrp="1"/>
          </p:cNvSpPr>
          <p:nvPr>
            <p:ph type="body" sz="quarter" idx="27" hasCustomPrompt="1"/>
          </p:nvPr>
        </p:nvSpPr>
        <p:spPr>
          <a:xfrm>
            <a:off x="1267958" y="4148680"/>
            <a:ext cx="2848430" cy="618672"/>
          </a:xfrm>
        </p:spPr>
        <p:txBody>
          <a:bodyPr bIns="0" anchor="ctr" anchorCtr="0"/>
          <a:lstStyle>
            <a:lvl1pPr marL="0" indent="0">
              <a:buNone/>
              <a:defRPr/>
            </a:lvl1pPr>
          </a:lstStyle>
          <a:p>
            <a:pPr lvl="0"/>
            <a:r>
              <a:rPr lang="en-US"/>
              <a:t>Click to add item</a:t>
            </a:r>
          </a:p>
        </p:txBody>
      </p:sp>
      <p:sp>
        <p:nvSpPr>
          <p:cNvPr id="18" name="Text Placeholder 5">
            <a:extLst>
              <a:ext uri="{FF2B5EF4-FFF2-40B4-BE49-F238E27FC236}">
                <a16:creationId xmlns:a16="http://schemas.microsoft.com/office/drawing/2014/main" id="{22EA25F2-ECC7-41D2-B459-804B882ADE72}"/>
              </a:ext>
            </a:extLst>
          </p:cNvPr>
          <p:cNvSpPr>
            <a:spLocks noGrp="1"/>
          </p:cNvSpPr>
          <p:nvPr>
            <p:ph type="body" sz="quarter" idx="28" hasCustomPrompt="1"/>
          </p:nvPr>
        </p:nvSpPr>
        <p:spPr>
          <a:xfrm>
            <a:off x="1267958" y="4913210"/>
            <a:ext cx="2848430" cy="618672"/>
          </a:xfrm>
        </p:spPr>
        <p:txBody>
          <a:bodyPr bIns="0" anchor="ctr" anchorCtr="0"/>
          <a:lstStyle>
            <a:lvl1pPr marL="0" indent="0">
              <a:buNone/>
              <a:defRPr/>
            </a:lvl1pPr>
          </a:lstStyle>
          <a:p>
            <a:pPr lvl="0"/>
            <a:r>
              <a:rPr lang="en-US"/>
              <a:t>Click to add item</a:t>
            </a:r>
          </a:p>
        </p:txBody>
      </p:sp>
      <p:sp>
        <p:nvSpPr>
          <p:cNvPr id="20" name="Text Placeholder 5">
            <a:extLst>
              <a:ext uri="{FF2B5EF4-FFF2-40B4-BE49-F238E27FC236}">
                <a16:creationId xmlns:a16="http://schemas.microsoft.com/office/drawing/2014/main" id="{731393DB-8371-4387-A8EC-2615FF130DFD}"/>
              </a:ext>
            </a:extLst>
          </p:cNvPr>
          <p:cNvSpPr>
            <a:spLocks noGrp="1"/>
          </p:cNvSpPr>
          <p:nvPr>
            <p:ph type="body" sz="quarter" idx="30" hasCustomPrompt="1"/>
          </p:nvPr>
        </p:nvSpPr>
        <p:spPr>
          <a:xfrm>
            <a:off x="5120063" y="1855084"/>
            <a:ext cx="2847600" cy="618672"/>
          </a:xfrm>
        </p:spPr>
        <p:txBody>
          <a:bodyPr bIns="0" anchor="ctr" anchorCtr="0"/>
          <a:lstStyle>
            <a:lvl1pPr marL="0" indent="0">
              <a:buNone/>
              <a:defRPr/>
            </a:lvl1pPr>
          </a:lstStyle>
          <a:p>
            <a:pPr lvl="0"/>
            <a:r>
              <a:rPr lang="en-US"/>
              <a:t>Click to add item</a:t>
            </a:r>
          </a:p>
        </p:txBody>
      </p:sp>
      <p:sp>
        <p:nvSpPr>
          <p:cNvPr id="24" name="Text Placeholder 5">
            <a:extLst>
              <a:ext uri="{FF2B5EF4-FFF2-40B4-BE49-F238E27FC236}">
                <a16:creationId xmlns:a16="http://schemas.microsoft.com/office/drawing/2014/main" id="{99783B38-5869-4574-94FE-E400012AFADB}"/>
              </a:ext>
            </a:extLst>
          </p:cNvPr>
          <p:cNvSpPr>
            <a:spLocks noGrp="1"/>
          </p:cNvSpPr>
          <p:nvPr>
            <p:ph type="body" sz="quarter" idx="34" hasCustomPrompt="1"/>
          </p:nvPr>
        </p:nvSpPr>
        <p:spPr>
          <a:xfrm>
            <a:off x="5120063" y="2619616"/>
            <a:ext cx="2847600" cy="618672"/>
          </a:xfrm>
        </p:spPr>
        <p:txBody>
          <a:bodyPr bIns="0" anchor="ctr" anchorCtr="0"/>
          <a:lstStyle>
            <a:lvl1pPr marL="0" indent="0">
              <a:buNone/>
              <a:defRPr/>
            </a:lvl1pPr>
          </a:lstStyle>
          <a:p>
            <a:pPr lvl="0"/>
            <a:r>
              <a:rPr lang="en-US"/>
              <a:t>Click to add item</a:t>
            </a:r>
          </a:p>
        </p:txBody>
      </p:sp>
      <p:sp>
        <p:nvSpPr>
          <p:cNvPr id="25" name="Text Placeholder 5">
            <a:extLst>
              <a:ext uri="{FF2B5EF4-FFF2-40B4-BE49-F238E27FC236}">
                <a16:creationId xmlns:a16="http://schemas.microsoft.com/office/drawing/2014/main" id="{45568D9C-380F-4EA2-A943-1561234300F9}"/>
              </a:ext>
            </a:extLst>
          </p:cNvPr>
          <p:cNvSpPr>
            <a:spLocks noGrp="1"/>
          </p:cNvSpPr>
          <p:nvPr>
            <p:ph type="body" sz="quarter" idx="35" hasCustomPrompt="1"/>
          </p:nvPr>
        </p:nvSpPr>
        <p:spPr>
          <a:xfrm>
            <a:off x="5120063" y="3384148"/>
            <a:ext cx="2847600" cy="618672"/>
          </a:xfrm>
        </p:spPr>
        <p:txBody>
          <a:bodyPr bIns="0" anchor="ctr" anchorCtr="0"/>
          <a:lstStyle>
            <a:lvl1pPr marL="0" indent="0">
              <a:buNone/>
              <a:defRPr/>
            </a:lvl1pPr>
          </a:lstStyle>
          <a:p>
            <a:pPr lvl="0"/>
            <a:r>
              <a:rPr lang="en-US"/>
              <a:t>Click to add item</a:t>
            </a:r>
          </a:p>
        </p:txBody>
      </p:sp>
      <p:sp>
        <p:nvSpPr>
          <p:cNvPr id="27" name="Text Placeholder 5">
            <a:extLst>
              <a:ext uri="{FF2B5EF4-FFF2-40B4-BE49-F238E27FC236}">
                <a16:creationId xmlns:a16="http://schemas.microsoft.com/office/drawing/2014/main" id="{AF94A476-3E40-44D5-849D-9149AE38EFEF}"/>
              </a:ext>
            </a:extLst>
          </p:cNvPr>
          <p:cNvSpPr>
            <a:spLocks noGrp="1"/>
          </p:cNvSpPr>
          <p:nvPr>
            <p:ph type="body" sz="quarter" idx="37" hasCustomPrompt="1"/>
          </p:nvPr>
        </p:nvSpPr>
        <p:spPr>
          <a:xfrm>
            <a:off x="5120063" y="4148680"/>
            <a:ext cx="2847600" cy="618672"/>
          </a:xfrm>
        </p:spPr>
        <p:txBody>
          <a:bodyPr bIns="0" anchor="ctr" anchorCtr="0"/>
          <a:lstStyle>
            <a:lvl1pPr marL="0" indent="0">
              <a:buNone/>
              <a:defRPr/>
            </a:lvl1pPr>
          </a:lstStyle>
          <a:p>
            <a:pPr lvl="0"/>
            <a:r>
              <a:rPr lang="en-US"/>
              <a:t>Click to add item</a:t>
            </a:r>
          </a:p>
        </p:txBody>
      </p:sp>
      <p:sp>
        <p:nvSpPr>
          <p:cNvPr id="28" name="Text Placeholder 5">
            <a:extLst>
              <a:ext uri="{FF2B5EF4-FFF2-40B4-BE49-F238E27FC236}">
                <a16:creationId xmlns:a16="http://schemas.microsoft.com/office/drawing/2014/main" id="{CD4BA337-FE74-4504-AED8-E2CC58C5919F}"/>
              </a:ext>
            </a:extLst>
          </p:cNvPr>
          <p:cNvSpPr>
            <a:spLocks noGrp="1"/>
          </p:cNvSpPr>
          <p:nvPr>
            <p:ph type="body" sz="quarter" idx="38" hasCustomPrompt="1"/>
          </p:nvPr>
        </p:nvSpPr>
        <p:spPr>
          <a:xfrm>
            <a:off x="5120063" y="4913210"/>
            <a:ext cx="2847600" cy="618672"/>
          </a:xfrm>
        </p:spPr>
        <p:txBody>
          <a:bodyPr bIns="0" anchor="ctr" anchorCtr="0"/>
          <a:lstStyle>
            <a:lvl1pPr marL="0" indent="0">
              <a:buNone/>
              <a:defRPr/>
            </a:lvl1pPr>
          </a:lstStyle>
          <a:p>
            <a:pPr lvl="0"/>
            <a:r>
              <a:rPr lang="en-US"/>
              <a:t>Click to add item</a:t>
            </a:r>
          </a:p>
        </p:txBody>
      </p:sp>
      <p:sp>
        <p:nvSpPr>
          <p:cNvPr id="30" name="Text Placeholder 7">
            <a:extLst>
              <a:ext uri="{FF2B5EF4-FFF2-40B4-BE49-F238E27FC236}">
                <a16:creationId xmlns:a16="http://schemas.microsoft.com/office/drawing/2014/main" id="{5C4498E7-85C7-4EBC-8FD5-08BDE47C7D69}"/>
              </a:ext>
            </a:extLst>
          </p:cNvPr>
          <p:cNvSpPr>
            <a:spLocks noGrp="1"/>
          </p:cNvSpPr>
          <p:nvPr>
            <p:ph type="body" sz="quarter" idx="40" hasCustomPrompt="1"/>
          </p:nvPr>
        </p:nvSpPr>
        <p:spPr>
          <a:xfrm>
            <a:off x="407987" y="1855085"/>
            <a:ext cx="619200" cy="619200"/>
          </a:xfrm>
          <a:prstGeom prst="ellipse">
            <a:avLst/>
          </a:prstGeom>
          <a:solidFill>
            <a:schemeClr val="accent3"/>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1" name="Text Placeholder 7">
            <a:extLst>
              <a:ext uri="{FF2B5EF4-FFF2-40B4-BE49-F238E27FC236}">
                <a16:creationId xmlns:a16="http://schemas.microsoft.com/office/drawing/2014/main" id="{59993301-BB5C-4073-82B0-2E2A86C582BF}"/>
              </a:ext>
            </a:extLst>
          </p:cNvPr>
          <p:cNvSpPr>
            <a:spLocks noGrp="1"/>
          </p:cNvSpPr>
          <p:nvPr>
            <p:ph type="body" sz="quarter" idx="41" hasCustomPrompt="1"/>
          </p:nvPr>
        </p:nvSpPr>
        <p:spPr>
          <a:xfrm>
            <a:off x="407987" y="2619550"/>
            <a:ext cx="619200" cy="619200"/>
          </a:xfrm>
          <a:prstGeom prst="ellipse">
            <a:avLst/>
          </a:prstGeom>
          <a:solidFill>
            <a:schemeClr val="accent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2" name="Text Placeholder 7">
            <a:extLst>
              <a:ext uri="{FF2B5EF4-FFF2-40B4-BE49-F238E27FC236}">
                <a16:creationId xmlns:a16="http://schemas.microsoft.com/office/drawing/2014/main" id="{867C4299-E81F-47CC-8EFA-DE7F90F2AE46}"/>
              </a:ext>
            </a:extLst>
          </p:cNvPr>
          <p:cNvSpPr>
            <a:spLocks noGrp="1"/>
          </p:cNvSpPr>
          <p:nvPr>
            <p:ph type="body" sz="quarter" idx="42" hasCustomPrompt="1"/>
          </p:nvPr>
        </p:nvSpPr>
        <p:spPr>
          <a:xfrm>
            <a:off x="407987" y="3384015"/>
            <a:ext cx="619200" cy="619200"/>
          </a:xfrm>
          <a:prstGeom prst="ellipse">
            <a:avLst/>
          </a:prstGeom>
          <a:solidFill>
            <a:schemeClr val="accent4"/>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3" name="Text Placeholder 7">
            <a:extLst>
              <a:ext uri="{FF2B5EF4-FFF2-40B4-BE49-F238E27FC236}">
                <a16:creationId xmlns:a16="http://schemas.microsoft.com/office/drawing/2014/main" id="{DF92FE5A-57F1-4CA6-B785-65C9290E4C57}"/>
              </a:ext>
            </a:extLst>
          </p:cNvPr>
          <p:cNvSpPr>
            <a:spLocks noGrp="1"/>
          </p:cNvSpPr>
          <p:nvPr>
            <p:ph type="body" sz="quarter" idx="43" hasCustomPrompt="1"/>
          </p:nvPr>
        </p:nvSpPr>
        <p:spPr>
          <a:xfrm>
            <a:off x="407987" y="4148480"/>
            <a:ext cx="619200" cy="619200"/>
          </a:xfrm>
          <a:prstGeom prst="ellipse">
            <a:avLst/>
          </a:prstGeom>
          <a:solidFill>
            <a:schemeClr val="tx2"/>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4" name="Text Placeholder 7">
            <a:extLst>
              <a:ext uri="{FF2B5EF4-FFF2-40B4-BE49-F238E27FC236}">
                <a16:creationId xmlns:a16="http://schemas.microsoft.com/office/drawing/2014/main" id="{4C3D325C-591F-418A-8501-373F5B47CED9}"/>
              </a:ext>
            </a:extLst>
          </p:cNvPr>
          <p:cNvSpPr>
            <a:spLocks noGrp="1"/>
          </p:cNvSpPr>
          <p:nvPr>
            <p:ph type="body" sz="quarter" idx="44" hasCustomPrompt="1"/>
          </p:nvPr>
        </p:nvSpPr>
        <p:spPr>
          <a:xfrm>
            <a:off x="407987" y="4912946"/>
            <a:ext cx="619200" cy="619200"/>
          </a:xfrm>
          <a:prstGeom prst="ellipse">
            <a:avLst/>
          </a:prstGeom>
          <a:solidFill>
            <a:schemeClr val="tx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5" name="Text Placeholder 7">
            <a:extLst>
              <a:ext uri="{FF2B5EF4-FFF2-40B4-BE49-F238E27FC236}">
                <a16:creationId xmlns:a16="http://schemas.microsoft.com/office/drawing/2014/main" id="{DBE959E3-A230-4A45-A44D-0D2600F04D7D}"/>
              </a:ext>
            </a:extLst>
          </p:cNvPr>
          <p:cNvSpPr>
            <a:spLocks noGrp="1"/>
          </p:cNvSpPr>
          <p:nvPr>
            <p:ph type="body" sz="quarter" idx="45" hasCustomPrompt="1"/>
          </p:nvPr>
        </p:nvSpPr>
        <p:spPr>
          <a:xfrm>
            <a:off x="4224338" y="1855085"/>
            <a:ext cx="619200" cy="619200"/>
          </a:xfrm>
          <a:prstGeom prst="ellipse">
            <a:avLst/>
          </a:prstGeom>
          <a:solidFill>
            <a:schemeClr val="accent3"/>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6" name="Text Placeholder 7">
            <a:extLst>
              <a:ext uri="{FF2B5EF4-FFF2-40B4-BE49-F238E27FC236}">
                <a16:creationId xmlns:a16="http://schemas.microsoft.com/office/drawing/2014/main" id="{9230A569-D2BE-47C9-B23B-242F9BCE4D3B}"/>
              </a:ext>
            </a:extLst>
          </p:cNvPr>
          <p:cNvSpPr>
            <a:spLocks noGrp="1"/>
          </p:cNvSpPr>
          <p:nvPr>
            <p:ph type="body" sz="quarter" idx="46" hasCustomPrompt="1"/>
          </p:nvPr>
        </p:nvSpPr>
        <p:spPr>
          <a:xfrm>
            <a:off x="4224338" y="2619550"/>
            <a:ext cx="619200" cy="619200"/>
          </a:xfrm>
          <a:prstGeom prst="ellipse">
            <a:avLst/>
          </a:prstGeom>
          <a:solidFill>
            <a:schemeClr val="accent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7" name="Text Placeholder 7">
            <a:extLst>
              <a:ext uri="{FF2B5EF4-FFF2-40B4-BE49-F238E27FC236}">
                <a16:creationId xmlns:a16="http://schemas.microsoft.com/office/drawing/2014/main" id="{739DA513-4AAC-49D0-8CF4-9D051E2AF092}"/>
              </a:ext>
            </a:extLst>
          </p:cNvPr>
          <p:cNvSpPr>
            <a:spLocks noGrp="1"/>
          </p:cNvSpPr>
          <p:nvPr>
            <p:ph type="body" sz="quarter" idx="47" hasCustomPrompt="1"/>
          </p:nvPr>
        </p:nvSpPr>
        <p:spPr>
          <a:xfrm>
            <a:off x="4224338" y="3384015"/>
            <a:ext cx="619200" cy="619200"/>
          </a:xfrm>
          <a:prstGeom prst="ellipse">
            <a:avLst/>
          </a:prstGeom>
          <a:solidFill>
            <a:schemeClr val="accent4"/>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8" name="Text Placeholder 7">
            <a:extLst>
              <a:ext uri="{FF2B5EF4-FFF2-40B4-BE49-F238E27FC236}">
                <a16:creationId xmlns:a16="http://schemas.microsoft.com/office/drawing/2014/main" id="{937A5709-9C0F-4D22-8682-F42BE67C6E01}"/>
              </a:ext>
            </a:extLst>
          </p:cNvPr>
          <p:cNvSpPr>
            <a:spLocks noGrp="1"/>
          </p:cNvSpPr>
          <p:nvPr>
            <p:ph type="body" sz="quarter" idx="48" hasCustomPrompt="1"/>
          </p:nvPr>
        </p:nvSpPr>
        <p:spPr>
          <a:xfrm>
            <a:off x="4224338" y="4148480"/>
            <a:ext cx="619200" cy="619200"/>
          </a:xfrm>
          <a:prstGeom prst="ellipse">
            <a:avLst/>
          </a:prstGeom>
          <a:solidFill>
            <a:schemeClr val="tx2"/>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39" name="Text Placeholder 7">
            <a:extLst>
              <a:ext uri="{FF2B5EF4-FFF2-40B4-BE49-F238E27FC236}">
                <a16:creationId xmlns:a16="http://schemas.microsoft.com/office/drawing/2014/main" id="{E7ECA727-3B31-4369-859E-288CA12C15DF}"/>
              </a:ext>
            </a:extLst>
          </p:cNvPr>
          <p:cNvSpPr>
            <a:spLocks noGrp="1"/>
          </p:cNvSpPr>
          <p:nvPr>
            <p:ph type="body" sz="quarter" idx="49" hasCustomPrompt="1"/>
          </p:nvPr>
        </p:nvSpPr>
        <p:spPr>
          <a:xfrm>
            <a:off x="4224338" y="4912946"/>
            <a:ext cx="619200" cy="619200"/>
          </a:xfrm>
          <a:prstGeom prst="ellipse">
            <a:avLst/>
          </a:prstGeom>
          <a:solidFill>
            <a:schemeClr val="tx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6" name="Text Placeholder 7">
            <a:extLst>
              <a:ext uri="{FF2B5EF4-FFF2-40B4-BE49-F238E27FC236}">
                <a16:creationId xmlns:a16="http://schemas.microsoft.com/office/drawing/2014/main" id="{966D5D0B-8507-41D4-B07A-4D81EA4DF8DD}"/>
              </a:ext>
            </a:extLst>
          </p:cNvPr>
          <p:cNvSpPr>
            <a:spLocks noGrp="1"/>
          </p:cNvSpPr>
          <p:nvPr>
            <p:ph type="body" sz="quarter" idx="51" hasCustomPrompt="1"/>
          </p:nvPr>
        </p:nvSpPr>
        <p:spPr>
          <a:xfrm>
            <a:off x="8075613" y="1855085"/>
            <a:ext cx="619200" cy="619200"/>
          </a:xfrm>
          <a:prstGeom prst="ellipse">
            <a:avLst/>
          </a:prstGeom>
          <a:solidFill>
            <a:schemeClr val="accent3"/>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29" name="Text Placeholder 5">
            <a:extLst>
              <a:ext uri="{FF2B5EF4-FFF2-40B4-BE49-F238E27FC236}">
                <a16:creationId xmlns:a16="http://schemas.microsoft.com/office/drawing/2014/main" id="{96AA8459-802A-4E1F-B3C2-5F7D48D6176C}"/>
              </a:ext>
            </a:extLst>
          </p:cNvPr>
          <p:cNvSpPr>
            <a:spLocks noGrp="1"/>
          </p:cNvSpPr>
          <p:nvPr>
            <p:ph type="body" sz="quarter" idx="52" hasCustomPrompt="1"/>
          </p:nvPr>
        </p:nvSpPr>
        <p:spPr>
          <a:xfrm>
            <a:off x="8936412" y="1855084"/>
            <a:ext cx="2847600" cy="618672"/>
          </a:xfrm>
        </p:spPr>
        <p:txBody>
          <a:bodyPr bIns="0" anchor="ctr" anchorCtr="0"/>
          <a:lstStyle>
            <a:lvl1pPr marL="0" indent="0">
              <a:buNone/>
              <a:defRPr/>
            </a:lvl1pPr>
          </a:lstStyle>
          <a:p>
            <a:pPr lvl="0"/>
            <a:r>
              <a:rPr lang="en-US"/>
              <a:t>Click to add item</a:t>
            </a:r>
          </a:p>
        </p:txBody>
      </p:sp>
      <p:sp>
        <p:nvSpPr>
          <p:cNvPr id="40" name="Text Placeholder 7">
            <a:extLst>
              <a:ext uri="{FF2B5EF4-FFF2-40B4-BE49-F238E27FC236}">
                <a16:creationId xmlns:a16="http://schemas.microsoft.com/office/drawing/2014/main" id="{EB072082-F611-45F4-9707-131025E1592D}"/>
              </a:ext>
            </a:extLst>
          </p:cNvPr>
          <p:cNvSpPr>
            <a:spLocks noGrp="1"/>
          </p:cNvSpPr>
          <p:nvPr>
            <p:ph type="body" sz="quarter" idx="53" hasCustomPrompt="1"/>
          </p:nvPr>
        </p:nvSpPr>
        <p:spPr>
          <a:xfrm>
            <a:off x="8075613" y="2619550"/>
            <a:ext cx="619200" cy="619200"/>
          </a:xfrm>
          <a:prstGeom prst="ellipse">
            <a:avLst/>
          </a:prstGeom>
          <a:solidFill>
            <a:schemeClr val="accent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1" name="Text Placeholder 5">
            <a:extLst>
              <a:ext uri="{FF2B5EF4-FFF2-40B4-BE49-F238E27FC236}">
                <a16:creationId xmlns:a16="http://schemas.microsoft.com/office/drawing/2014/main" id="{BA81CD7D-79E5-4A02-918A-AA4E603045FA}"/>
              </a:ext>
            </a:extLst>
          </p:cNvPr>
          <p:cNvSpPr>
            <a:spLocks noGrp="1"/>
          </p:cNvSpPr>
          <p:nvPr>
            <p:ph type="body" sz="quarter" idx="54" hasCustomPrompt="1"/>
          </p:nvPr>
        </p:nvSpPr>
        <p:spPr>
          <a:xfrm>
            <a:off x="8936413" y="2619616"/>
            <a:ext cx="2847600" cy="618672"/>
          </a:xfrm>
        </p:spPr>
        <p:txBody>
          <a:bodyPr bIns="0" anchor="ctr" anchorCtr="0"/>
          <a:lstStyle>
            <a:lvl1pPr marL="0" indent="0">
              <a:buNone/>
              <a:defRPr/>
            </a:lvl1pPr>
          </a:lstStyle>
          <a:p>
            <a:pPr lvl="0"/>
            <a:r>
              <a:rPr lang="en-US"/>
              <a:t>Click to add item</a:t>
            </a:r>
          </a:p>
        </p:txBody>
      </p:sp>
      <p:sp>
        <p:nvSpPr>
          <p:cNvPr id="42" name="Text Placeholder 7">
            <a:extLst>
              <a:ext uri="{FF2B5EF4-FFF2-40B4-BE49-F238E27FC236}">
                <a16:creationId xmlns:a16="http://schemas.microsoft.com/office/drawing/2014/main" id="{17C86CC8-847B-4B3C-896A-7251C4063555}"/>
              </a:ext>
            </a:extLst>
          </p:cNvPr>
          <p:cNvSpPr>
            <a:spLocks noGrp="1"/>
          </p:cNvSpPr>
          <p:nvPr>
            <p:ph type="body" sz="quarter" idx="55" hasCustomPrompt="1"/>
          </p:nvPr>
        </p:nvSpPr>
        <p:spPr>
          <a:xfrm>
            <a:off x="8075613" y="3384015"/>
            <a:ext cx="619200" cy="619200"/>
          </a:xfrm>
          <a:prstGeom prst="ellipse">
            <a:avLst/>
          </a:prstGeom>
          <a:solidFill>
            <a:schemeClr val="accent4"/>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3" name="Text Placeholder 5">
            <a:extLst>
              <a:ext uri="{FF2B5EF4-FFF2-40B4-BE49-F238E27FC236}">
                <a16:creationId xmlns:a16="http://schemas.microsoft.com/office/drawing/2014/main" id="{3E23F247-51F4-4A6E-96AF-5D5EA047E631}"/>
              </a:ext>
            </a:extLst>
          </p:cNvPr>
          <p:cNvSpPr>
            <a:spLocks noGrp="1"/>
          </p:cNvSpPr>
          <p:nvPr>
            <p:ph type="body" sz="quarter" idx="56" hasCustomPrompt="1"/>
          </p:nvPr>
        </p:nvSpPr>
        <p:spPr>
          <a:xfrm>
            <a:off x="8936413" y="3384148"/>
            <a:ext cx="2847600" cy="618672"/>
          </a:xfrm>
        </p:spPr>
        <p:txBody>
          <a:bodyPr bIns="0" anchor="ctr" anchorCtr="0"/>
          <a:lstStyle>
            <a:lvl1pPr marL="0" indent="0">
              <a:buNone/>
              <a:defRPr/>
            </a:lvl1pPr>
          </a:lstStyle>
          <a:p>
            <a:pPr lvl="0"/>
            <a:r>
              <a:rPr lang="en-US"/>
              <a:t>Click to add item</a:t>
            </a:r>
          </a:p>
        </p:txBody>
      </p:sp>
      <p:sp>
        <p:nvSpPr>
          <p:cNvPr id="44" name="Text Placeholder 7">
            <a:extLst>
              <a:ext uri="{FF2B5EF4-FFF2-40B4-BE49-F238E27FC236}">
                <a16:creationId xmlns:a16="http://schemas.microsoft.com/office/drawing/2014/main" id="{E9973869-3F65-4CBC-AE60-4DB14F89BC28}"/>
              </a:ext>
            </a:extLst>
          </p:cNvPr>
          <p:cNvSpPr>
            <a:spLocks noGrp="1"/>
          </p:cNvSpPr>
          <p:nvPr>
            <p:ph type="body" sz="quarter" idx="57" hasCustomPrompt="1"/>
          </p:nvPr>
        </p:nvSpPr>
        <p:spPr>
          <a:xfrm>
            <a:off x="8075613" y="4148480"/>
            <a:ext cx="619200" cy="619200"/>
          </a:xfrm>
          <a:prstGeom prst="ellipse">
            <a:avLst/>
          </a:prstGeom>
          <a:solidFill>
            <a:schemeClr val="tx2"/>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5" name="Text Placeholder 5">
            <a:extLst>
              <a:ext uri="{FF2B5EF4-FFF2-40B4-BE49-F238E27FC236}">
                <a16:creationId xmlns:a16="http://schemas.microsoft.com/office/drawing/2014/main" id="{D77C0CF7-146D-42B3-A853-A86442F48822}"/>
              </a:ext>
            </a:extLst>
          </p:cNvPr>
          <p:cNvSpPr>
            <a:spLocks noGrp="1"/>
          </p:cNvSpPr>
          <p:nvPr>
            <p:ph type="body" sz="quarter" idx="58" hasCustomPrompt="1"/>
          </p:nvPr>
        </p:nvSpPr>
        <p:spPr>
          <a:xfrm>
            <a:off x="8936413" y="4148680"/>
            <a:ext cx="2847600" cy="618672"/>
          </a:xfrm>
        </p:spPr>
        <p:txBody>
          <a:bodyPr bIns="0" anchor="ctr" anchorCtr="0"/>
          <a:lstStyle>
            <a:lvl1pPr marL="0" indent="0">
              <a:buNone/>
              <a:defRPr/>
            </a:lvl1pPr>
          </a:lstStyle>
          <a:p>
            <a:pPr lvl="0"/>
            <a:r>
              <a:rPr lang="en-US"/>
              <a:t>Click to add item</a:t>
            </a:r>
          </a:p>
        </p:txBody>
      </p:sp>
      <p:sp>
        <p:nvSpPr>
          <p:cNvPr id="46" name="Text Placeholder 7">
            <a:extLst>
              <a:ext uri="{FF2B5EF4-FFF2-40B4-BE49-F238E27FC236}">
                <a16:creationId xmlns:a16="http://schemas.microsoft.com/office/drawing/2014/main" id="{BCA8B1CC-0D3D-4149-8BBC-DCA9258CD404}"/>
              </a:ext>
            </a:extLst>
          </p:cNvPr>
          <p:cNvSpPr>
            <a:spLocks noGrp="1"/>
          </p:cNvSpPr>
          <p:nvPr>
            <p:ph type="body" sz="quarter" idx="59" hasCustomPrompt="1"/>
          </p:nvPr>
        </p:nvSpPr>
        <p:spPr>
          <a:xfrm>
            <a:off x="8075613" y="4912946"/>
            <a:ext cx="619200" cy="619200"/>
          </a:xfrm>
          <a:prstGeom prst="ellipse">
            <a:avLst/>
          </a:prstGeom>
          <a:solidFill>
            <a:schemeClr val="tx1"/>
          </a:solidFill>
        </p:spPr>
        <p:txBody>
          <a:bodyPr wrap="none" bIns="0" anchor="ctr" anchorCtr="0">
            <a:normAutofit/>
          </a:bodyPr>
          <a:lstStyle>
            <a:lvl1pPr marL="0" indent="0" algn="ctr">
              <a:buNone/>
              <a:defRPr sz="3200" b="1">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t>
            </a:r>
          </a:p>
        </p:txBody>
      </p:sp>
      <p:sp>
        <p:nvSpPr>
          <p:cNvPr id="47" name="Text Placeholder 5">
            <a:extLst>
              <a:ext uri="{FF2B5EF4-FFF2-40B4-BE49-F238E27FC236}">
                <a16:creationId xmlns:a16="http://schemas.microsoft.com/office/drawing/2014/main" id="{9ED415F2-FE91-45A2-90CA-FD24FBE2066E}"/>
              </a:ext>
            </a:extLst>
          </p:cNvPr>
          <p:cNvSpPr>
            <a:spLocks noGrp="1"/>
          </p:cNvSpPr>
          <p:nvPr>
            <p:ph type="body" sz="quarter" idx="60" hasCustomPrompt="1"/>
          </p:nvPr>
        </p:nvSpPr>
        <p:spPr>
          <a:xfrm>
            <a:off x="8936412" y="4913210"/>
            <a:ext cx="2847600" cy="618672"/>
          </a:xfrm>
        </p:spPr>
        <p:txBody>
          <a:bodyPr bIns="0" anchor="ctr" anchorCtr="0"/>
          <a:lstStyle>
            <a:lvl1pPr marL="0" indent="0">
              <a:buNone/>
              <a:defRPr/>
            </a:lvl1pPr>
          </a:lstStyle>
          <a:p>
            <a:pPr lvl="0"/>
            <a:r>
              <a:rPr lang="en-US"/>
              <a:t>Click to add item</a:t>
            </a:r>
          </a:p>
        </p:txBody>
      </p:sp>
      <p:sp>
        <p:nvSpPr>
          <p:cNvPr id="97" name="Text Placeholder 96">
            <a:extLst>
              <a:ext uri="{FF2B5EF4-FFF2-40B4-BE49-F238E27FC236}">
                <a16:creationId xmlns:a16="http://schemas.microsoft.com/office/drawing/2014/main" id="{14348663-4319-4C79-B6B2-A03D4D4B5FE5}"/>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4155069973"/>
      </p:ext>
    </p:extLst>
  </p:cSld>
  <p:clrMapOvr>
    <a:masterClrMapping/>
  </p:clrMapOvr>
  <p:extLst>
    <p:ext uri="{DCECCB84-F9BA-43D5-87BE-67443E8EF086}">
      <p15:sldGuideLst xmlns:p15="http://schemas.microsoft.com/office/powerpoint/2012/main">
        <p15:guide id="5" pos="2593" userDrawn="1">
          <p15:clr>
            <a:srgbClr val="A4A3A4"/>
          </p15:clr>
        </p15:guide>
        <p15:guide id="6" pos="2661" userDrawn="1">
          <p15:clr>
            <a:srgbClr val="A4A3A4"/>
          </p15:clr>
        </p15:guide>
        <p15:guide id="11" orient="horz" pos="890" userDrawn="1">
          <p15:clr>
            <a:srgbClr val="C35EA4"/>
          </p15:clr>
        </p15:guide>
        <p15:guide id="12" orient="horz" pos="981" userDrawn="1">
          <p15:clr>
            <a:srgbClr val="C35EA4"/>
          </p15:clr>
        </p15:guide>
        <p15:guide id="13" pos="5019" userDrawn="1">
          <p15:clr>
            <a:srgbClr val="A4A3A4"/>
          </p15:clr>
        </p15:guide>
        <p15:guide id="14" pos="5087" userDrawn="1">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13111949-E0F7-4A2E-A548-C3A3552F3093}"/>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38042380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 Point Numbered Agenda">
    <p:bg>
      <p:bgPr>
        <a:solidFill>
          <a:schemeClr val="accent1"/>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4490770-1E9F-4154-86B8-9247C8AC1731}"/>
              </a:ext>
            </a:extLst>
          </p:cNvPr>
          <p:cNvSpPr/>
          <p:nvPr userDrawn="1"/>
        </p:nvSpPr>
        <p:spPr>
          <a:xfrm>
            <a:off x="0" y="0"/>
            <a:ext cx="12192000" cy="6858000"/>
          </a:xfrm>
          <a:custGeom>
            <a:avLst/>
            <a:gdLst>
              <a:gd name="connsiteX0" fmla="*/ 9531307 w 12192000"/>
              <a:gd name="connsiteY0" fmla="*/ 0 h 6858000"/>
              <a:gd name="connsiteX1" fmla="*/ 12192000 w 12192000"/>
              <a:gd name="connsiteY1" fmla="*/ 0 h 6858000"/>
              <a:gd name="connsiteX2" fmla="*/ 12192000 w 12192000"/>
              <a:gd name="connsiteY2" fmla="*/ 6858000 h 6858000"/>
              <a:gd name="connsiteX3" fmla="*/ 9582333 w 12192000"/>
              <a:gd name="connsiteY3" fmla="*/ 6858000 h 6858000"/>
              <a:gd name="connsiteX4" fmla="*/ 9627483 w 12192000"/>
              <a:gd name="connsiteY4" fmla="*/ 6825894 h 6858000"/>
              <a:gd name="connsiteX5" fmla="*/ 11321144 w 12192000"/>
              <a:gd name="connsiteY5" fmla="*/ 3447143 h 6858000"/>
              <a:gd name="connsiteX6" fmla="*/ 9627483 w 12192000"/>
              <a:gd name="connsiteY6" fmla="*/ 68393 h 6858000"/>
              <a:gd name="connsiteX7" fmla="*/ 0 w 12192000"/>
              <a:gd name="connsiteY7" fmla="*/ 0 h 6858000"/>
              <a:gd name="connsiteX8" fmla="*/ 4678180 w 12192000"/>
              <a:gd name="connsiteY8" fmla="*/ 0 h 6858000"/>
              <a:gd name="connsiteX9" fmla="*/ 4582003 w 12192000"/>
              <a:gd name="connsiteY9" fmla="*/ 68393 h 6858000"/>
              <a:gd name="connsiteX10" fmla="*/ 2888342 w 12192000"/>
              <a:gd name="connsiteY10" fmla="*/ 3447143 h 6858000"/>
              <a:gd name="connsiteX11" fmla="*/ 4582003 w 12192000"/>
              <a:gd name="connsiteY11" fmla="*/ 6825894 h 6858000"/>
              <a:gd name="connsiteX12" fmla="*/ 4627153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9531307" y="0"/>
                </a:moveTo>
                <a:lnTo>
                  <a:pt x="12192000" y="0"/>
                </a:lnTo>
                <a:lnTo>
                  <a:pt x="12192000" y="6858000"/>
                </a:lnTo>
                <a:lnTo>
                  <a:pt x="9582333" y="6858000"/>
                </a:lnTo>
                <a:lnTo>
                  <a:pt x="9627483" y="6825894"/>
                </a:lnTo>
                <a:cubicBezTo>
                  <a:pt x="10655639" y="6056982"/>
                  <a:pt x="11321144" y="4829781"/>
                  <a:pt x="11321144" y="3447143"/>
                </a:cubicBezTo>
                <a:cubicBezTo>
                  <a:pt x="11321144" y="2064505"/>
                  <a:pt x="10655639" y="837304"/>
                  <a:pt x="9627483" y="68393"/>
                </a:cubicBezTo>
                <a:close/>
                <a:moveTo>
                  <a:pt x="0" y="0"/>
                </a:moveTo>
                <a:lnTo>
                  <a:pt x="4678180" y="0"/>
                </a:lnTo>
                <a:lnTo>
                  <a:pt x="4582003" y="68393"/>
                </a:lnTo>
                <a:cubicBezTo>
                  <a:pt x="3553847" y="837304"/>
                  <a:pt x="2888342" y="2064505"/>
                  <a:pt x="2888342" y="3447143"/>
                </a:cubicBezTo>
                <a:cubicBezTo>
                  <a:pt x="2888342" y="4829781"/>
                  <a:pt x="3553847" y="6056982"/>
                  <a:pt x="4582003" y="6825894"/>
                </a:cubicBezTo>
                <a:lnTo>
                  <a:pt x="462715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2400" err="1">
              <a:latin typeface="+mj-lt"/>
            </a:endParaRPr>
          </a:p>
        </p:txBody>
      </p:sp>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lvl1pPr>
          </a:lstStyle>
          <a:p>
            <a:fld id="{F8E47D07-9D1E-4FE9-B31A-2F5863681021}" type="slidenum">
              <a:rPr lang="en-GB" smtClean="0"/>
              <a:pPr/>
              <a:t>‹#›</a:t>
            </a:fld>
            <a:endParaRPr lang="en-GB"/>
          </a:p>
        </p:txBody>
      </p:sp>
      <p:sp>
        <p:nvSpPr>
          <p:cNvPr id="8" name="Text Placeholder 30">
            <a:extLst>
              <a:ext uri="{FF2B5EF4-FFF2-40B4-BE49-F238E27FC236}">
                <a16:creationId xmlns:a16="http://schemas.microsoft.com/office/drawing/2014/main" id="{BB903B74-502C-44C7-9EA2-4E8D1C33DE77}"/>
              </a:ext>
            </a:extLst>
          </p:cNvPr>
          <p:cNvSpPr txBox="1">
            <a:spLocks/>
          </p:cNvSpPr>
          <p:nvPr userDrawn="1"/>
        </p:nvSpPr>
        <p:spPr>
          <a:xfrm>
            <a:off x="11597151" y="6303999"/>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17" name="Item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4691063" y="1377723"/>
            <a:ext cx="5905500"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18" name="Item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4691063" y="2250423"/>
            <a:ext cx="5905500"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19" name="Item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4691063" y="3123123"/>
            <a:ext cx="5905500"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20" name="Item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4691063" y="3995823"/>
            <a:ext cx="5905500"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21" name="Item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4691063" y="4868523"/>
            <a:ext cx="5905500"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33" name="#1">
            <a:extLst>
              <a:ext uri="{FF2B5EF4-FFF2-40B4-BE49-F238E27FC236}">
                <a16:creationId xmlns:a16="http://schemas.microsoft.com/office/drawing/2014/main" id="{EEFFE13B-7B99-487A-87CD-BD496112F16E}"/>
              </a:ext>
            </a:extLst>
          </p:cNvPr>
          <p:cNvSpPr>
            <a:spLocks noGrp="1"/>
          </p:cNvSpPr>
          <p:nvPr>
            <p:ph type="body" sz="quarter" idx="23" hasCustomPrompt="1"/>
          </p:nvPr>
        </p:nvSpPr>
        <p:spPr>
          <a:xfrm>
            <a:off x="3803425" y="13300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4" name="#2">
            <a:extLst>
              <a:ext uri="{FF2B5EF4-FFF2-40B4-BE49-F238E27FC236}">
                <a16:creationId xmlns:a16="http://schemas.microsoft.com/office/drawing/2014/main" id="{AA3DE202-796A-4A7F-BC20-0327D16A5273}"/>
              </a:ext>
            </a:extLst>
          </p:cNvPr>
          <p:cNvSpPr>
            <a:spLocks noGrp="1"/>
          </p:cNvSpPr>
          <p:nvPr>
            <p:ph type="body" sz="quarter" idx="24" hasCustomPrompt="1"/>
          </p:nvPr>
        </p:nvSpPr>
        <p:spPr>
          <a:xfrm>
            <a:off x="3801069" y="22027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5" name="#3">
            <a:extLst>
              <a:ext uri="{FF2B5EF4-FFF2-40B4-BE49-F238E27FC236}">
                <a16:creationId xmlns:a16="http://schemas.microsoft.com/office/drawing/2014/main" id="{1653EFEB-6F6D-43AA-A743-2A76CFC4E98E}"/>
              </a:ext>
            </a:extLst>
          </p:cNvPr>
          <p:cNvSpPr>
            <a:spLocks noGrp="1"/>
          </p:cNvSpPr>
          <p:nvPr>
            <p:ph type="body" sz="quarter" idx="25" hasCustomPrompt="1"/>
          </p:nvPr>
        </p:nvSpPr>
        <p:spPr>
          <a:xfrm>
            <a:off x="3801069" y="30754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6" name="#4">
            <a:extLst>
              <a:ext uri="{FF2B5EF4-FFF2-40B4-BE49-F238E27FC236}">
                <a16:creationId xmlns:a16="http://schemas.microsoft.com/office/drawing/2014/main" id="{23FDDDB5-9B5D-41A1-82EB-94A01BBEE784}"/>
              </a:ext>
            </a:extLst>
          </p:cNvPr>
          <p:cNvSpPr>
            <a:spLocks noGrp="1"/>
          </p:cNvSpPr>
          <p:nvPr>
            <p:ph type="body" sz="quarter" idx="26" hasCustomPrompt="1"/>
          </p:nvPr>
        </p:nvSpPr>
        <p:spPr>
          <a:xfrm>
            <a:off x="3801069" y="39481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7" name="#5">
            <a:extLst>
              <a:ext uri="{FF2B5EF4-FFF2-40B4-BE49-F238E27FC236}">
                <a16:creationId xmlns:a16="http://schemas.microsoft.com/office/drawing/2014/main" id="{7B451C41-DD76-4869-B434-D7FD651EE6F3}"/>
              </a:ext>
            </a:extLst>
          </p:cNvPr>
          <p:cNvSpPr>
            <a:spLocks noGrp="1"/>
          </p:cNvSpPr>
          <p:nvPr>
            <p:ph type="body" sz="quarter" idx="27" hasCustomPrompt="1"/>
          </p:nvPr>
        </p:nvSpPr>
        <p:spPr>
          <a:xfrm>
            <a:off x="3801069" y="48208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2" name="Title 1">
            <a:extLst>
              <a:ext uri="{FF2B5EF4-FFF2-40B4-BE49-F238E27FC236}">
                <a16:creationId xmlns:a16="http://schemas.microsoft.com/office/drawing/2014/main" id="{A56DDAF5-5DED-475C-9142-6C8A5928A695}"/>
              </a:ext>
            </a:extLst>
          </p:cNvPr>
          <p:cNvSpPr>
            <a:spLocks noGrp="1"/>
          </p:cNvSpPr>
          <p:nvPr>
            <p:ph type="title" hasCustomPrompt="1"/>
          </p:nvPr>
        </p:nvSpPr>
        <p:spPr>
          <a:xfrm>
            <a:off x="407987" y="1700888"/>
            <a:ext cx="2518093" cy="4489676"/>
          </a:xfrm>
        </p:spPr>
        <p:txBody>
          <a:bodyPr/>
          <a:lstStyle>
            <a:lvl1pPr>
              <a:lnSpc>
                <a:spcPct val="100000"/>
              </a:lnSpc>
              <a:defRPr/>
            </a:lvl1pPr>
          </a:lstStyle>
          <a:p>
            <a:r>
              <a:rPr lang="en-US"/>
              <a:t>Click to enter title here</a:t>
            </a:r>
          </a:p>
        </p:txBody>
      </p:sp>
    </p:spTree>
    <p:custDataLst>
      <p:tags r:id="rId1"/>
    </p:custDataLst>
    <p:extLst>
      <p:ext uri="{BB962C8B-B14F-4D97-AF65-F5344CB8AC3E}">
        <p14:creationId xmlns:p14="http://schemas.microsoft.com/office/powerpoint/2010/main" val="863539596"/>
      </p:ext>
    </p:extLst>
  </p:cSld>
  <p:clrMapOvr>
    <a:masterClrMapping/>
  </p:clrMapOvr>
  <p:extLst>
    <p:ext uri="{DCECCB84-F9BA-43D5-87BE-67443E8EF086}">
      <p15:sldGuideLst xmlns:p15="http://schemas.microsoft.com/office/powerpoint/2012/main">
        <p15:guide id="1" pos="2865" userDrawn="1">
          <p15:clr>
            <a:srgbClr val="A4A3A4"/>
          </p15:clr>
        </p15:guide>
        <p15:guide id="2" pos="2955" userDrawn="1">
          <p15:clr>
            <a:srgbClr val="A4A3A4"/>
          </p15:clr>
        </p15:guide>
        <p15:guide id="6" pos="6675" userDrawn="1">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0 Point Numbered Agenda">
    <p:bg>
      <p:bgPr>
        <a:solidFill>
          <a:schemeClr val="accent1"/>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4490770-1E9F-4154-86B8-9247C8AC1731}"/>
              </a:ext>
            </a:extLst>
          </p:cNvPr>
          <p:cNvSpPr/>
          <p:nvPr userDrawn="1"/>
        </p:nvSpPr>
        <p:spPr>
          <a:xfrm>
            <a:off x="0" y="0"/>
            <a:ext cx="12192000" cy="6858000"/>
          </a:xfrm>
          <a:custGeom>
            <a:avLst/>
            <a:gdLst>
              <a:gd name="connsiteX0" fmla="*/ 9531307 w 12192000"/>
              <a:gd name="connsiteY0" fmla="*/ 0 h 6858000"/>
              <a:gd name="connsiteX1" fmla="*/ 12192000 w 12192000"/>
              <a:gd name="connsiteY1" fmla="*/ 0 h 6858000"/>
              <a:gd name="connsiteX2" fmla="*/ 12192000 w 12192000"/>
              <a:gd name="connsiteY2" fmla="*/ 6858000 h 6858000"/>
              <a:gd name="connsiteX3" fmla="*/ 9582333 w 12192000"/>
              <a:gd name="connsiteY3" fmla="*/ 6858000 h 6858000"/>
              <a:gd name="connsiteX4" fmla="*/ 9627483 w 12192000"/>
              <a:gd name="connsiteY4" fmla="*/ 6825894 h 6858000"/>
              <a:gd name="connsiteX5" fmla="*/ 11321144 w 12192000"/>
              <a:gd name="connsiteY5" fmla="*/ 3447143 h 6858000"/>
              <a:gd name="connsiteX6" fmla="*/ 9627483 w 12192000"/>
              <a:gd name="connsiteY6" fmla="*/ 68393 h 6858000"/>
              <a:gd name="connsiteX7" fmla="*/ 0 w 12192000"/>
              <a:gd name="connsiteY7" fmla="*/ 0 h 6858000"/>
              <a:gd name="connsiteX8" fmla="*/ 4678180 w 12192000"/>
              <a:gd name="connsiteY8" fmla="*/ 0 h 6858000"/>
              <a:gd name="connsiteX9" fmla="*/ 4582003 w 12192000"/>
              <a:gd name="connsiteY9" fmla="*/ 68393 h 6858000"/>
              <a:gd name="connsiteX10" fmla="*/ 2888342 w 12192000"/>
              <a:gd name="connsiteY10" fmla="*/ 3447143 h 6858000"/>
              <a:gd name="connsiteX11" fmla="*/ 4582003 w 12192000"/>
              <a:gd name="connsiteY11" fmla="*/ 6825894 h 6858000"/>
              <a:gd name="connsiteX12" fmla="*/ 4627153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9531307" y="0"/>
                </a:moveTo>
                <a:lnTo>
                  <a:pt x="12192000" y="0"/>
                </a:lnTo>
                <a:lnTo>
                  <a:pt x="12192000" y="6858000"/>
                </a:lnTo>
                <a:lnTo>
                  <a:pt x="9582333" y="6858000"/>
                </a:lnTo>
                <a:lnTo>
                  <a:pt x="9627483" y="6825894"/>
                </a:lnTo>
                <a:cubicBezTo>
                  <a:pt x="10655639" y="6056982"/>
                  <a:pt x="11321144" y="4829781"/>
                  <a:pt x="11321144" y="3447143"/>
                </a:cubicBezTo>
                <a:cubicBezTo>
                  <a:pt x="11321144" y="2064505"/>
                  <a:pt x="10655639" y="837304"/>
                  <a:pt x="9627483" y="68393"/>
                </a:cubicBezTo>
                <a:close/>
                <a:moveTo>
                  <a:pt x="0" y="0"/>
                </a:moveTo>
                <a:lnTo>
                  <a:pt x="4678180" y="0"/>
                </a:lnTo>
                <a:lnTo>
                  <a:pt x="4582003" y="68393"/>
                </a:lnTo>
                <a:cubicBezTo>
                  <a:pt x="3553847" y="837304"/>
                  <a:pt x="2888342" y="2064505"/>
                  <a:pt x="2888342" y="3447143"/>
                </a:cubicBezTo>
                <a:cubicBezTo>
                  <a:pt x="2888342" y="4829781"/>
                  <a:pt x="3553847" y="6056982"/>
                  <a:pt x="4582003" y="6825894"/>
                </a:cubicBezTo>
                <a:lnTo>
                  <a:pt x="462715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2400" err="1">
              <a:latin typeface="+mj-lt"/>
            </a:endParaRPr>
          </a:p>
        </p:txBody>
      </p:sp>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lvl1pPr>
          </a:lstStyle>
          <a:p>
            <a:fld id="{F8E47D07-9D1E-4FE9-B31A-2F5863681021}" type="slidenum">
              <a:rPr lang="en-GB" smtClean="0"/>
              <a:pPr/>
              <a:t>‹#›</a:t>
            </a:fld>
            <a:endParaRPr lang="en-GB"/>
          </a:p>
        </p:txBody>
      </p:sp>
      <p:sp>
        <p:nvSpPr>
          <p:cNvPr id="8" name="Text Placeholder 30">
            <a:extLst>
              <a:ext uri="{FF2B5EF4-FFF2-40B4-BE49-F238E27FC236}">
                <a16:creationId xmlns:a16="http://schemas.microsoft.com/office/drawing/2014/main" id="{BB903B74-502C-44C7-9EA2-4E8D1C33DE77}"/>
              </a:ext>
            </a:extLst>
          </p:cNvPr>
          <p:cNvSpPr txBox="1">
            <a:spLocks/>
          </p:cNvSpPr>
          <p:nvPr userDrawn="1"/>
        </p:nvSpPr>
        <p:spPr>
          <a:xfrm>
            <a:off x="11597151" y="6303999"/>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17" name="Item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4691064" y="1377723"/>
            <a:ext cx="2449512"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18" name="Item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4691064" y="2250423"/>
            <a:ext cx="2449512"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19" name="Item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4691064" y="3123123"/>
            <a:ext cx="2449512"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20" name="Item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4691064" y="3995823"/>
            <a:ext cx="2449512"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21" name="Item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4691064" y="4868523"/>
            <a:ext cx="2449512"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33" name="#1">
            <a:extLst>
              <a:ext uri="{FF2B5EF4-FFF2-40B4-BE49-F238E27FC236}">
                <a16:creationId xmlns:a16="http://schemas.microsoft.com/office/drawing/2014/main" id="{EEFFE13B-7B99-487A-87CD-BD496112F16E}"/>
              </a:ext>
            </a:extLst>
          </p:cNvPr>
          <p:cNvSpPr>
            <a:spLocks noGrp="1"/>
          </p:cNvSpPr>
          <p:nvPr>
            <p:ph type="body" sz="quarter" idx="23" hasCustomPrompt="1"/>
          </p:nvPr>
        </p:nvSpPr>
        <p:spPr>
          <a:xfrm>
            <a:off x="3803425" y="13300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4" name="#2">
            <a:extLst>
              <a:ext uri="{FF2B5EF4-FFF2-40B4-BE49-F238E27FC236}">
                <a16:creationId xmlns:a16="http://schemas.microsoft.com/office/drawing/2014/main" id="{AA3DE202-796A-4A7F-BC20-0327D16A5273}"/>
              </a:ext>
            </a:extLst>
          </p:cNvPr>
          <p:cNvSpPr>
            <a:spLocks noGrp="1"/>
          </p:cNvSpPr>
          <p:nvPr>
            <p:ph type="body" sz="quarter" idx="24" hasCustomPrompt="1"/>
          </p:nvPr>
        </p:nvSpPr>
        <p:spPr>
          <a:xfrm>
            <a:off x="3801069" y="22027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5" name="#3">
            <a:extLst>
              <a:ext uri="{FF2B5EF4-FFF2-40B4-BE49-F238E27FC236}">
                <a16:creationId xmlns:a16="http://schemas.microsoft.com/office/drawing/2014/main" id="{1653EFEB-6F6D-43AA-A743-2A76CFC4E98E}"/>
              </a:ext>
            </a:extLst>
          </p:cNvPr>
          <p:cNvSpPr>
            <a:spLocks noGrp="1"/>
          </p:cNvSpPr>
          <p:nvPr>
            <p:ph type="body" sz="quarter" idx="25" hasCustomPrompt="1"/>
          </p:nvPr>
        </p:nvSpPr>
        <p:spPr>
          <a:xfrm>
            <a:off x="3801069" y="30754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6" name="#4">
            <a:extLst>
              <a:ext uri="{FF2B5EF4-FFF2-40B4-BE49-F238E27FC236}">
                <a16:creationId xmlns:a16="http://schemas.microsoft.com/office/drawing/2014/main" id="{23FDDDB5-9B5D-41A1-82EB-94A01BBEE784}"/>
              </a:ext>
            </a:extLst>
          </p:cNvPr>
          <p:cNvSpPr>
            <a:spLocks noGrp="1"/>
          </p:cNvSpPr>
          <p:nvPr>
            <p:ph type="body" sz="quarter" idx="26" hasCustomPrompt="1"/>
          </p:nvPr>
        </p:nvSpPr>
        <p:spPr>
          <a:xfrm>
            <a:off x="3801069" y="39481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7" name="#5">
            <a:extLst>
              <a:ext uri="{FF2B5EF4-FFF2-40B4-BE49-F238E27FC236}">
                <a16:creationId xmlns:a16="http://schemas.microsoft.com/office/drawing/2014/main" id="{7B451C41-DD76-4869-B434-D7FD651EE6F3}"/>
              </a:ext>
            </a:extLst>
          </p:cNvPr>
          <p:cNvSpPr>
            <a:spLocks noGrp="1"/>
          </p:cNvSpPr>
          <p:nvPr>
            <p:ph type="body" sz="quarter" idx="27" hasCustomPrompt="1"/>
          </p:nvPr>
        </p:nvSpPr>
        <p:spPr>
          <a:xfrm>
            <a:off x="3801069" y="48208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22" name="#1">
            <a:extLst>
              <a:ext uri="{FF2B5EF4-FFF2-40B4-BE49-F238E27FC236}">
                <a16:creationId xmlns:a16="http://schemas.microsoft.com/office/drawing/2014/main" id="{D712D594-9838-406B-A423-AF4DD9575655}"/>
              </a:ext>
            </a:extLst>
          </p:cNvPr>
          <p:cNvSpPr>
            <a:spLocks noGrp="1"/>
          </p:cNvSpPr>
          <p:nvPr>
            <p:ph type="body" sz="quarter" idx="28" hasCustomPrompt="1"/>
          </p:nvPr>
        </p:nvSpPr>
        <p:spPr>
          <a:xfrm>
            <a:off x="7249767" y="13300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24" name="Item 1">
            <a:extLst>
              <a:ext uri="{FF2B5EF4-FFF2-40B4-BE49-F238E27FC236}">
                <a16:creationId xmlns:a16="http://schemas.microsoft.com/office/drawing/2014/main" id="{E6CEC2E2-69F8-4E94-8A78-4CB2C44BE287}"/>
              </a:ext>
            </a:extLst>
          </p:cNvPr>
          <p:cNvSpPr>
            <a:spLocks noGrp="1"/>
          </p:cNvSpPr>
          <p:nvPr>
            <p:ph type="body" sz="quarter" idx="29" hasCustomPrompt="1"/>
          </p:nvPr>
        </p:nvSpPr>
        <p:spPr>
          <a:xfrm>
            <a:off x="8148638" y="1377723"/>
            <a:ext cx="2449108"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25" name="#2">
            <a:extLst>
              <a:ext uri="{FF2B5EF4-FFF2-40B4-BE49-F238E27FC236}">
                <a16:creationId xmlns:a16="http://schemas.microsoft.com/office/drawing/2014/main" id="{9C539EB1-7CB2-4B63-A266-4C0098CBF342}"/>
              </a:ext>
            </a:extLst>
          </p:cNvPr>
          <p:cNvSpPr>
            <a:spLocks noGrp="1"/>
          </p:cNvSpPr>
          <p:nvPr>
            <p:ph type="body" sz="quarter" idx="30" hasCustomPrompt="1"/>
          </p:nvPr>
        </p:nvSpPr>
        <p:spPr>
          <a:xfrm>
            <a:off x="7249767" y="22027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26" name="Item 2">
            <a:extLst>
              <a:ext uri="{FF2B5EF4-FFF2-40B4-BE49-F238E27FC236}">
                <a16:creationId xmlns:a16="http://schemas.microsoft.com/office/drawing/2014/main" id="{AD0564E3-8F86-49E2-84DB-5271D2B5D0F6}"/>
              </a:ext>
            </a:extLst>
          </p:cNvPr>
          <p:cNvSpPr>
            <a:spLocks noGrp="1"/>
          </p:cNvSpPr>
          <p:nvPr>
            <p:ph type="body" sz="quarter" idx="31" hasCustomPrompt="1"/>
          </p:nvPr>
        </p:nvSpPr>
        <p:spPr>
          <a:xfrm>
            <a:off x="8148638" y="2250423"/>
            <a:ext cx="2449108"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27" name="#3">
            <a:extLst>
              <a:ext uri="{FF2B5EF4-FFF2-40B4-BE49-F238E27FC236}">
                <a16:creationId xmlns:a16="http://schemas.microsoft.com/office/drawing/2014/main" id="{468DB777-D486-47FF-8915-A1BD7EAB2E60}"/>
              </a:ext>
            </a:extLst>
          </p:cNvPr>
          <p:cNvSpPr>
            <a:spLocks noGrp="1"/>
          </p:cNvSpPr>
          <p:nvPr>
            <p:ph type="body" sz="quarter" idx="32" hasCustomPrompt="1"/>
          </p:nvPr>
        </p:nvSpPr>
        <p:spPr>
          <a:xfrm>
            <a:off x="7260251" y="30754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28" name="Item 3">
            <a:extLst>
              <a:ext uri="{FF2B5EF4-FFF2-40B4-BE49-F238E27FC236}">
                <a16:creationId xmlns:a16="http://schemas.microsoft.com/office/drawing/2014/main" id="{1F101C97-3320-4673-B65E-60BE340BE2E9}"/>
              </a:ext>
            </a:extLst>
          </p:cNvPr>
          <p:cNvSpPr>
            <a:spLocks noGrp="1"/>
          </p:cNvSpPr>
          <p:nvPr>
            <p:ph type="body" sz="quarter" idx="33" hasCustomPrompt="1"/>
          </p:nvPr>
        </p:nvSpPr>
        <p:spPr>
          <a:xfrm>
            <a:off x="8148638" y="3123123"/>
            <a:ext cx="2449108"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29" name="#4">
            <a:extLst>
              <a:ext uri="{FF2B5EF4-FFF2-40B4-BE49-F238E27FC236}">
                <a16:creationId xmlns:a16="http://schemas.microsoft.com/office/drawing/2014/main" id="{10E34633-765D-4D5E-8A35-2F58A27D6726}"/>
              </a:ext>
            </a:extLst>
          </p:cNvPr>
          <p:cNvSpPr>
            <a:spLocks noGrp="1"/>
          </p:cNvSpPr>
          <p:nvPr>
            <p:ph type="body" sz="quarter" idx="34" hasCustomPrompt="1"/>
          </p:nvPr>
        </p:nvSpPr>
        <p:spPr>
          <a:xfrm>
            <a:off x="7249767" y="39481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0" name="Item 4">
            <a:extLst>
              <a:ext uri="{FF2B5EF4-FFF2-40B4-BE49-F238E27FC236}">
                <a16:creationId xmlns:a16="http://schemas.microsoft.com/office/drawing/2014/main" id="{BE74248F-3763-4D40-BD11-9233C6D6F70A}"/>
              </a:ext>
            </a:extLst>
          </p:cNvPr>
          <p:cNvSpPr>
            <a:spLocks noGrp="1"/>
          </p:cNvSpPr>
          <p:nvPr>
            <p:ph type="body" sz="quarter" idx="35" hasCustomPrompt="1"/>
          </p:nvPr>
        </p:nvSpPr>
        <p:spPr>
          <a:xfrm>
            <a:off x="8148638" y="3995823"/>
            <a:ext cx="2449108"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31" name="#5">
            <a:extLst>
              <a:ext uri="{FF2B5EF4-FFF2-40B4-BE49-F238E27FC236}">
                <a16:creationId xmlns:a16="http://schemas.microsoft.com/office/drawing/2014/main" id="{8C35DA81-F9B8-4AF3-BB7D-CB9A25260F00}"/>
              </a:ext>
            </a:extLst>
          </p:cNvPr>
          <p:cNvSpPr>
            <a:spLocks noGrp="1"/>
          </p:cNvSpPr>
          <p:nvPr>
            <p:ph type="body" sz="quarter" idx="36" hasCustomPrompt="1"/>
          </p:nvPr>
        </p:nvSpPr>
        <p:spPr>
          <a:xfrm>
            <a:off x="7260251" y="4820888"/>
            <a:ext cx="741600" cy="741600"/>
          </a:xfrm>
          <a:prstGeom prst="ellipse">
            <a:avLst/>
          </a:prstGeom>
          <a:solidFill>
            <a:schemeClr val="bg1"/>
          </a:solidFill>
        </p:spPr>
        <p:txBody>
          <a:bodyPr wrap="none" anchor="ctr" anchorCtr="0">
            <a:noAutofit/>
          </a:bodyPr>
          <a:lstStyle>
            <a:lvl1pPr marL="0" indent="0" algn="ctr">
              <a:lnSpc>
                <a:spcPct val="100000"/>
              </a:lnSpc>
              <a:buNone/>
              <a:defRPr sz="3200" b="1">
                <a:solidFill>
                  <a:schemeClr val="accent1"/>
                </a:solidFill>
                <a:latin typeface="+mn-lt"/>
              </a:defRPr>
            </a:lvl1pPr>
          </a:lstStyle>
          <a:p>
            <a:pPr lvl="0"/>
            <a:r>
              <a:rPr lang="en-US"/>
              <a:t>#</a:t>
            </a:r>
          </a:p>
        </p:txBody>
      </p:sp>
      <p:sp>
        <p:nvSpPr>
          <p:cNvPr id="32" name="Item 5">
            <a:extLst>
              <a:ext uri="{FF2B5EF4-FFF2-40B4-BE49-F238E27FC236}">
                <a16:creationId xmlns:a16="http://schemas.microsoft.com/office/drawing/2014/main" id="{1E2B1BEC-0BC1-49C0-9CFD-6FC1D63EB6D0}"/>
              </a:ext>
            </a:extLst>
          </p:cNvPr>
          <p:cNvSpPr>
            <a:spLocks noGrp="1"/>
          </p:cNvSpPr>
          <p:nvPr>
            <p:ph type="body" sz="quarter" idx="37" hasCustomPrompt="1"/>
          </p:nvPr>
        </p:nvSpPr>
        <p:spPr>
          <a:xfrm>
            <a:off x="8148638" y="4868523"/>
            <a:ext cx="2449108" cy="646331"/>
          </a:xfrm>
        </p:spPr>
        <p:txBody>
          <a:bodyPr anchor="ctr" anchorCtr="0"/>
          <a:lstStyle>
            <a:lvl1pPr marL="0" indent="0">
              <a:lnSpc>
                <a:spcPct val="100000"/>
              </a:lnSpc>
              <a:buNone/>
              <a:defRPr sz="2000">
                <a:solidFill>
                  <a:schemeClr val="bg1"/>
                </a:solidFill>
                <a:latin typeface="+mj-lt"/>
              </a:defRPr>
            </a:lvl1pPr>
          </a:lstStyle>
          <a:p>
            <a:pPr lvl="0"/>
            <a:r>
              <a:rPr lang="en-US"/>
              <a:t>Click to add agenda item</a:t>
            </a:r>
          </a:p>
        </p:txBody>
      </p:sp>
      <p:sp>
        <p:nvSpPr>
          <p:cNvPr id="2" name="Title 1">
            <a:extLst>
              <a:ext uri="{FF2B5EF4-FFF2-40B4-BE49-F238E27FC236}">
                <a16:creationId xmlns:a16="http://schemas.microsoft.com/office/drawing/2014/main" id="{28DC7801-62D1-4986-A953-6C97953A31FB}"/>
              </a:ext>
            </a:extLst>
          </p:cNvPr>
          <p:cNvSpPr>
            <a:spLocks noGrp="1"/>
          </p:cNvSpPr>
          <p:nvPr>
            <p:ph type="title" hasCustomPrompt="1"/>
          </p:nvPr>
        </p:nvSpPr>
        <p:spPr>
          <a:xfrm>
            <a:off x="407987" y="1700888"/>
            <a:ext cx="2520000" cy="4489200"/>
          </a:xfrm>
        </p:spPr>
        <p:txBody>
          <a:bodyPr/>
          <a:lstStyle>
            <a:lvl1pPr>
              <a:lnSpc>
                <a:spcPct val="100000"/>
              </a:lnSpc>
              <a:defRPr/>
            </a:lvl1pPr>
          </a:lstStyle>
          <a:p>
            <a:r>
              <a:rPr lang="en-US"/>
              <a:t>Click to enter title here</a:t>
            </a:r>
          </a:p>
        </p:txBody>
      </p:sp>
    </p:spTree>
    <p:custDataLst>
      <p:tags r:id="rId1"/>
    </p:custDataLst>
    <p:extLst>
      <p:ext uri="{BB962C8B-B14F-4D97-AF65-F5344CB8AC3E}">
        <p14:creationId xmlns:p14="http://schemas.microsoft.com/office/powerpoint/2010/main" val="4147623773"/>
      </p:ext>
    </p:extLst>
  </p:cSld>
  <p:clrMapOvr>
    <a:masterClrMapping/>
  </p:clrMapOvr>
  <p:extLst>
    <p:ext uri="{DCECCB84-F9BA-43D5-87BE-67443E8EF086}">
      <p15:sldGuideLst xmlns:p15="http://schemas.microsoft.com/office/powerpoint/2012/main">
        <p15:guide id="1" pos="2865" userDrawn="1">
          <p15:clr>
            <a:srgbClr val="A4A3A4"/>
          </p15:clr>
        </p15:guide>
        <p15:guide id="2" pos="2955" userDrawn="1">
          <p15:clr>
            <a:srgbClr val="A4A3A4"/>
          </p15:clr>
        </p15:guide>
        <p15:guide id="6" pos="6675" userDrawn="1">
          <p15:clr>
            <a:srgbClr val="A4A3A4"/>
          </p15:clr>
        </p15:guide>
        <p15:guide id="7" pos="4498" userDrawn="1">
          <p15:clr>
            <a:srgbClr val="A4A3A4"/>
          </p15:clr>
        </p15:guide>
        <p15:guide id="8" pos="5042" userDrawn="1">
          <p15:clr>
            <a:srgbClr val="A4A3A4"/>
          </p15:clr>
        </p15:guide>
        <p15:guide id="9" pos="5133" userDrawn="1">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 Point Agenda">
    <p:bg>
      <p:bgPr>
        <a:solidFill>
          <a:schemeClr val="accent1"/>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4490770-1E9F-4154-86B8-9247C8AC1731}"/>
              </a:ext>
            </a:extLst>
          </p:cNvPr>
          <p:cNvSpPr/>
          <p:nvPr userDrawn="1"/>
        </p:nvSpPr>
        <p:spPr>
          <a:xfrm>
            <a:off x="0" y="0"/>
            <a:ext cx="12192000" cy="6858000"/>
          </a:xfrm>
          <a:custGeom>
            <a:avLst/>
            <a:gdLst>
              <a:gd name="connsiteX0" fmla="*/ 9531307 w 12192000"/>
              <a:gd name="connsiteY0" fmla="*/ 0 h 6858000"/>
              <a:gd name="connsiteX1" fmla="*/ 12192000 w 12192000"/>
              <a:gd name="connsiteY1" fmla="*/ 0 h 6858000"/>
              <a:gd name="connsiteX2" fmla="*/ 12192000 w 12192000"/>
              <a:gd name="connsiteY2" fmla="*/ 6858000 h 6858000"/>
              <a:gd name="connsiteX3" fmla="*/ 9582333 w 12192000"/>
              <a:gd name="connsiteY3" fmla="*/ 6858000 h 6858000"/>
              <a:gd name="connsiteX4" fmla="*/ 9627483 w 12192000"/>
              <a:gd name="connsiteY4" fmla="*/ 6825894 h 6858000"/>
              <a:gd name="connsiteX5" fmla="*/ 11321144 w 12192000"/>
              <a:gd name="connsiteY5" fmla="*/ 3447143 h 6858000"/>
              <a:gd name="connsiteX6" fmla="*/ 9627483 w 12192000"/>
              <a:gd name="connsiteY6" fmla="*/ 68393 h 6858000"/>
              <a:gd name="connsiteX7" fmla="*/ 0 w 12192000"/>
              <a:gd name="connsiteY7" fmla="*/ 0 h 6858000"/>
              <a:gd name="connsiteX8" fmla="*/ 4678180 w 12192000"/>
              <a:gd name="connsiteY8" fmla="*/ 0 h 6858000"/>
              <a:gd name="connsiteX9" fmla="*/ 4582003 w 12192000"/>
              <a:gd name="connsiteY9" fmla="*/ 68393 h 6858000"/>
              <a:gd name="connsiteX10" fmla="*/ 2888342 w 12192000"/>
              <a:gd name="connsiteY10" fmla="*/ 3447143 h 6858000"/>
              <a:gd name="connsiteX11" fmla="*/ 4582003 w 12192000"/>
              <a:gd name="connsiteY11" fmla="*/ 6825894 h 6858000"/>
              <a:gd name="connsiteX12" fmla="*/ 4627153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9531307" y="0"/>
                </a:moveTo>
                <a:lnTo>
                  <a:pt x="12192000" y="0"/>
                </a:lnTo>
                <a:lnTo>
                  <a:pt x="12192000" y="6858000"/>
                </a:lnTo>
                <a:lnTo>
                  <a:pt x="9582333" y="6858000"/>
                </a:lnTo>
                <a:lnTo>
                  <a:pt x="9627483" y="6825894"/>
                </a:lnTo>
                <a:cubicBezTo>
                  <a:pt x="10655639" y="6056982"/>
                  <a:pt x="11321144" y="4829781"/>
                  <a:pt x="11321144" y="3447143"/>
                </a:cubicBezTo>
                <a:cubicBezTo>
                  <a:pt x="11321144" y="2064505"/>
                  <a:pt x="10655639" y="837304"/>
                  <a:pt x="9627483" y="68393"/>
                </a:cubicBezTo>
                <a:close/>
                <a:moveTo>
                  <a:pt x="0" y="0"/>
                </a:moveTo>
                <a:lnTo>
                  <a:pt x="4678180" y="0"/>
                </a:lnTo>
                <a:lnTo>
                  <a:pt x="4582003" y="68393"/>
                </a:lnTo>
                <a:cubicBezTo>
                  <a:pt x="3553847" y="837304"/>
                  <a:pt x="2888342" y="2064505"/>
                  <a:pt x="2888342" y="3447143"/>
                </a:cubicBezTo>
                <a:cubicBezTo>
                  <a:pt x="2888342" y="4829781"/>
                  <a:pt x="3553847" y="6056982"/>
                  <a:pt x="4582003" y="6825894"/>
                </a:cubicBezTo>
                <a:lnTo>
                  <a:pt x="462715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2400" err="1">
              <a:latin typeface="+mj-lt"/>
            </a:endParaRPr>
          </a:p>
        </p:txBody>
      </p:sp>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lvl1pPr>
          </a:lstStyle>
          <a:p>
            <a:fld id="{F8E47D07-9D1E-4FE9-B31A-2F5863681021}" type="slidenum">
              <a:rPr lang="en-GB" smtClean="0"/>
              <a:pPr/>
              <a:t>‹#›</a:t>
            </a:fld>
            <a:endParaRPr lang="en-GB"/>
          </a:p>
        </p:txBody>
      </p:sp>
      <p:sp>
        <p:nvSpPr>
          <p:cNvPr id="8" name="Text Placeholder 30">
            <a:extLst>
              <a:ext uri="{FF2B5EF4-FFF2-40B4-BE49-F238E27FC236}">
                <a16:creationId xmlns:a16="http://schemas.microsoft.com/office/drawing/2014/main" id="{BB903B74-502C-44C7-9EA2-4E8D1C33DE77}"/>
              </a:ext>
            </a:extLst>
          </p:cNvPr>
          <p:cNvSpPr txBox="1">
            <a:spLocks/>
          </p:cNvSpPr>
          <p:nvPr userDrawn="1"/>
        </p:nvSpPr>
        <p:spPr>
          <a:xfrm>
            <a:off x="11597151" y="6303999"/>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17" name="Text Placeholder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3611563" y="1488522"/>
            <a:ext cx="6985000" cy="424732"/>
          </a:xfrm>
          <a:ln w="12700">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18" name="Text Placeholder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3611563" y="2361222"/>
            <a:ext cx="6985000"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19" name="Text Placeholder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3611563" y="3233922"/>
            <a:ext cx="6985000"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20" name="Text Placeholder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3611563" y="4106622"/>
            <a:ext cx="6985000"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21" name="Text Placeholder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3611563" y="4979322"/>
            <a:ext cx="6985000"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2" name="Title 1">
            <a:extLst>
              <a:ext uri="{FF2B5EF4-FFF2-40B4-BE49-F238E27FC236}">
                <a16:creationId xmlns:a16="http://schemas.microsoft.com/office/drawing/2014/main" id="{3BA7ED80-DD6F-4EA5-9527-BFFE5DB0362C}"/>
              </a:ext>
            </a:extLst>
          </p:cNvPr>
          <p:cNvSpPr>
            <a:spLocks noGrp="1"/>
          </p:cNvSpPr>
          <p:nvPr>
            <p:ph type="title" hasCustomPrompt="1"/>
          </p:nvPr>
        </p:nvSpPr>
        <p:spPr>
          <a:xfrm>
            <a:off x="407987" y="1700888"/>
            <a:ext cx="2520000" cy="4489200"/>
          </a:xfrm>
        </p:spPr>
        <p:txBody>
          <a:bodyPr/>
          <a:lstStyle>
            <a:lvl1pPr>
              <a:lnSpc>
                <a:spcPct val="100000"/>
              </a:lnSpc>
              <a:defRPr/>
            </a:lvl1pPr>
          </a:lstStyle>
          <a:p>
            <a:r>
              <a:rPr lang="en-US"/>
              <a:t>Click to enter title here</a:t>
            </a:r>
          </a:p>
        </p:txBody>
      </p:sp>
    </p:spTree>
    <p:custDataLst>
      <p:tags r:id="rId1"/>
    </p:custDataLst>
    <p:extLst>
      <p:ext uri="{BB962C8B-B14F-4D97-AF65-F5344CB8AC3E}">
        <p14:creationId xmlns:p14="http://schemas.microsoft.com/office/powerpoint/2010/main" val="2533524983"/>
      </p:ext>
    </p:extLst>
  </p:cSld>
  <p:clrMapOvr>
    <a:masterClrMapping/>
  </p:clrMapOvr>
  <p:extLst>
    <p:ext uri="{DCECCB84-F9BA-43D5-87BE-67443E8EF086}">
      <p15:sldGuideLst xmlns:p15="http://schemas.microsoft.com/office/powerpoint/2012/main">
        <p15:guide id="2" pos="2275" userDrawn="1">
          <p15:clr>
            <a:srgbClr val="A4A3A4"/>
          </p15:clr>
        </p15:guide>
        <p15:guide id="6" pos="6698" userDrawn="1">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0 Point Agenda">
    <p:bg>
      <p:bgPr>
        <a:solidFill>
          <a:schemeClr val="accent1"/>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F4490770-1E9F-4154-86B8-9247C8AC1731}"/>
              </a:ext>
            </a:extLst>
          </p:cNvPr>
          <p:cNvSpPr/>
          <p:nvPr userDrawn="1"/>
        </p:nvSpPr>
        <p:spPr>
          <a:xfrm>
            <a:off x="0" y="0"/>
            <a:ext cx="12192000" cy="6858000"/>
          </a:xfrm>
          <a:custGeom>
            <a:avLst/>
            <a:gdLst>
              <a:gd name="connsiteX0" fmla="*/ 9531307 w 12192000"/>
              <a:gd name="connsiteY0" fmla="*/ 0 h 6858000"/>
              <a:gd name="connsiteX1" fmla="*/ 12192000 w 12192000"/>
              <a:gd name="connsiteY1" fmla="*/ 0 h 6858000"/>
              <a:gd name="connsiteX2" fmla="*/ 12192000 w 12192000"/>
              <a:gd name="connsiteY2" fmla="*/ 6858000 h 6858000"/>
              <a:gd name="connsiteX3" fmla="*/ 9582333 w 12192000"/>
              <a:gd name="connsiteY3" fmla="*/ 6858000 h 6858000"/>
              <a:gd name="connsiteX4" fmla="*/ 9627483 w 12192000"/>
              <a:gd name="connsiteY4" fmla="*/ 6825894 h 6858000"/>
              <a:gd name="connsiteX5" fmla="*/ 11321144 w 12192000"/>
              <a:gd name="connsiteY5" fmla="*/ 3447143 h 6858000"/>
              <a:gd name="connsiteX6" fmla="*/ 9627483 w 12192000"/>
              <a:gd name="connsiteY6" fmla="*/ 68393 h 6858000"/>
              <a:gd name="connsiteX7" fmla="*/ 0 w 12192000"/>
              <a:gd name="connsiteY7" fmla="*/ 0 h 6858000"/>
              <a:gd name="connsiteX8" fmla="*/ 4678180 w 12192000"/>
              <a:gd name="connsiteY8" fmla="*/ 0 h 6858000"/>
              <a:gd name="connsiteX9" fmla="*/ 4582003 w 12192000"/>
              <a:gd name="connsiteY9" fmla="*/ 68393 h 6858000"/>
              <a:gd name="connsiteX10" fmla="*/ 2888342 w 12192000"/>
              <a:gd name="connsiteY10" fmla="*/ 3447143 h 6858000"/>
              <a:gd name="connsiteX11" fmla="*/ 4582003 w 12192000"/>
              <a:gd name="connsiteY11" fmla="*/ 6825894 h 6858000"/>
              <a:gd name="connsiteX12" fmla="*/ 4627153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9531307" y="0"/>
                </a:moveTo>
                <a:lnTo>
                  <a:pt x="12192000" y="0"/>
                </a:lnTo>
                <a:lnTo>
                  <a:pt x="12192000" y="6858000"/>
                </a:lnTo>
                <a:lnTo>
                  <a:pt x="9582333" y="6858000"/>
                </a:lnTo>
                <a:lnTo>
                  <a:pt x="9627483" y="6825894"/>
                </a:lnTo>
                <a:cubicBezTo>
                  <a:pt x="10655639" y="6056982"/>
                  <a:pt x="11321144" y="4829781"/>
                  <a:pt x="11321144" y="3447143"/>
                </a:cubicBezTo>
                <a:cubicBezTo>
                  <a:pt x="11321144" y="2064505"/>
                  <a:pt x="10655639" y="837304"/>
                  <a:pt x="9627483" y="68393"/>
                </a:cubicBezTo>
                <a:close/>
                <a:moveTo>
                  <a:pt x="0" y="0"/>
                </a:moveTo>
                <a:lnTo>
                  <a:pt x="4678180" y="0"/>
                </a:lnTo>
                <a:lnTo>
                  <a:pt x="4582003" y="68393"/>
                </a:lnTo>
                <a:cubicBezTo>
                  <a:pt x="3553847" y="837304"/>
                  <a:pt x="2888342" y="2064505"/>
                  <a:pt x="2888342" y="3447143"/>
                </a:cubicBezTo>
                <a:cubicBezTo>
                  <a:pt x="2888342" y="4829781"/>
                  <a:pt x="3553847" y="6056982"/>
                  <a:pt x="4582003" y="6825894"/>
                </a:cubicBezTo>
                <a:lnTo>
                  <a:pt x="462715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2400" err="1">
              <a:latin typeface="+mj-lt"/>
            </a:endParaRPr>
          </a:p>
        </p:txBody>
      </p:sp>
      <p:sp>
        <p:nvSpPr>
          <p:cNvPr id="3" name="Date Placeholder 2">
            <a:extLst>
              <a:ext uri="{FF2B5EF4-FFF2-40B4-BE49-F238E27FC236}">
                <a16:creationId xmlns:a16="http://schemas.microsoft.com/office/drawing/2014/main" id="{CEF862C7-016C-487C-A2DE-DA5794F6839D}"/>
              </a:ext>
            </a:extLst>
          </p:cNvPr>
          <p:cNvSpPr>
            <a:spLocks noGrp="1"/>
          </p:cNvSpPr>
          <p:nvPr>
            <p:ph type="dt" sz="half" idx="10"/>
          </p:nvPr>
        </p:nvSpPr>
        <p:spPr/>
        <p:txBody>
          <a:bodyPr/>
          <a:lstStyle>
            <a:lvl1pPr>
              <a:lnSpc>
                <a:spcPct val="100000"/>
              </a:lnSpc>
              <a:defRPr/>
            </a:lvl1pPr>
          </a:lstStyle>
          <a:p>
            <a:endParaRPr lang="en-GB"/>
          </a:p>
        </p:txBody>
      </p:sp>
      <p:sp>
        <p:nvSpPr>
          <p:cNvPr id="4" name="Slide Number Placeholder 3">
            <a:extLst>
              <a:ext uri="{FF2B5EF4-FFF2-40B4-BE49-F238E27FC236}">
                <a16:creationId xmlns:a16="http://schemas.microsoft.com/office/drawing/2014/main" id="{A8AF6869-948B-479F-A153-EECB535C0D21}"/>
              </a:ext>
            </a:extLst>
          </p:cNvPr>
          <p:cNvSpPr>
            <a:spLocks noGrp="1"/>
          </p:cNvSpPr>
          <p:nvPr>
            <p:ph type="sldNum" sz="quarter" idx="11"/>
          </p:nvPr>
        </p:nvSpPr>
        <p:spPr/>
        <p:txBody>
          <a:bodyPr/>
          <a:lstStyle>
            <a:lvl1pPr>
              <a:lnSpc>
                <a:spcPct val="100000"/>
              </a:lnSpc>
              <a:defRPr/>
            </a:lvl1pPr>
          </a:lstStyle>
          <a:p>
            <a:fld id="{F8E47D07-9D1E-4FE9-B31A-2F5863681021}" type="slidenum">
              <a:rPr lang="en-GB" smtClean="0"/>
              <a:pPr/>
              <a:t>‹#›</a:t>
            </a:fld>
            <a:endParaRPr lang="en-GB"/>
          </a:p>
        </p:txBody>
      </p:sp>
      <p:sp>
        <p:nvSpPr>
          <p:cNvPr id="8" name="Text Placeholder 30">
            <a:extLst>
              <a:ext uri="{FF2B5EF4-FFF2-40B4-BE49-F238E27FC236}">
                <a16:creationId xmlns:a16="http://schemas.microsoft.com/office/drawing/2014/main" id="{BB903B74-502C-44C7-9EA2-4E8D1C33DE77}"/>
              </a:ext>
            </a:extLst>
          </p:cNvPr>
          <p:cNvSpPr txBox="1">
            <a:spLocks/>
          </p:cNvSpPr>
          <p:nvPr userDrawn="1"/>
        </p:nvSpPr>
        <p:spPr>
          <a:xfrm>
            <a:off x="11597151" y="6303999"/>
            <a:ext cx="294812" cy="355098"/>
          </a:xfrm>
          <a:prstGeom prst="rect">
            <a:avLst/>
          </a:prstGeom>
          <a:blipFill>
            <a:blip r:embed="rId3">
              <a:extLst>
                <a:ext uri="{96DAC541-7B7A-43D3-8B79-37D633B846F1}">
                  <asvg:svgBlip xmlns:asvg="http://schemas.microsoft.com/office/drawing/2016/SVG/main" r:embed="rId4"/>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17" name="Text Placeholder 1">
            <a:extLst>
              <a:ext uri="{FF2B5EF4-FFF2-40B4-BE49-F238E27FC236}">
                <a16:creationId xmlns:a16="http://schemas.microsoft.com/office/drawing/2014/main" id="{5B98A680-6773-43B0-954D-2C033446C318}"/>
              </a:ext>
            </a:extLst>
          </p:cNvPr>
          <p:cNvSpPr>
            <a:spLocks noGrp="1"/>
          </p:cNvSpPr>
          <p:nvPr>
            <p:ph type="body" sz="quarter" idx="13" hasCustomPrompt="1"/>
          </p:nvPr>
        </p:nvSpPr>
        <p:spPr>
          <a:xfrm>
            <a:off x="3611563" y="1488523"/>
            <a:ext cx="3348037"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18" name="Text Placeholder 2">
            <a:extLst>
              <a:ext uri="{FF2B5EF4-FFF2-40B4-BE49-F238E27FC236}">
                <a16:creationId xmlns:a16="http://schemas.microsoft.com/office/drawing/2014/main" id="{C88A5D62-B6BA-4488-A4CD-0D84437AB183}"/>
              </a:ext>
            </a:extLst>
          </p:cNvPr>
          <p:cNvSpPr>
            <a:spLocks noGrp="1"/>
          </p:cNvSpPr>
          <p:nvPr>
            <p:ph type="body" sz="quarter" idx="14" hasCustomPrompt="1"/>
          </p:nvPr>
        </p:nvSpPr>
        <p:spPr>
          <a:xfrm>
            <a:off x="3611563" y="2361223"/>
            <a:ext cx="3348037"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19" name="Text Placeholder 3">
            <a:extLst>
              <a:ext uri="{FF2B5EF4-FFF2-40B4-BE49-F238E27FC236}">
                <a16:creationId xmlns:a16="http://schemas.microsoft.com/office/drawing/2014/main" id="{828CF371-6871-4098-A3A8-48392AFE7BF1}"/>
              </a:ext>
            </a:extLst>
          </p:cNvPr>
          <p:cNvSpPr>
            <a:spLocks noGrp="1"/>
          </p:cNvSpPr>
          <p:nvPr>
            <p:ph type="body" sz="quarter" idx="15" hasCustomPrompt="1"/>
          </p:nvPr>
        </p:nvSpPr>
        <p:spPr>
          <a:xfrm>
            <a:off x="3611563" y="3233923"/>
            <a:ext cx="3348037"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20" name="Text Placeholder 4">
            <a:extLst>
              <a:ext uri="{FF2B5EF4-FFF2-40B4-BE49-F238E27FC236}">
                <a16:creationId xmlns:a16="http://schemas.microsoft.com/office/drawing/2014/main" id="{4B689727-BF5A-44A3-814C-E7859935BD58}"/>
              </a:ext>
            </a:extLst>
          </p:cNvPr>
          <p:cNvSpPr>
            <a:spLocks noGrp="1"/>
          </p:cNvSpPr>
          <p:nvPr>
            <p:ph type="body" sz="quarter" idx="16" hasCustomPrompt="1"/>
          </p:nvPr>
        </p:nvSpPr>
        <p:spPr>
          <a:xfrm>
            <a:off x="3611563" y="4106623"/>
            <a:ext cx="3348037"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21" name="Text Placeholder 5">
            <a:extLst>
              <a:ext uri="{FF2B5EF4-FFF2-40B4-BE49-F238E27FC236}">
                <a16:creationId xmlns:a16="http://schemas.microsoft.com/office/drawing/2014/main" id="{9EC66708-ABCA-4E5C-BBDA-A3E8D603A810}"/>
              </a:ext>
            </a:extLst>
          </p:cNvPr>
          <p:cNvSpPr>
            <a:spLocks noGrp="1"/>
          </p:cNvSpPr>
          <p:nvPr>
            <p:ph type="body" sz="quarter" idx="17" hasCustomPrompt="1"/>
          </p:nvPr>
        </p:nvSpPr>
        <p:spPr>
          <a:xfrm>
            <a:off x="3611563" y="4979323"/>
            <a:ext cx="3348037" cy="424732"/>
          </a:xfrm>
          <a:ln>
            <a:gradFill>
              <a:gsLst>
                <a:gs pos="0">
                  <a:schemeClr val="bg1"/>
                </a:gs>
                <a:gs pos="1000">
                  <a:schemeClr val="bg1"/>
                </a:gs>
                <a:gs pos="1000">
                  <a:schemeClr val="accent1"/>
                </a:gs>
              </a:gsLst>
              <a:lin ang="5400000" scaled="1"/>
            </a:gradFill>
          </a:ln>
        </p:spPr>
        <p:txBody>
          <a:bodyPr lIns="0" rIns="0" anchor="t" anchorCtr="0"/>
          <a:lstStyle>
            <a:lvl1pPr marL="0" indent="0">
              <a:lnSpc>
                <a:spcPct val="100000"/>
              </a:lnSpc>
              <a:buNone/>
              <a:defRPr sz="2400">
                <a:solidFill>
                  <a:schemeClr val="bg1"/>
                </a:solidFill>
                <a:latin typeface="+mj-lt"/>
              </a:defRPr>
            </a:lvl1pPr>
          </a:lstStyle>
          <a:p>
            <a:pPr lvl="0"/>
            <a:r>
              <a:rPr lang="en-US"/>
              <a:t>Click to add agenda item</a:t>
            </a:r>
          </a:p>
        </p:txBody>
      </p:sp>
      <p:sp>
        <p:nvSpPr>
          <p:cNvPr id="23" name="Text Placeholder 6">
            <a:extLst>
              <a:ext uri="{FF2B5EF4-FFF2-40B4-BE49-F238E27FC236}">
                <a16:creationId xmlns:a16="http://schemas.microsoft.com/office/drawing/2014/main" id="{C819AF5B-E47A-4ACD-8D8C-52AD38CE5BFC}"/>
              </a:ext>
            </a:extLst>
          </p:cNvPr>
          <p:cNvSpPr>
            <a:spLocks noGrp="1"/>
          </p:cNvSpPr>
          <p:nvPr>
            <p:ph type="body" sz="quarter" idx="18" hasCustomPrompt="1"/>
          </p:nvPr>
        </p:nvSpPr>
        <p:spPr>
          <a:xfrm>
            <a:off x="7283449" y="1488522"/>
            <a:ext cx="3348037" cy="461665"/>
          </a:xfrm>
          <a:prstGeom prst="rect">
            <a:avLst/>
          </a:prstGeom>
          <a:noFill/>
          <a:ln>
            <a:gradFill>
              <a:gsLst>
                <a:gs pos="0">
                  <a:schemeClr val="bg1"/>
                </a:gs>
                <a:gs pos="1000">
                  <a:schemeClr val="bg1"/>
                </a:gs>
                <a:gs pos="1000">
                  <a:schemeClr val="accent1"/>
                </a:gs>
              </a:gsLst>
              <a:lin ang="5400000" scaled="1"/>
            </a:gradFill>
          </a:ln>
        </p:spPr>
        <p:txBody>
          <a:bodyPr wrap="square" lIns="0" rIns="0" anchor="t" anchorCtr="0">
            <a:spAutoFit/>
          </a:bodyPr>
          <a:lstStyle>
            <a:lvl1pPr marL="0" indent="0" algn="l">
              <a:lnSpc>
                <a:spcPct val="100000"/>
              </a:lnSpc>
              <a:buNone/>
              <a:defRPr sz="2400" b="0">
                <a:solidFill>
                  <a:schemeClr val="bg1"/>
                </a:solidFill>
                <a:latin typeface="+mj-lt"/>
              </a:defRPr>
            </a:lvl1pPr>
          </a:lstStyle>
          <a:p>
            <a:pPr lvl="0"/>
            <a:r>
              <a:rPr lang="en-US"/>
              <a:t>Click to add agenda item</a:t>
            </a:r>
          </a:p>
        </p:txBody>
      </p:sp>
      <p:sp>
        <p:nvSpPr>
          <p:cNvPr id="24" name="Text Placeholder 7">
            <a:extLst>
              <a:ext uri="{FF2B5EF4-FFF2-40B4-BE49-F238E27FC236}">
                <a16:creationId xmlns:a16="http://schemas.microsoft.com/office/drawing/2014/main" id="{47691383-ECAA-4F80-A331-7B599A1F5D8E}"/>
              </a:ext>
            </a:extLst>
          </p:cNvPr>
          <p:cNvSpPr>
            <a:spLocks noGrp="1"/>
          </p:cNvSpPr>
          <p:nvPr>
            <p:ph type="body" sz="quarter" idx="19" hasCustomPrompt="1"/>
          </p:nvPr>
        </p:nvSpPr>
        <p:spPr>
          <a:xfrm>
            <a:off x="7283449" y="2361222"/>
            <a:ext cx="3348037" cy="461665"/>
          </a:xfrm>
          <a:prstGeom prst="rect">
            <a:avLst/>
          </a:prstGeom>
          <a:noFill/>
          <a:ln>
            <a:gradFill>
              <a:gsLst>
                <a:gs pos="0">
                  <a:schemeClr val="bg1"/>
                </a:gs>
                <a:gs pos="1000">
                  <a:schemeClr val="bg1"/>
                </a:gs>
                <a:gs pos="1000">
                  <a:schemeClr val="accent1"/>
                </a:gs>
              </a:gsLst>
              <a:lin ang="5400000" scaled="1"/>
            </a:gradFill>
          </a:ln>
        </p:spPr>
        <p:txBody>
          <a:bodyPr wrap="square" lIns="0" rIns="0" anchor="t" anchorCtr="0">
            <a:spAutoFit/>
          </a:bodyPr>
          <a:lstStyle>
            <a:lvl1pPr marL="0" indent="0" algn="l">
              <a:lnSpc>
                <a:spcPct val="100000"/>
              </a:lnSpc>
              <a:buNone/>
              <a:defRPr sz="2400" b="0">
                <a:solidFill>
                  <a:schemeClr val="bg1"/>
                </a:solidFill>
                <a:latin typeface="+mj-lt"/>
              </a:defRPr>
            </a:lvl1pPr>
          </a:lstStyle>
          <a:p>
            <a:pPr lvl="0"/>
            <a:r>
              <a:rPr lang="en-US"/>
              <a:t>Click to add agenda item</a:t>
            </a:r>
          </a:p>
        </p:txBody>
      </p:sp>
      <p:sp>
        <p:nvSpPr>
          <p:cNvPr id="25" name="Text Placeholder 8">
            <a:extLst>
              <a:ext uri="{FF2B5EF4-FFF2-40B4-BE49-F238E27FC236}">
                <a16:creationId xmlns:a16="http://schemas.microsoft.com/office/drawing/2014/main" id="{1EB794D8-6580-4801-92C4-B9CDBE015BBC}"/>
              </a:ext>
            </a:extLst>
          </p:cNvPr>
          <p:cNvSpPr>
            <a:spLocks noGrp="1"/>
          </p:cNvSpPr>
          <p:nvPr>
            <p:ph type="body" sz="quarter" idx="20" hasCustomPrompt="1"/>
          </p:nvPr>
        </p:nvSpPr>
        <p:spPr>
          <a:xfrm>
            <a:off x="7283449" y="3233922"/>
            <a:ext cx="3348037" cy="461665"/>
          </a:xfrm>
          <a:prstGeom prst="rect">
            <a:avLst/>
          </a:prstGeom>
          <a:noFill/>
          <a:ln>
            <a:gradFill>
              <a:gsLst>
                <a:gs pos="0">
                  <a:schemeClr val="bg1"/>
                </a:gs>
                <a:gs pos="1000">
                  <a:schemeClr val="bg1"/>
                </a:gs>
                <a:gs pos="1000">
                  <a:schemeClr val="accent1"/>
                </a:gs>
              </a:gsLst>
              <a:lin ang="5400000" scaled="1"/>
            </a:gradFill>
          </a:ln>
        </p:spPr>
        <p:txBody>
          <a:bodyPr wrap="square" lIns="0" rIns="0" anchor="t" anchorCtr="0">
            <a:spAutoFit/>
          </a:bodyPr>
          <a:lstStyle>
            <a:lvl1pPr marL="0" indent="0" algn="l">
              <a:lnSpc>
                <a:spcPct val="100000"/>
              </a:lnSpc>
              <a:buNone/>
              <a:defRPr sz="2400" b="0">
                <a:solidFill>
                  <a:schemeClr val="bg1"/>
                </a:solidFill>
                <a:latin typeface="+mj-lt"/>
              </a:defRPr>
            </a:lvl1pPr>
          </a:lstStyle>
          <a:p>
            <a:pPr lvl="0"/>
            <a:r>
              <a:rPr lang="en-US"/>
              <a:t>Click to add agenda item</a:t>
            </a:r>
          </a:p>
        </p:txBody>
      </p:sp>
      <p:sp>
        <p:nvSpPr>
          <p:cNvPr id="26" name="Text Placeholder 9">
            <a:extLst>
              <a:ext uri="{FF2B5EF4-FFF2-40B4-BE49-F238E27FC236}">
                <a16:creationId xmlns:a16="http://schemas.microsoft.com/office/drawing/2014/main" id="{D49BB865-6EA1-4E1B-A365-5C4C9B6EA8FE}"/>
              </a:ext>
            </a:extLst>
          </p:cNvPr>
          <p:cNvSpPr>
            <a:spLocks noGrp="1"/>
          </p:cNvSpPr>
          <p:nvPr>
            <p:ph type="body" sz="quarter" idx="21" hasCustomPrompt="1"/>
          </p:nvPr>
        </p:nvSpPr>
        <p:spPr>
          <a:xfrm>
            <a:off x="7283449" y="4106622"/>
            <a:ext cx="3348037" cy="461665"/>
          </a:xfrm>
          <a:prstGeom prst="rect">
            <a:avLst/>
          </a:prstGeom>
          <a:noFill/>
          <a:ln>
            <a:gradFill>
              <a:gsLst>
                <a:gs pos="0">
                  <a:schemeClr val="bg1"/>
                </a:gs>
                <a:gs pos="1000">
                  <a:schemeClr val="bg1"/>
                </a:gs>
                <a:gs pos="1000">
                  <a:schemeClr val="accent1"/>
                </a:gs>
              </a:gsLst>
              <a:lin ang="5400000" scaled="1"/>
            </a:gradFill>
          </a:ln>
        </p:spPr>
        <p:txBody>
          <a:bodyPr wrap="square" lIns="0" rIns="0" anchor="t" anchorCtr="0">
            <a:spAutoFit/>
          </a:bodyPr>
          <a:lstStyle>
            <a:lvl1pPr marL="0" indent="0" algn="l">
              <a:lnSpc>
                <a:spcPct val="100000"/>
              </a:lnSpc>
              <a:buNone/>
              <a:defRPr sz="2400" b="0">
                <a:solidFill>
                  <a:schemeClr val="bg1"/>
                </a:solidFill>
                <a:latin typeface="+mj-lt"/>
              </a:defRPr>
            </a:lvl1pPr>
          </a:lstStyle>
          <a:p>
            <a:pPr lvl="0"/>
            <a:r>
              <a:rPr lang="en-US"/>
              <a:t>Click to add agenda item</a:t>
            </a:r>
          </a:p>
        </p:txBody>
      </p:sp>
      <p:sp>
        <p:nvSpPr>
          <p:cNvPr id="27" name="Text Placeholder 10">
            <a:extLst>
              <a:ext uri="{FF2B5EF4-FFF2-40B4-BE49-F238E27FC236}">
                <a16:creationId xmlns:a16="http://schemas.microsoft.com/office/drawing/2014/main" id="{A19D7038-1075-4AFC-AF51-44462E8C84E2}"/>
              </a:ext>
            </a:extLst>
          </p:cNvPr>
          <p:cNvSpPr>
            <a:spLocks noGrp="1"/>
          </p:cNvSpPr>
          <p:nvPr>
            <p:ph type="body" sz="quarter" idx="22" hasCustomPrompt="1"/>
          </p:nvPr>
        </p:nvSpPr>
        <p:spPr>
          <a:xfrm>
            <a:off x="7283449" y="4979322"/>
            <a:ext cx="3348037" cy="461665"/>
          </a:xfrm>
          <a:prstGeom prst="rect">
            <a:avLst/>
          </a:prstGeom>
          <a:noFill/>
          <a:ln>
            <a:gradFill>
              <a:gsLst>
                <a:gs pos="0">
                  <a:schemeClr val="bg1"/>
                </a:gs>
                <a:gs pos="1000">
                  <a:schemeClr val="bg1"/>
                </a:gs>
                <a:gs pos="1000">
                  <a:schemeClr val="accent1"/>
                </a:gs>
              </a:gsLst>
              <a:lin ang="5400000" scaled="1"/>
            </a:gradFill>
          </a:ln>
        </p:spPr>
        <p:txBody>
          <a:bodyPr wrap="square" lIns="0" rIns="0" anchor="t" anchorCtr="0">
            <a:spAutoFit/>
          </a:bodyPr>
          <a:lstStyle>
            <a:lvl1pPr marL="0" indent="0" algn="l">
              <a:lnSpc>
                <a:spcPct val="100000"/>
              </a:lnSpc>
              <a:buNone/>
              <a:defRPr sz="2400" b="0">
                <a:solidFill>
                  <a:schemeClr val="bg1"/>
                </a:solidFill>
                <a:latin typeface="+mj-lt"/>
              </a:defRPr>
            </a:lvl1pPr>
          </a:lstStyle>
          <a:p>
            <a:pPr lvl="0"/>
            <a:r>
              <a:rPr lang="en-US"/>
              <a:t>Click to add agenda item</a:t>
            </a:r>
          </a:p>
        </p:txBody>
      </p:sp>
      <p:sp>
        <p:nvSpPr>
          <p:cNvPr id="2" name="Title 1">
            <a:extLst>
              <a:ext uri="{FF2B5EF4-FFF2-40B4-BE49-F238E27FC236}">
                <a16:creationId xmlns:a16="http://schemas.microsoft.com/office/drawing/2014/main" id="{9B302E59-1420-4ACC-A9D4-962788C87890}"/>
              </a:ext>
            </a:extLst>
          </p:cNvPr>
          <p:cNvSpPr>
            <a:spLocks noGrp="1"/>
          </p:cNvSpPr>
          <p:nvPr>
            <p:ph type="title" hasCustomPrompt="1"/>
          </p:nvPr>
        </p:nvSpPr>
        <p:spPr>
          <a:xfrm>
            <a:off x="407987" y="1700888"/>
            <a:ext cx="2520000" cy="4489200"/>
          </a:xfrm>
        </p:spPr>
        <p:txBody>
          <a:bodyPr/>
          <a:lstStyle>
            <a:lvl1pPr>
              <a:lnSpc>
                <a:spcPct val="100000"/>
              </a:lnSpc>
              <a:defRPr/>
            </a:lvl1pPr>
          </a:lstStyle>
          <a:p>
            <a:r>
              <a:rPr lang="en-US"/>
              <a:t>Click to enter title here</a:t>
            </a:r>
          </a:p>
        </p:txBody>
      </p:sp>
    </p:spTree>
    <p:custDataLst>
      <p:tags r:id="rId1"/>
    </p:custDataLst>
    <p:extLst>
      <p:ext uri="{BB962C8B-B14F-4D97-AF65-F5344CB8AC3E}">
        <p14:creationId xmlns:p14="http://schemas.microsoft.com/office/powerpoint/2010/main" val="2919636122"/>
      </p:ext>
    </p:extLst>
  </p:cSld>
  <p:clrMapOvr>
    <a:masterClrMapping/>
  </p:clrMapOvr>
  <p:extLst>
    <p:ext uri="{DCECCB84-F9BA-43D5-87BE-67443E8EF086}">
      <p15:sldGuideLst xmlns:p15="http://schemas.microsoft.com/office/powerpoint/2012/main">
        <p15:guide id="1" pos="2275" userDrawn="1">
          <p15:clr>
            <a:srgbClr val="A4A3A4"/>
          </p15:clr>
        </p15:guide>
        <p15:guide id="3" pos="4588" userDrawn="1">
          <p15:clr>
            <a:srgbClr val="A4A3A4"/>
          </p15:clr>
        </p15:guide>
        <p15:guide id="5" pos="4384" userDrawn="1">
          <p15:clr>
            <a:srgbClr val="A4A3A4"/>
          </p15:clr>
        </p15:guide>
        <p15:guide id="6" pos="6698" userDrawn="1">
          <p15:clr>
            <a:srgbClr val="A4A3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2" name="DO NOT DELETE (BRANDIN)">
            <a:extLst>
              <a:ext uri="{FF2B5EF4-FFF2-40B4-BE49-F238E27FC236}">
                <a16:creationId xmlns:a16="http://schemas.microsoft.com/office/drawing/2014/main" id="{48A2DD15-B119-4F14-A712-D85885B57751}"/>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15599190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 Speakers (Light)">
    <p:spTree>
      <p:nvGrpSpPr>
        <p:cNvPr id="1" name=""/>
        <p:cNvGrpSpPr/>
        <p:nvPr/>
      </p:nvGrpSpPr>
      <p:grpSpPr>
        <a:xfrm>
          <a:off x="0" y="0"/>
          <a:ext cx="0" cy="0"/>
          <a:chOff x="0" y="0"/>
          <a:chExt cx="0" cy="0"/>
        </a:xfrm>
      </p:grpSpPr>
      <p:sp>
        <p:nvSpPr>
          <p:cNvPr id="58" name="Text Placeholder 57">
            <a:extLst>
              <a:ext uri="{FF2B5EF4-FFF2-40B4-BE49-F238E27FC236}">
                <a16:creationId xmlns:a16="http://schemas.microsoft.com/office/drawing/2014/main" id="{EE263FC4-B3BF-4198-B246-A58FF8C1DAD1}"/>
              </a:ext>
            </a:extLst>
          </p:cNvPr>
          <p:cNvSpPr>
            <a:spLocks noGrp="1"/>
          </p:cNvSpPr>
          <p:nvPr>
            <p:ph type="body" sz="quarter" idx="23" hasCustomPrompt="1"/>
          </p:nvPr>
        </p:nvSpPr>
        <p:spPr>
          <a:xfrm>
            <a:off x="5124450" y="3903519"/>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3876878" y="1071349"/>
            <a:ext cx="1066598" cy="1066597"/>
          </a:xfrm>
          <a:prstGeom prst="ellipse">
            <a:avLst/>
          </a:prstGeom>
          <a:blipFill>
            <a:blip r:embed="rId3"/>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2875002"/>
            <a:ext cx="3049588" cy="1107996"/>
          </a:xfrm>
        </p:spPr>
        <p:txBody>
          <a:bodyPr anchor="ctr" anchorCtr="0">
            <a:spAutoFit/>
          </a:bodyPr>
          <a:lstStyle>
            <a:lvl1pPr>
              <a:defRPr sz="4000"/>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cxnSp>
        <p:nvCxnSpPr>
          <p:cNvPr id="9" name="Straight Connector 8">
            <a:extLst>
              <a:ext uri="{FF2B5EF4-FFF2-40B4-BE49-F238E27FC236}">
                <a16:creationId xmlns:a16="http://schemas.microsoft.com/office/drawing/2014/main" id="{21040238-DCC8-4532-9AE6-EB7C834F336E}"/>
              </a:ext>
            </a:extLst>
          </p:cNvPr>
          <p:cNvCxnSpPr/>
          <p:nvPr userDrawn="1"/>
        </p:nvCxnSpPr>
        <p:spPr>
          <a:xfrm>
            <a:off x="3540125" y="1071349"/>
            <a:ext cx="0" cy="5138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Picture Placeholder 4">
            <a:extLst>
              <a:ext uri="{FF2B5EF4-FFF2-40B4-BE49-F238E27FC236}">
                <a16:creationId xmlns:a16="http://schemas.microsoft.com/office/drawing/2014/main" id="{235135AB-5B49-4A2B-A09B-EFF95FECF8DE}"/>
              </a:ext>
            </a:extLst>
          </p:cNvPr>
          <p:cNvSpPr>
            <a:spLocks noGrp="1"/>
          </p:cNvSpPr>
          <p:nvPr>
            <p:ph type="pic" sz="quarter" idx="16" hasCustomPrompt="1"/>
          </p:nvPr>
        </p:nvSpPr>
        <p:spPr>
          <a:xfrm>
            <a:off x="7982152" y="1071349"/>
            <a:ext cx="1066598" cy="1066597"/>
          </a:xfrm>
          <a:prstGeom prst="ellipse">
            <a:avLst/>
          </a:prstGeom>
          <a:blipFill>
            <a:blip r:embed="rId4"/>
            <a:stretch>
              <a:fillRect/>
            </a:stretch>
          </a:blipFill>
        </p:spPr>
        <p:txBody>
          <a:bodyPr/>
          <a:lstStyle>
            <a:lvl1pPr marL="0" indent="0">
              <a:buNone/>
              <a:defRPr/>
            </a:lvl1pPr>
          </a:lstStyle>
          <a:p>
            <a:r>
              <a:rPr lang="en-US"/>
              <a:t> </a:t>
            </a:r>
          </a:p>
        </p:txBody>
      </p:sp>
      <p:sp>
        <p:nvSpPr>
          <p:cNvPr id="39" name="Picture Placeholder 4">
            <a:extLst>
              <a:ext uri="{FF2B5EF4-FFF2-40B4-BE49-F238E27FC236}">
                <a16:creationId xmlns:a16="http://schemas.microsoft.com/office/drawing/2014/main" id="{4FF349B1-3542-4E59-B8B3-3852BB36BFD3}"/>
              </a:ext>
            </a:extLst>
          </p:cNvPr>
          <p:cNvSpPr>
            <a:spLocks noGrp="1"/>
          </p:cNvSpPr>
          <p:nvPr>
            <p:ph type="pic" sz="quarter" idx="17" hasCustomPrompt="1"/>
          </p:nvPr>
        </p:nvSpPr>
        <p:spPr>
          <a:xfrm>
            <a:off x="7982152" y="2400382"/>
            <a:ext cx="1066598" cy="1066597"/>
          </a:xfrm>
          <a:prstGeom prst="ellipse">
            <a:avLst/>
          </a:prstGeom>
          <a:blipFill>
            <a:blip r:embed="rId5"/>
            <a:stretch>
              <a:fillRect/>
            </a:stretch>
          </a:blipFill>
        </p:spPr>
        <p:txBody>
          <a:bodyPr/>
          <a:lstStyle>
            <a:lvl1pPr marL="0" indent="0">
              <a:buNone/>
              <a:defRPr/>
            </a:lvl1pPr>
          </a:lstStyle>
          <a:p>
            <a:r>
              <a:rPr lang="en-US"/>
              <a:t> </a:t>
            </a:r>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3876878" y="3729415"/>
            <a:ext cx="1066598" cy="1066597"/>
          </a:xfrm>
          <a:prstGeom prst="ellipse">
            <a:avLst/>
          </a:prstGeom>
          <a:blipFill>
            <a:blip r:embed="rId6"/>
            <a:stretch>
              <a:fillRect/>
            </a:stretch>
          </a:blipFill>
        </p:spPr>
        <p:txBody>
          <a:bodyPr/>
          <a:lstStyle>
            <a:lvl1pPr marL="0" indent="0">
              <a:buNone/>
              <a:defRPr/>
            </a:lvl1pPr>
          </a:lstStyle>
          <a:p>
            <a:r>
              <a:rPr lang="en-US"/>
              <a:t> </a:t>
            </a:r>
          </a:p>
        </p:txBody>
      </p:sp>
      <p:sp>
        <p:nvSpPr>
          <p:cNvPr id="41" name="Picture Placeholder 4">
            <a:extLst>
              <a:ext uri="{FF2B5EF4-FFF2-40B4-BE49-F238E27FC236}">
                <a16:creationId xmlns:a16="http://schemas.microsoft.com/office/drawing/2014/main" id="{B9366CB7-32DA-4E9E-99FC-DE95447593E4}"/>
              </a:ext>
            </a:extLst>
          </p:cNvPr>
          <p:cNvSpPr>
            <a:spLocks noGrp="1"/>
          </p:cNvSpPr>
          <p:nvPr>
            <p:ph type="pic" sz="quarter" idx="19" hasCustomPrompt="1"/>
          </p:nvPr>
        </p:nvSpPr>
        <p:spPr>
          <a:xfrm>
            <a:off x="7982152" y="5058448"/>
            <a:ext cx="1066598" cy="1066597"/>
          </a:xfrm>
          <a:prstGeom prst="ellipse">
            <a:avLst/>
          </a:prstGeom>
          <a:blipFill>
            <a:blip r:embed="rId7"/>
            <a:stretch>
              <a:fillRect/>
            </a:stretch>
          </a:blipFill>
        </p:spPr>
        <p:txBody>
          <a:bodyPr/>
          <a:lstStyle>
            <a:lvl1pPr marL="0" indent="0">
              <a:buNone/>
              <a:defRPr/>
            </a:lvl1pPr>
          </a:lstStyle>
          <a:p>
            <a:r>
              <a:rPr lang="en-US"/>
              <a:t> </a:t>
            </a:r>
          </a:p>
        </p:txBody>
      </p:sp>
      <p:sp>
        <p:nvSpPr>
          <p:cNvPr id="42" name="Picture Placeholder 4">
            <a:extLst>
              <a:ext uri="{FF2B5EF4-FFF2-40B4-BE49-F238E27FC236}">
                <a16:creationId xmlns:a16="http://schemas.microsoft.com/office/drawing/2014/main" id="{72F775E8-A22B-4C7B-A7AF-7A6E5B4B25A6}"/>
              </a:ext>
            </a:extLst>
          </p:cNvPr>
          <p:cNvSpPr>
            <a:spLocks noGrp="1"/>
          </p:cNvSpPr>
          <p:nvPr>
            <p:ph type="pic" sz="quarter" idx="20" hasCustomPrompt="1"/>
          </p:nvPr>
        </p:nvSpPr>
        <p:spPr>
          <a:xfrm>
            <a:off x="7982152" y="3729415"/>
            <a:ext cx="1066598" cy="1066597"/>
          </a:xfrm>
          <a:prstGeom prst="ellipse">
            <a:avLst/>
          </a:prstGeom>
          <a:blipFill>
            <a:blip r:embed="rId8"/>
            <a:stretch>
              <a:fillRect/>
            </a:stretch>
          </a:blipFill>
        </p:spPr>
        <p:txBody>
          <a:bodyPr/>
          <a:lstStyle>
            <a:lvl1pPr marL="0" indent="0">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3876878" y="2400382"/>
            <a:ext cx="1066598" cy="1066597"/>
          </a:xfrm>
          <a:prstGeom prst="ellipse">
            <a:avLst/>
          </a:prstGeom>
          <a:blipFill>
            <a:blip r:embed="rId9"/>
            <a:stretch>
              <a:fillRect/>
            </a:stretch>
          </a:blipFill>
        </p:spPr>
        <p:txBody>
          <a:bodyPr/>
          <a:lstStyle>
            <a:lvl1pPr marL="0" indent="0">
              <a:buNone/>
              <a:defRPr/>
            </a:lvl1pPr>
          </a:lstStyle>
          <a:p>
            <a:r>
              <a:rPr lang="en-US"/>
              <a:t> </a:t>
            </a:r>
          </a:p>
        </p:txBody>
      </p:sp>
      <p:sp>
        <p:nvSpPr>
          <p:cNvPr id="44" name="Picture Placeholder 4">
            <a:extLst>
              <a:ext uri="{FF2B5EF4-FFF2-40B4-BE49-F238E27FC236}">
                <a16:creationId xmlns:a16="http://schemas.microsoft.com/office/drawing/2014/main" id="{10BDC96E-E4BB-46C7-8B26-69C0CC4A1DAC}"/>
              </a:ext>
            </a:extLst>
          </p:cNvPr>
          <p:cNvSpPr>
            <a:spLocks noGrp="1"/>
          </p:cNvSpPr>
          <p:nvPr>
            <p:ph type="pic" sz="quarter" idx="22" hasCustomPrompt="1"/>
          </p:nvPr>
        </p:nvSpPr>
        <p:spPr>
          <a:xfrm>
            <a:off x="3876878" y="5058448"/>
            <a:ext cx="1066598" cy="1066597"/>
          </a:xfrm>
          <a:prstGeom prst="ellipse">
            <a:avLst/>
          </a:prstGeom>
          <a:blipFill>
            <a:blip r:embed="rId10"/>
            <a:stretch>
              <a:fillRect/>
            </a:stretch>
          </a:blipFill>
        </p:spPr>
        <p:txBody>
          <a:bodyPr/>
          <a:lstStyle>
            <a:lvl1pPr marL="0" indent="0">
              <a:buNone/>
              <a:defRPr/>
            </a:lvl1pPr>
          </a:lstStyle>
          <a:p>
            <a:r>
              <a:rPr lang="en-US"/>
              <a:t> </a:t>
            </a:r>
          </a:p>
        </p:txBody>
      </p:sp>
      <p:sp>
        <p:nvSpPr>
          <p:cNvPr id="59" name="Text Placeholder 57">
            <a:extLst>
              <a:ext uri="{FF2B5EF4-FFF2-40B4-BE49-F238E27FC236}">
                <a16:creationId xmlns:a16="http://schemas.microsoft.com/office/drawing/2014/main" id="{7C4BEF10-7F26-49CE-9D86-B24AFAE8B982}"/>
              </a:ext>
            </a:extLst>
          </p:cNvPr>
          <p:cNvSpPr>
            <a:spLocks noGrp="1"/>
          </p:cNvSpPr>
          <p:nvPr>
            <p:ph type="body" sz="quarter" idx="24" hasCustomPrompt="1"/>
          </p:nvPr>
        </p:nvSpPr>
        <p:spPr>
          <a:xfrm>
            <a:off x="5124450" y="4258687"/>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5124450" y="1245667"/>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5124450" y="1600835"/>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5124450" y="2574486"/>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5124450" y="2929654"/>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9228138" y="1245667"/>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9228138" y="1600835"/>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6" name="Text Placeholder 57">
            <a:extLst>
              <a:ext uri="{FF2B5EF4-FFF2-40B4-BE49-F238E27FC236}">
                <a16:creationId xmlns:a16="http://schemas.microsoft.com/office/drawing/2014/main" id="{93F601CD-C12B-4912-A9BA-1EECAE448CE5}"/>
              </a:ext>
            </a:extLst>
          </p:cNvPr>
          <p:cNvSpPr>
            <a:spLocks noGrp="1"/>
          </p:cNvSpPr>
          <p:nvPr>
            <p:ph type="body" sz="quarter" idx="31" hasCustomPrompt="1"/>
          </p:nvPr>
        </p:nvSpPr>
        <p:spPr>
          <a:xfrm>
            <a:off x="5124450" y="5232552"/>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7" name="Text Placeholder 57">
            <a:extLst>
              <a:ext uri="{FF2B5EF4-FFF2-40B4-BE49-F238E27FC236}">
                <a16:creationId xmlns:a16="http://schemas.microsoft.com/office/drawing/2014/main" id="{20C48A33-763A-47D3-A206-1BBD3A417DD0}"/>
              </a:ext>
            </a:extLst>
          </p:cNvPr>
          <p:cNvSpPr>
            <a:spLocks noGrp="1"/>
          </p:cNvSpPr>
          <p:nvPr>
            <p:ph type="body" sz="quarter" idx="32" hasCustomPrompt="1"/>
          </p:nvPr>
        </p:nvSpPr>
        <p:spPr>
          <a:xfrm>
            <a:off x="5124450" y="5587720"/>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8" name="Text Placeholder 57">
            <a:extLst>
              <a:ext uri="{FF2B5EF4-FFF2-40B4-BE49-F238E27FC236}">
                <a16:creationId xmlns:a16="http://schemas.microsoft.com/office/drawing/2014/main" id="{D875C94D-753C-4332-A792-6237EEC1F049}"/>
              </a:ext>
            </a:extLst>
          </p:cNvPr>
          <p:cNvSpPr>
            <a:spLocks noGrp="1"/>
          </p:cNvSpPr>
          <p:nvPr>
            <p:ph type="body" sz="quarter" idx="33" hasCustomPrompt="1"/>
          </p:nvPr>
        </p:nvSpPr>
        <p:spPr>
          <a:xfrm>
            <a:off x="9228138" y="2574486"/>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9" name="Text Placeholder 57">
            <a:extLst>
              <a:ext uri="{FF2B5EF4-FFF2-40B4-BE49-F238E27FC236}">
                <a16:creationId xmlns:a16="http://schemas.microsoft.com/office/drawing/2014/main" id="{B06D4D8C-8568-423B-AABB-FB8BD683AC2A}"/>
              </a:ext>
            </a:extLst>
          </p:cNvPr>
          <p:cNvSpPr>
            <a:spLocks noGrp="1"/>
          </p:cNvSpPr>
          <p:nvPr>
            <p:ph type="body" sz="quarter" idx="34" hasCustomPrompt="1"/>
          </p:nvPr>
        </p:nvSpPr>
        <p:spPr>
          <a:xfrm>
            <a:off x="9228138" y="2929654"/>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0" name="Text Placeholder 57">
            <a:extLst>
              <a:ext uri="{FF2B5EF4-FFF2-40B4-BE49-F238E27FC236}">
                <a16:creationId xmlns:a16="http://schemas.microsoft.com/office/drawing/2014/main" id="{7D2B1B3D-7A06-472C-AAC7-C6D547DD8009}"/>
              </a:ext>
            </a:extLst>
          </p:cNvPr>
          <p:cNvSpPr>
            <a:spLocks noGrp="1"/>
          </p:cNvSpPr>
          <p:nvPr>
            <p:ph type="body" sz="quarter" idx="35" hasCustomPrompt="1"/>
          </p:nvPr>
        </p:nvSpPr>
        <p:spPr>
          <a:xfrm>
            <a:off x="9228138" y="3903519"/>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1" name="Text Placeholder 57">
            <a:extLst>
              <a:ext uri="{FF2B5EF4-FFF2-40B4-BE49-F238E27FC236}">
                <a16:creationId xmlns:a16="http://schemas.microsoft.com/office/drawing/2014/main" id="{AD040565-F4BF-45F9-8EB6-02C700DE6436}"/>
              </a:ext>
            </a:extLst>
          </p:cNvPr>
          <p:cNvSpPr>
            <a:spLocks noGrp="1"/>
          </p:cNvSpPr>
          <p:nvPr>
            <p:ph type="body" sz="quarter" idx="36" hasCustomPrompt="1"/>
          </p:nvPr>
        </p:nvSpPr>
        <p:spPr>
          <a:xfrm>
            <a:off x="9228138" y="4258687"/>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2" name="Text Placeholder 57">
            <a:extLst>
              <a:ext uri="{FF2B5EF4-FFF2-40B4-BE49-F238E27FC236}">
                <a16:creationId xmlns:a16="http://schemas.microsoft.com/office/drawing/2014/main" id="{DB9F8BAF-B545-4D72-ADD4-886DC007051C}"/>
              </a:ext>
            </a:extLst>
          </p:cNvPr>
          <p:cNvSpPr>
            <a:spLocks noGrp="1"/>
          </p:cNvSpPr>
          <p:nvPr>
            <p:ph type="body" sz="quarter" idx="37" hasCustomPrompt="1"/>
          </p:nvPr>
        </p:nvSpPr>
        <p:spPr>
          <a:xfrm>
            <a:off x="9228138" y="5232552"/>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3" name="Text Placeholder 57">
            <a:extLst>
              <a:ext uri="{FF2B5EF4-FFF2-40B4-BE49-F238E27FC236}">
                <a16:creationId xmlns:a16="http://schemas.microsoft.com/office/drawing/2014/main" id="{B0791138-7275-41D5-B115-CD52C7354E2D}"/>
              </a:ext>
            </a:extLst>
          </p:cNvPr>
          <p:cNvSpPr>
            <a:spLocks noGrp="1"/>
          </p:cNvSpPr>
          <p:nvPr>
            <p:ph type="body" sz="quarter" idx="38" hasCustomPrompt="1"/>
          </p:nvPr>
        </p:nvSpPr>
        <p:spPr>
          <a:xfrm>
            <a:off x="9228138" y="5587720"/>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31" name="Text Placeholder 96">
            <a:extLst>
              <a:ext uri="{FF2B5EF4-FFF2-40B4-BE49-F238E27FC236}">
                <a16:creationId xmlns:a16="http://schemas.microsoft.com/office/drawing/2014/main" id="{B049F64B-628A-48DE-84B4-38397AAB7DC3}"/>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444854380"/>
      </p:ext>
    </p:extLst>
  </p:cSld>
  <p:clrMapOvr>
    <a:masterClrMapping/>
  </p:clrMapOvr>
  <p:extLst>
    <p:ext uri="{DCECCB84-F9BA-43D5-87BE-67443E8EF086}">
      <p15:sldGuideLst xmlns:p15="http://schemas.microsoft.com/office/powerpoint/2012/main">
        <p15:guide id="1" pos="2230">
          <p15:clr>
            <a:srgbClr val="C35EA4"/>
          </p15:clr>
        </p15:guide>
        <p15:guide id="3" pos="4838">
          <p15:clr>
            <a:srgbClr val="A4A3A4"/>
          </p15:clr>
        </p15:guide>
        <p15:guide id="4" pos="5700">
          <p15:clr>
            <a:srgbClr val="A4A3A4"/>
          </p15:clr>
        </p15:guide>
        <p15:guide id="5" pos="3114">
          <p15:clr>
            <a:srgbClr val="A4A3A4"/>
          </p15:clr>
        </p15:guide>
        <p15:guide id="7" pos="3228">
          <p15:clr>
            <a:srgbClr val="A4A3A4"/>
          </p15:clr>
        </p15:guide>
        <p15:guide id="10" pos="5813">
          <p15:clr>
            <a:srgbClr val="A4A3A4"/>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 Speakers (L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500663" y="2188096"/>
            <a:ext cx="1066598" cy="1066597"/>
          </a:xfrm>
          <a:prstGeom prst="ellipse">
            <a:avLst/>
          </a:prstGeom>
          <a:blipFill>
            <a:blip r:embed="rId3"/>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2875002"/>
            <a:ext cx="3049588" cy="1107996"/>
          </a:xfrm>
        </p:spPr>
        <p:txBody>
          <a:bodyPr anchor="ctr" anchorCtr="0">
            <a:spAutoFit/>
          </a:bodyPr>
          <a:lstStyle>
            <a:lvl1pPr>
              <a:defRPr sz="4000"/>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cxnSp>
        <p:nvCxnSpPr>
          <p:cNvPr id="9" name="Straight Connector 8">
            <a:extLst>
              <a:ext uri="{FF2B5EF4-FFF2-40B4-BE49-F238E27FC236}">
                <a16:creationId xmlns:a16="http://schemas.microsoft.com/office/drawing/2014/main" id="{21040238-DCC8-4532-9AE6-EB7C834F336E}"/>
              </a:ext>
            </a:extLst>
          </p:cNvPr>
          <p:cNvCxnSpPr/>
          <p:nvPr userDrawn="1"/>
        </p:nvCxnSpPr>
        <p:spPr>
          <a:xfrm>
            <a:off x="3540125" y="1071349"/>
            <a:ext cx="0" cy="51383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9972775" y="2144743"/>
            <a:ext cx="1066598" cy="1066597"/>
          </a:xfrm>
          <a:prstGeom prst="ellipse">
            <a:avLst/>
          </a:prstGeom>
          <a:blipFill>
            <a:blip r:embed="rId4"/>
            <a:stretch>
              <a:fillRect/>
            </a:stretch>
          </a:blipFill>
        </p:spPr>
        <p:txBody>
          <a:bodyPr/>
          <a:lstStyle>
            <a:lvl1pPr marL="0" indent="0">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7235926" y="2188096"/>
            <a:ext cx="1066598" cy="1066597"/>
          </a:xfrm>
          <a:prstGeom prst="ellipse">
            <a:avLst/>
          </a:prstGeom>
          <a:blipFill>
            <a:blip r:embed="rId5"/>
            <a:stretch>
              <a:fillRect/>
            </a:stretch>
          </a:blipFill>
        </p:spPr>
        <p:txBody>
          <a:bodyPr/>
          <a:lstStyle>
            <a:lvl1pPr marL="0" indent="0">
              <a:buNone/>
              <a:defRPr/>
            </a:lvl1pPr>
          </a:lstStyle>
          <a:p>
            <a:r>
              <a:rPr lang="en-US"/>
              <a:t> </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9228138" y="3569224"/>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9228138" y="3924392"/>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3756026" y="3569224"/>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3756026" y="3924392"/>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6492875" y="3569224"/>
            <a:ext cx="2555875" cy="331817"/>
          </a:xfrm>
        </p:spPr>
        <p:txBody>
          <a:bodyPr bIns="36000" anchor="b" anchorCtr="0">
            <a:spAutoFit/>
          </a:bodyPr>
          <a:lstStyle>
            <a:lvl1pPr marL="0" indent="0">
              <a:buNone/>
              <a:defRPr sz="1800" b="1">
                <a:solidFill>
                  <a:schemeClr val="accent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6492875" y="3924392"/>
            <a:ext cx="2555875" cy="285651"/>
          </a:xfrm>
        </p:spPr>
        <p:txBody>
          <a:bodyPr tIns="36000" bIns="0" anchor="t" anchorCtr="0">
            <a:spAutoFit/>
          </a:bodyPr>
          <a:lstStyle>
            <a:lvl1pPr marL="0" indent="0">
              <a:buNone/>
              <a:defRPr sz="1800" b="0">
                <a:solidFill>
                  <a:schemeClr val="tx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31" name="Text Placeholder 96">
            <a:extLst>
              <a:ext uri="{FF2B5EF4-FFF2-40B4-BE49-F238E27FC236}">
                <a16:creationId xmlns:a16="http://schemas.microsoft.com/office/drawing/2014/main" id="{36C08F25-EA22-4E4E-83B5-7858728FD103}"/>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057201993"/>
      </p:ext>
    </p:extLst>
  </p:cSld>
  <p:clrMapOvr>
    <a:masterClrMapping/>
  </p:clrMapOvr>
  <p:extLst>
    <p:ext uri="{DCECCB84-F9BA-43D5-87BE-67443E8EF086}">
      <p15:sldGuideLst xmlns:p15="http://schemas.microsoft.com/office/powerpoint/2012/main">
        <p15:guide id="1" pos="2230">
          <p15:clr>
            <a:srgbClr val="C35EA4"/>
          </p15:clr>
        </p15:guide>
        <p15:guide id="3" pos="4089" userDrawn="1">
          <p15:clr>
            <a:srgbClr val="A4A3A4"/>
          </p15:clr>
        </p15:guide>
        <p15:guide id="4" pos="5700">
          <p15:clr>
            <a:srgbClr val="A4A3A4"/>
          </p15:clr>
        </p15:guide>
        <p15:guide id="5" pos="2366" userDrawn="1">
          <p15:clr>
            <a:srgbClr val="A4A3A4"/>
          </p15:clr>
        </p15:guide>
        <p15:guide id="7" pos="3976" userDrawn="1">
          <p15:clr>
            <a:srgbClr val="A4A3A4"/>
          </p15:clr>
        </p15:guide>
        <p15:guide id="10" pos="5813">
          <p15:clr>
            <a:srgbClr val="A4A3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0 Speakers (Dark)">
    <p:bg>
      <p:bgPr>
        <a:solidFill>
          <a:schemeClr val="tx1"/>
        </a:solidFill>
        <a:effectLst/>
      </p:bgPr>
    </p:bg>
    <p:spTree>
      <p:nvGrpSpPr>
        <p:cNvPr id="1" name=""/>
        <p:cNvGrpSpPr/>
        <p:nvPr/>
      </p:nvGrpSpPr>
      <p:grpSpPr>
        <a:xfrm>
          <a:off x="0" y="0"/>
          <a:ext cx="0" cy="0"/>
          <a:chOff x="0" y="0"/>
          <a:chExt cx="0" cy="0"/>
        </a:xfrm>
      </p:grpSpPr>
      <p:sp>
        <p:nvSpPr>
          <p:cNvPr id="58" name="Text Placeholder 57">
            <a:extLst>
              <a:ext uri="{FF2B5EF4-FFF2-40B4-BE49-F238E27FC236}">
                <a16:creationId xmlns:a16="http://schemas.microsoft.com/office/drawing/2014/main" id="{EE263FC4-B3BF-4198-B246-A58FF8C1DAD1}"/>
              </a:ext>
            </a:extLst>
          </p:cNvPr>
          <p:cNvSpPr>
            <a:spLocks noGrp="1"/>
          </p:cNvSpPr>
          <p:nvPr>
            <p:ph type="body" sz="quarter" idx="23" hasCustomPrompt="1"/>
          </p:nvPr>
        </p:nvSpPr>
        <p:spPr>
          <a:xfrm>
            <a:off x="5124450" y="3903519"/>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3876878" y="1071349"/>
            <a:ext cx="1066598" cy="1066597"/>
          </a:xfrm>
          <a:prstGeom prst="ellipse">
            <a:avLst/>
          </a:prstGeom>
          <a:blipFill>
            <a:blip r:embed="rId3"/>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2875002"/>
            <a:ext cx="3049588" cy="1107996"/>
          </a:xfrm>
        </p:spPr>
        <p:txBody>
          <a:bodyPr anchor="ctr" anchorCtr="0">
            <a:spAutoFit/>
          </a:bodyPr>
          <a:lstStyle>
            <a:lvl1pPr>
              <a:defRPr sz="4000">
                <a:solidFill>
                  <a:schemeClr val="bg1"/>
                </a:solidFill>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defRPr>
                <a:solidFill>
                  <a:schemeClr val="bg1"/>
                </a:solidFill>
              </a:defRPr>
            </a:lvl1pPr>
          </a:lstStyle>
          <a:p>
            <a:endParaRPr lang="en-GB">
              <a:solidFill>
                <a:schemeClr val="bg1"/>
              </a:solidFill>
            </a:endParaRP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cxnSp>
        <p:nvCxnSpPr>
          <p:cNvPr id="9" name="Straight Connector 8">
            <a:extLst>
              <a:ext uri="{FF2B5EF4-FFF2-40B4-BE49-F238E27FC236}">
                <a16:creationId xmlns:a16="http://schemas.microsoft.com/office/drawing/2014/main" id="{21040238-DCC8-4532-9AE6-EB7C834F336E}"/>
              </a:ext>
            </a:extLst>
          </p:cNvPr>
          <p:cNvCxnSpPr/>
          <p:nvPr userDrawn="1"/>
        </p:nvCxnSpPr>
        <p:spPr>
          <a:xfrm>
            <a:off x="3540125" y="1071349"/>
            <a:ext cx="0" cy="513838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Picture Placeholder 4">
            <a:extLst>
              <a:ext uri="{FF2B5EF4-FFF2-40B4-BE49-F238E27FC236}">
                <a16:creationId xmlns:a16="http://schemas.microsoft.com/office/drawing/2014/main" id="{235135AB-5B49-4A2B-A09B-EFF95FECF8DE}"/>
              </a:ext>
            </a:extLst>
          </p:cNvPr>
          <p:cNvSpPr>
            <a:spLocks noGrp="1"/>
          </p:cNvSpPr>
          <p:nvPr>
            <p:ph type="pic" sz="quarter" idx="16" hasCustomPrompt="1"/>
          </p:nvPr>
        </p:nvSpPr>
        <p:spPr>
          <a:xfrm>
            <a:off x="7982152" y="1071349"/>
            <a:ext cx="1066598" cy="1066597"/>
          </a:xfrm>
          <a:prstGeom prst="ellipse">
            <a:avLst/>
          </a:prstGeom>
          <a:blipFill>
            <a:blip r:embed="rId4"/>
            <a:stretch>
              <a:fillRect/>
            </a:stretch>
          </a:blipFill>
        </p:spPr>
        <p:txBody>
          <a:bodyPr/>
          <a:lstStyle>
            <a:lvl1pPr marL="0" indent="0">
              <a:buNone/>
              <a:defRPr/>
            </a:lvl1pPr>
          </a:lstStyle>
          <a:p>
            <a:r>
              <a:rPr lang="en-US"/>
              <a:t> </a:t>
            </a:r>
          </a:p>
        </p:txBody>
      </p:sp>
      <p:sp>
        <p:nvSpPr>
          <p:cNvPr id="39" name="Picture Placeholder 4">
            <a:extLst>
              <a:ext uri="{FF2B5EF4-FFF2-40B4-BE49-F238E27FC236}">
                <a16:creationId xmlns:a16="http://schemas.microsoft.com/office/drawing/2014/main" id="{4FF349B1-3542-4E59-B8B3-3852BB36BFD3}"/>
              </a:ext>
            </a:extLst>
          </p:cNvPr>
          <p:cNvSpPr>
            <a:spLocks noGrp="1"/>
          </p:cNvSpPr>
          <p:nvPr>
            <p:ph type="pic" sz="quarter" idx="17" hasCustomPrompt="1"/>
          </p:nvPr>
        </p:nvSpPr>
        <p:spPr>
          <a:xfrm>
            <a:off x="7982152" y="2400382"/>
            <a:ext cx="1066598" cy="1066597"/>
          </a:xfrm>
          <a:prstGeom prst="ellipse">
            <a:avLst/>
          </a:prstGeom>
          <a:blipFill>
            <a:blip r:embed="rId5"/>
            <a:stretch>
              <a:fillRect/>
            </a:stretch>
          </a:blipFill>
        </p:spPr>
        <p:txBody>
          <a:bodyPr/>
          <a:lstStyle>
            <a:lvl1pPr marL="0" indent="0">
              <a:buNone/>
              <a:defRPr/>
            </a:lvl1pPr>
          </a:lstStyle>
          <a:p>
            <a:r>
              <a:rPr lang="en-US"/>
              <a:t> </a:t>
            </a:r>
          </a:p>
        </p:txBody>
      </p: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3876878" y="3729415"/>
            <a:ext cx="1066598" cy="1066597"/>
          </a:xfrm>
          <a:prstGeom prst="ellipse">
            <a:avLst/>
          </a:prstGeom>
          <a:blipFill>
            <a:blip r:embed="rId6"/>
            <a:stretch>
              <a:fillRect/>
            </a:stretch>
          </a:blipFill>
        </p:spPr>
        <p:txBody>
          <a:bodyPr/>
          <a:lstStyle>
            <a:lvl1pPr marL="0" indent="0">
              <a:buNone/>
              <a:defRPr/>
            </a:lvl1pPr>
          </a:lstStyle>
          <a:p>
            <a:r>
              <a:rPr lang="en-US"/>
              <a:t> </a:t>
            </a:r>
          </a:p>
        </p:txBody>
      </p:sp>
      <p:sp>
        <p:nvSpPr>
          <p:cNvPr id="41" name="Picture Placeholder 4">
            <a:extLst>
              <a:ext uri="{FF2B5EF4-FFF2-40B4-BE49-F238E27FC236}">
                <a16:creationId xmlns:a16="http://schemas.microsoft.com/office/drawing/2014/main" id="{B9366CB7-32DA-4E9E-99FC-DE95447593E4}"/>
              </a:ext>
            </a:extLst>
          </p:cNvPr>
          <p:cNvSpPr>
            <a:spLocks noGrp="1"/>
          </p:cNvSpPr>
          <p:nvPr>
            <p:ph type="pic" sz="quarter" idx="19" hasCustomPrompt="1"/>
          </p:nvPr>
        </p:nvSpPr>
        <p:spPr>
          <a:xfrm>
            <a:off x="7982152" y="5058448"/>
            <a:ext cx="1066598" cy="1066597"/>
          </a:xfrm>
          <a:prstGeom prst="ellipse">
            <a:avLst/>
          </a:prstGeom>
          <a:blipFill>
            <a:blip r:embed="rId7"/>
            <a:stretch>
              <a:fillRect/>
            </a:stretch>
          </a:blipFill>
        </p:spPr>
        <p:txBody>
          <a:bodyPr/>
          <a:lstStyle>
            <a:lvl1pPr marL="0" indent="0">
              <a:buNone/>
              <a:defRPr/>
            </a:lvl1pPr>
          </a:lstStyle>
          <a:p>
            <a:r>
              <a:rPr lang="en-US"/>
              <a:t> </a:t>
            </a:r>
          </a:p>
        </p:txBody>
      </p:sp>
      <p:sp>
        <p:nvSpPr>
          <p:cNvPr id="42" name="Picture Placeholder 4">
            <a:extLst>
              <a:ext uri="{FF2B5EF4-FFF2-40B4-BE49-F238E27FC236}">
                <a16:creationId xmlns:a16="http://schemas.microsoft.com/office/drawing/2014/main" id="{72F775E8-A22B-4C7B-A7AF-7A6E5B4B25A6}"/>
              </a:ext>
            </a:extLst>
          </p:cNvPr>
          <p:cNvSpPr>
            <a:spLocks noGrp="1"/>
          </p:cNvSpPr>
          <p:nvPr>
            <p:ph type="pic" sz="quarter" idx="20" hasCustomPrompt="1"/>
          </p:nvPr>
        </p:nvSpPr>
        <p:spPr>
          <a:xfrm>
            <a:off x="7982152" y="3729415"/>
            <a:ext cx="1066598" cy="1066597"/>
          </a:xfrm>
          <a:prstGeom prst="ellipse">
            <a:avLst/>
          </a:prstGeom>
          <a:blipFill>
            <a:blip r:embed="rId8"/>
            <a:stretch>
              <a:fillRect/>
            </a:stretch>
          </a:blipFill>
        </p:spPr>
        <p:txBody>
          <a:bodyPr/>
          <a:lstStyle>
            <a:lvl1pPr marL="0" indent="0">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3876878" y="2400382"/>
            <a:ext cx="1066598" cy="1066597"/>
          </a:xfrm>
          <a:prstGeom prst="ellipse">
            <a:avLst/>
          </a:prstGeom>
          <a:blipFill>
            <a:blip r:embed="rId9"/>
            <a:stretch>
              <a:fillRect/>
            </a:stretch>
          </a:blipFill>
        </p:spPr>
        <p:txBody>
          <a:bodyPr/>
          <a:lstStyle>
            <a:lvl1pPr marL="0" indent="0">
              <a:buNone/>
              <a:defRPr/>
            </a:lvl1pPr>
          </a:lstStyle>
          <a:p>
            <a:r>
              <a:rPr lang="en-US"/>
              <a:t> </a:t>
            </a:r>
          </a:p>
        </p:txBody>
      </p:sp>
      <p:sp>
        <p:nvSpPr>
          <p:cNvPr id="44" name="Picture Placeholder 4">
            <a:extLst>
              <a:ext uri="{FF2B5EF4-FFF2-40B4-BE49-F238E27FC236}">
                <a16:creationId xmlns:a16="http://schemas.microsoft.com/office/drawing/2014/main" id="{10BDC96E-E4BB-46C7-8B26-69C0CC4A1DAC}"/>
              </a:ext>
            </a:extLst>
          </p:cNvPr>
          <p:cNvSpPr>
            <a:spLocks noGrp="1"/>
          </p:cNvSpPr>
          <p:nvPr>
            <p:ph type="pic" sz="quarter" idx="22" hasCustomPrompt="1"/>
          </p:nvPr>
        </p:nvSpPr>
        <p:spPr>
          <a:xfrm>
            <a:off x="3876878" y="5058448"/>
            <a:ext cx="1066598" cy="1066597"/>
          </a:xfrm>
          <a:prstGeom prst="ellipse">
            <a:avLst/>
          </a:prstGeom>
          <a:blipFill>
            <a:blip r:embed="rId10"/>
            <a:stretch>
              <a:fillRect/>
            </a:stretch>
          </a:blipFill>
        </p:spPr>
        <p:txBody>
          <a:bodyPr/>
          <a:lstStyle>
            <a:lvl1pPr marL="0" indent="0">
              <a:buNone/>
              <a:defRPr/>
            </a:lvl1pPr>
          </a:lstStyle>
          <a:p>
            <a:r>
              <a:rPr lang="en-US"/>
              <a:t> </a:t>
            </a:r>
          </a:p>
        </p:txBody>
      </p:sp>
      <p:sp>
        <p:nvSpPr>
          <p:cNvPr id="59" name="Text Placeholder 57">
            <a:extLst>
              <a:ext uri="{FF2B5EF4-FFF2-40B4-BE49-F238E27FC236}">
                <a16:creationId xmlns:a16="http://schemas.microsoft.com/office/drawing/2014/main" id="{7C4BEF10-7F26-49CE-9D86-B24AFAE8B982}"/>
              </a:ext>
            </a:extLst>
          </p:cNvPr>
          <p:cNvSpPr>
            <a:spLocks noGrp="1"/>
          </p:cNvSpPr>
          <p:nvPr>
            <p:ph type="body" sz="quarter" idx="24" hasCustomPrompt="1"/>
          </p:nvPr>
        </p:nvSpPr>
        <p:spPr>
          <a:xfrm>
            <a:off x="5124450" y="4258687"/>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5124450" y="1245667"/>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5124450" y="1600835"/>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5124450" y="2574486"/>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5124450" y="2929654"/>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9228138" y="1245667"/>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9228138" y="1600835"/>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6" name="Text Placeholder 57">
            <a:extLst>
              <a:ext uri="{FF2B5EF4-FFF2-40B4-BE49-F238E27FC236}">
                <a16:creationId xmlns:a16="http://schemas.microsoft.com/office/drawing/2014/main" id="{93F601CD-C12B-4912-A9BA-1EECAE448CE5}"/>
              </a:ext>
            </a:extLst>
          </p:cNvPr>
          <p:cNvSpPr>
            <a:spLocks noGrp="1"/>
          </p:cNvSpPr>
          <p:nvPr>
            <p:ph type="body" sz="quarter" idx="31" hasCustomPrompt="1"/>
          </p:nvPr>
        </p:nvSpPr>
        <p:spPr>
          <a:xfrm>
            <a:off x="5124450" y="5232552"/>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7" name="Text Placeholder 57">
            <a:extLst>
              <a:ext uri="{FF2B5EF4-FFF2-40B4-BE49-F238E27FC236}">
                <a16:creationId xmlns:a16="http://schemas.microsoft.com/office/drawing/2014/main" id="{20C48A33-763A-47D3-A206-1BBD3A417DD0}"/>
              </a:ext>
            </a:extLst>
          </p:cNvPr>
          <p:cNvSpPr>
            <a:spLocks noGrp="1"/>
          </p:cNvSpPr>
          <p:nvPr>
            <p:ph type="body" sz="quarter" idx="32" hasCustomPrompt="1"/>
          </p:nvPr>
        </p:nvSpPr>
        <p:spPr>
          <a:xfrm>
            <a:off x="5124450" y="5587720"/>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8" name="Text Placeholder 57">
            <a:extLst>
              <a:ext uri="{FF2B5EF4-FFF2-40B4-BE49-F238E27FC236}">
                <a16:creationId xmlns:a16="http://schemas.microsoft.com/office/drawing/2014/main" id="{D875C94D-753C-4332-A792-6237EEC1F049}"/>
              </a:ext>
            </a:extLst>
          </p:cNvPr>
          <p:cNvSpPr>
            <a:spLocks noGrp="1"/>
          </p:cNvSpPr>
          <p:nvPr>
            <p:ph type="body" sz="quarter" idx="33" hasCustomPrompt="1"/>
          </p:nvPr>
        </p:nvSpPr>
        <p:spPr>
          <a:xfrm>
            <a:off x="9228138" y="2574486"/>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9" name="Text Placeholder 57">
            <a:extLst>
              <a:ext uri="{FF2B5EF4-FFF2-40B4-BE49-F238E27FC236}">
                <a16:creationId xmlns:a16="http://schemas.microsoft.com/office/drawing/2014/main" id="{B06D4D8C-8568-423B-AABB-FB8BD683AC2A}"/>
              </a:ext>
            </a:extLst>
          </p:cNvPr>
          <p:cNvSpPr>
            <a:spLocks noGrp="1"/>
          </p:cNvSpPr>
          <p:nvPr>
            <p:ph type="body" sz="quarter" idx="34" hasCustomPrompt="1"/>
          </p:nvPr>
        </p:nvSpPr>
        <p:spPr>
          <a:xfrm>
            <a:off x="9228138" y="2929654"/>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0" name="Text Placeholder 57">
            <a:extLst>
              <a:ext uri="{FF2B5EF4-FFF2-40B4-BE49-F238E27FC236}">
                <a16:creationId xmlns:a16="http://schemas.microsoft.com/office/drawing/2014/main" id="{7D2B1B3D-7A06-472C-AAC7-C6D547DD8009}"/>
              </a:ext>
            </a:extLst>
          </p:cNvPr>
          <p:cNvSpPr>
            <a:spLocks noGrp="1"/>
          </p:cNvSpPr>
          <p:nvPr>
            <p:ph type="body" sz="quarter" idx="35" hasCustomPrompt="1"/>
          </p:nvPr>
        </p:nvSpPr>
        <p:spPr>
          <a:xfrm>
            <a:off x="9228138" y="3903519"/>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1" name="Text Placeholder 57">
            <a:extLst>
              <a:ext uri="{FF2B5EF4-FFF2-40B4-BE49-F238E27FC236}">
                <a16:creationId xmlns:a16="http://schemas.microsoft.com/office/drawing/2014/main" id="{AD040565-F4BF-45F9-8EB6-02C700DE6436}"/>
              </a:ext>
            </a:extLst>
          </p:cNvPr>
          <p:cNvSpPr>
            <a:spLocks noGrp="1"/>
          </p:cNvSpPr>
          <p:nvPr>
            <p:ph type="body" sz="quarter" idx="36" hasCustomPrompt="1"/>
          </p:nvPr>
        </p:nvSpPr>
        <p:spPr>
          <a:xfrm>
            <a:off x="9228138" y="4258687"/>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72" name="Text Placeholder 57">
            <a:extLst>
              <a:ext uri="{FF2B5EF4-FFF2-40B4-BE49-F238E27FC236}">
                <a16:creationId xmlns:a16="http://schemas.microsoft.com/office/drawing/2014/main" id="{DB9F8BAF-B545-4D72-ADD4-886DC007051C}"/>
              </a:ext>
            </a:extLst>
          </p:cNvPr>
          <p:cNvSpPr>
            <a:spLocks noGrp="1"/>
          </p:cNvSpPr>
          <p:nvPr>
            <p:ph type="body" sz="quarter" idx="37" hasCustomPrompt="1"/>
          </p:nvPr>
        </p:nvSpPr>
        <p:spPr>
          <a:xfrm>
            <a:off x="9228138" y="5232552"/>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73" name="Text Placeholder 57">
            <a:extLst>
              <a:ext uri="{FF2B5EF4-FFF2-40B4-BE49-F238E27FC236}">
                <a16:creationId xmlns:a16="http://schemas.microsoft.com/office/drawing/2014/main" id="{B0791138-7275-41D5-B115-CD52C7354E2D}"/>
              </a:ext>
            </a:extLst>
          </p:cNvPr>
          <p:cNvSpPr>
            <a:spLocks noGrp="1"/>
          </p:cNvSpPr>
          <p:nvPr>
            <p:ph type="body" sz="quarter" idx="38" hasCustomPrompt="1"/>
          </p:nvPr>
        </p:nvSpPr>
        <p:spPr>
          <a:xfrm>
            <a:off x="9228138" y="5587720"/>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31" name="Text Placeholder 96">
            <a:extLst>
              <a:ext uri="{FF2B5EF4-FFF2-40B4-BE49-F238E27FC236}">
                <a16:creationId xmlns:a16="http://schemas.microsoft.com/office/drawing/2014/main" id="{B480DF74-92FB-4ECD-B23E-4C539F84744E}"/>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solidFill>
                  <a:schemeClr val="bg1"/>
                </a:solidFill>
              </a:defRPr>
            </a:lvl1pPr>
          </a:lstStyle>
          <a:p>
            <a:pPr lvl="0"/>
            <a:r>
              <a:rPr lang="en-US"/>
              <a:t>Footnotes</a:t>
            </a:r>
          </a:p>
        </p:txBody>
      </p:sp>
    </p:spTree>
    <p:custDataLst>
      <p:tags r:id="rId1"/>
    </p:custDataLst>
    <p:extLst>
      <p:ext uri="{BB962C8B-B14F-4D97-AF65-F5344CB8AC3E}">
        <p14:creationId xmlns:p14="http://schemas.microsoft.com/office/powerpoint/2010/main" val="1019413991"/>
      </p:ext>
    </p:extLst>
  </p:cSld>
  <p:clrMapOvr>
    <a:masterClrMapping/>
  </p:clrMapOvr>
  <p:extLst>
    <p:ext uri="{DCECCB84-F9BA-43D5-87BE-67443E8EF086}">
      <p15:sldGuideLst xmlns:p15="http://schemas.microsoft.com/office/powerpoint/2012/main">
        <p15:guide id="1" pos="2230">
          <p15:clr>
            <a:srgbClr val="C35EA4"/>
          </p15:clr>
        </p15:guide>
        <p15:guide id="3" pos="4838">
          <p15:clr>
            <a:srgbClr val="A4A3A4"/>
          </p15:clr>
        </p15:guide>
        <p15:guide id="4" pos="5700">
          <p15:clr>
            <a:srgbClr val="A4A3A4"/>
          </p15:clr>
        </p15:guide>
        <p15:guide id="5" pos="3114">
          <p15:clr>
            <a:srgbClr val="A4A3A4"/>
          </p15:clr>
        </p15:guide>
        <p15:guide id="7" pos="3228">
          <p15:clr>
            <a:srgbClr val="A4A3A4"/>
          </p15:clr>
        </p15:guide>
        <p15:guide id="10" pos="5813">
          <p15:clr>
            <a:srgbClr val="A4A3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 Speakers (Dark)">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1112D1D8-F166-4F88-B507-30219E1A1C60}"/>
              </a:ext>
            </a:extLst>
          </p:cNvPr>
          <p:cNvSpPr>
            <a:spLocks noGrp="1"/>
          </p:cNvSpPr>
          <p:nvPr>
            <p:ph type="pic" sz="quarter" idx="15" hasCustomPrompt="1"/>
          </p:nvPr>
        </p:nvSpPr>
        <p:spPr>
          <a:xfrm>
            <a:off x="4500663" y="2188096"/>
            <a:ext cx="1066598" cy="1066597"/>
          </a:xfrm>
          <a:prstGeom prst="ellipse">
            <a:avLst/>
          </a:prstGeom>
          <a:blipFill>
            <a:blip r:embed="rId3"/>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2D9635B2-3D27-4FA3-B863-05E4C9624AB6}"/>
              </a:ext>
            </a:extLst>
          </p:cNvPr>
          <p:cNvSpPr>
            <a:spLocks noGrp="1"/>
          </p:cNvSpPr>
          <p:nvPr>
            <p:ph type="title" hasCustomPrompt="1"/>
          </p:nvPr>
        </p:nvSpPr>
        <p:spPr>
          <a:xfrm>
            <a:off x="407988" y="2875002"/>
            <a:ext cx="3049588" cy="1107996"/>
          </a:xfrm>
        </p:spPr>
        <p:txBody>
          <a:bodyPr anchor="ctr" anchorCtr="0">
            <a:spAutoFit/>
          </a:bodyPr>
          <a:lstStyle>
            <a:lvl1pPr>
              <a:defRPr sz="4000">
                <a:solidFill>
                  <a:schemeClr val="bg1"/>
                </a:solidFill>
              </a:defRPr>
            </a:lvl1pPr>
          </a:lstStyle>
          <a:p>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lvl1pPr>
              <a:defRPr>
                <a:solidFill>
                  <a:schemeClr val="bg1"/>
                </a:solidFill>
              </a:defRPr>
            </a:lvl1pPr>
          </a:lstStyle>
          <a:p>
            <a:endParaRPr lang="en-GB">
              <a:solidFill>
                <a:schemeClr val="bg1"/>
              </a:solidFill>
            </a:endParaRPr>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cxnSp>
        <p:nvCxnSpPr>
          <p:cNvPr id="9" name="Straight Connector 8">
            <a:extLst>
              <a:ext uri="{FF2B5EF4-FFF2-40B4-BE49-F238E27FC236}">
                <a16:creationId xmlns:a16="http://schemas.microsoft.com/office/drawing/2014/main" id="{21040238-DCC8-4532-9AE6-EB7C834F336E}"/>
              </a:ext>
            </a:extLst>
          </p:cNvPr>
          <p:cNvCxnSpPr/>
          <p:nvPr userDrawn="1"/>
        </p:nvCxnSpPr>
        <p:spPr>
          <a:xfrm>
            <a:off x="3540125" y="1071349"/>
            <a:ext cx="0" cy="513838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Picture Placeholder 4">
            <a:extLst>
              <a:ext uri="{FF2B5EF4-FFF2-40B4-BE49-F238E27FC236}">
                <a16:creationId xmlns:a16="http://schemas.microsoft.com/office/drawing/2014/main" id="{1B1FC8CD-D4CE-4E11-90DE-BDAEAE7935BA}"/>
              </a:ext>
            </a:extLst>
          </p:cNvPr>
          <p:cNvSpPr>
            <a:spLocks noGrp="1"/>
          </p:cNvSpPr>
          <p:nvPr>
            <p:ph type="pic" sz="quarter" idx="18" hasCustomPrompt="1"/>
          </p:nvPr>
        </p:nvSpPr>
        <p:spPr>
          <a:xfrm>
            <a:off x="9972775" y="2144743"/>
            <a:ext cx="1066598" cy="1066597"/>
          </a:xfrm>
          <a:prstGeom prst="ellipse">
            <a:avLst/>
          </a:prstGeom>
          <a:blipFill>
            <a:blip r:embed="rId4"/>
            <a:stretch>
              <a:fillRect/>
            </a:stretch>
          </a:blipFill>
        </p:spPr>
        <p:txBody>
          <a:bodyPr/>
          <a:lstStyle>
            <a:lvl1pPr marL="0" indent="0">
              <a:buNone/>
              <a:defRPr/>
            </a:lvl1pPr>
          </a:lstStyle>
          <a:p>
            <a:r>
              <a:rPr lang="en-US"/>
              <a:t> </a:t>
            </a:r>
          </a:p>
        </p:txBody>
      </p:sp>
      <p:sp>
        <p:nvSpPr>
          <p:cNvPr id="43" name="Picture Placeholder 4">
            <a:extLst>
              <a:ext uri="{FF2B5EF4-FFF2-40B4-BE49-F238E27FC236}">
                <a16:creationId xmlns:a16="http://schemas.microsoft.com/office/drawing/2014/main" id="{98BEEA61-F657-4A84-A5AD-517F0892DC25}"/>
              </a:ext>
            </a:extLst>
          </p:cNvPr>
          <p:cNvSpPr>
            <a:spLocks noGrp="1"/>
          </p:cNvSpPr>
          <p:nvPr>
            <p:ph type="pic" sz="quarter" idx="21" hasCustomPrompt="1"/>
          </p:nvPr>
        </p:nvSpPr>
        <p:spPr>
          <a:xfrm>
            <a:off x="7235926" y="2188096"/>
            <a:ext cx="1066598" cy="1066597"/>
          </a:xfrm>
          <a:prstGeom prst="ellipse">
            <a:avLst/>
          </a:prstGeom>
          <a:blipFill>
            <a:blip r:embed="rId5"/>
            <a:stretch>
              <a:fillRect/>
            </a:stretch>
          </a:blipFill>
        </p:spPr>
        <p:txBody>
          <a:bodyPr/>
          <a:lstStyle>
            <a:lvl1pPr marL="0" indent="0">
              <a:buNone/>
              <a:defRPr/>
            </a:lvl1pPr>
          </a:lstStyle>
          <a:p>
            <a:r>
              <a:rPr lang="en-US"/>
              <a:t> </a:t>
            </a:r>
          </a:p>
        </p:txBody>
      </p:sp>
      <p:sp>
        <p:nvSpPr>
          <p:cNvPr id="60" name="Text Placeholder 57">
            <a:extLst>
              <a:ext uri="{FF2B5EF4-FFF2-40B4-BE49-F238E27FC236}">
                <a16:creationId xmlns:a16="http://schemas.microsoft.com/office/drawing/2014/main" id="{A0245B7A-36B7-48DD-8BF2-091A694BA5DC}"/>
              </a:ext>
            </a:extLst>
          </p:cNvPr>
          <p:cNvSpPr>
            <a:spLocks noGrp="1"/>
          </p:cNvSpPr>
          <p:nvPr>
            <p:ph type="body" sz="quarter" idx="25" hasCustomPrompt="1"/>
          </p:nvPr>
        </p:nvSpPr>
        <p:spPr>
          <a:xfrm>
            <a:off x="9228138" y="3569224"/>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1" name="Text Placeholder 57">
            <a:extLst>
              <a:ext uri="{FF2B5EF4-FFF2-40B4-BE49-F238E27FC236}">
                <a16:creationId xmlns:a16="http://schemas.microsoft.com/office/drawing/2014/main" id="{B12401EB-21B8-49A0-87B6-9030A3923DC9}"/>
              </a:ext>
            </a:extLst>
          </p:cNvPr>
          <p:cNvSpPr>
            <a:spLocks noGrp="1"/>
          </p:cNvSpPr>
          <p:nvPr>
            <p:ph type="body" sz="quarter" idx="26" hasCustomPrompt="1"/>
          </p:nvPr>
        </p:nvSpPr>
        <p:spPr>
          <a:xfrm>
            <a:off x="9228138" y="3924392"/>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2" name="Text Placeholder 57">
            <a:extLst>
              <a:ext uri="{FF2B5EF4-FFF2-40B4-BE49-F238E27FC236}">
                <a16:creationId xmlns:a16="http://schemas.microsoft.com/office/drawing/2014/main" id="{B1E36713-F111-4648-B34F-AAFF8DEC1670}"/>
              </a:ext>
            </a:extLst>
          </p:cNvPr>
          <p:cNvSpPr>
            <a:spLocks noGrp="1"/>
          </p:cNvSpPr>
          <p:nvPr>
            <p:ph type="body" sz="quarter" idx="27" hasCustomPrompt="1"/>
          </p:nvPr>
        </p:nvSpPr>
        <p:spPr>
          <a:xfrm>
            <a:off x="3756026" y="3569224"/>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3" name="Text Placeholder 57">
            <a:extLst>
              <a:ext uri="{FF2B5EF4-FFF2-40B4-BE49-F238E27FC236}">
                <a16:creationId xmlns:a16="http://schemas.microsoft.com/office/drawing/2014/main" id="{C7941355-3F61-4691-8CBE-A8EE5B41B831}"/>
              </a:ext>
            </a:extLst>
          </p:cNvPr>
          <p:cNvSpPr>
            <a:spLocks noGrp="1"/>
          </p:cNvSpPr>
          <p:nvPr>
            <p:ph type="body" sz="quarter" idx="28" hasCustomPrompt="1"/>
          </p:nvPr>
        </p:nvSpPr>
        <p:spPr>
          <a:xfrm>
            <a:off x="3756026" y="3924392"/>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64" name="Text Placeholder 57">
            <a:extLst>
              <a:ext uri="{FF2B5EF4-FFF2-40B4-BE49-F238E27FC236}">
                <a16:creationId xmlns:a16="http://schemas.microsoft.com/office/drawing/2014/main" id="{D4C3AF58-54F1-4682-B4D9-555CBA584B33}"/>
              </a:ext>
            </a:extLst>
          </p:cNvPr>
          <p:cNvSpPr>
            <a:spLocks noGrp="1"/>
          </p:cNvSpPr>
          <p:nvPr>
            <p:ph type="body" sz="quarter" idx="29" hasCustomPrompt="1"/>
          </p:nvPr>
        </p:nvSpPr>
        <p:spPr>
          <a:xfrm>
            <a:off x="6492875" y="3569224"/>
            <a:ext cx="2555875" cy="331817"/>
          </a:xfrm>
        </p:spPr>
        <p:txBody>
          <a:bodyPr bIns="36000" anchor="b" anchorCtr="0">
            <a:spAutoFit/>
          </a:bodyPr>
          <a:lstStyle>
            <a:lvl1pPr marL="0" indent="0">
              <a:buNone/>
              <a:defRPr sz="1800" b="1">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name</a:t>
            </a:r>
          </a:p>
        </p:txBody>
      </p:sp>
      <p:sp>
        <p:nvSpPr>
          <p:cNvPr id="65" name="Text Placeholder 57">
            <a:extLst>
              <a:ext uri="{FF2B5EF4-FFF2-40B4-BE49-F238E27FC236}">
                <a16:creationId xmlns:a16="http://schemas.microsoft.com/office/drawing/2014/main" id="{A102C3EE-ADA7-4748-833E-59DB5769D8D2}"/>
              </a:ext>
            </a:extLst>
          </p:cNvPr>
          <p:cNvSpPr>
            <a:spLocks noGrp="1"/>
          </p:cNvSpPr>
          <p:nvPr>
            <p:ph type="body" sz="quarter" idx="30" hasCustomPrompt="1"/>
          </p:nvPr>
        </p:nvSpPr>
        <p:spPr>
          <a:xfrm>
            <a:off x="6492875" y="3924392"/>
            <a:ext cx="2555875" cy="285651"/>
          </a:xfrm>
        </p:spPr>
        <p:txBody>
          <a:bodyPr tIns="36000" bIns="0" anchor="t" anchorCtr="0">
            <a:spAutoFit/>
          </a:bodyPr>
          <a:lstStyle>
            <a:lvl1pPr marL="0" indent="0">
              <a:buNone/>
              <a:defRPr sz="1800" b="0">
                <a:solidFill>
                  <a:schemeClr val="bg1"/>
                </a:solidFill>
              </a:defRPr>
            </a:lvl1pPr>
            <a:lvl2pPr>
              <a:defRPr b="1">
                <a:solidFill>
                  <a:schemeClr val="accent1"/>
                </a:solidFill>
              </a:defRPr>
            </a:lvl2pPr>
            <a:lvl3pPr>
              <a:defRPr b="1">
                <a:solidFill>
                  <a:schemeClr val="accent1"/>
                </a:solidFill>
              </a:defRPr>
            </a:lvl3pPr>
            <a:lvl4pPr>
              <a:defRPr b="1">
                <a:solidFill>
                  <a:schemeClr val="accent1"/>
                </a:solidFill>
              </a:defRPr>
            </a:lvl4pPr>
            <a:lvl5pPr>
              <a:defRPr b="1">
                <a:solidFill>
                  <a:schemeClr val="accent1"/>
                </a:solidFill>
              </a:defRPr>
            </a:lvl5pPr>
          </a:lstStyle>
          <a:p>
            <a:pPr lvl="0"/>
            <a:r>
              <a:rPr lang="en-US"/>
              <a:t>Click to add job title</a:t>
            </a:r>
          </a:p>
        </p:txBody>
      </p:sp>
      <p:sp>
        <p:nvSpPr>
          <p:cNvPr id="16" name="Text Placeholder 96">
            <a:extLst>
              <a:ext uri="{FF2B5EF4-FFF2-40B4-BE49-F238E27FC236}">
                <a16:creationId xmlns:a16="http://schemas.microsoft.com/office/drawing/2014/main" id="{12BF79A8-D986-47A9-9552-53F98E10767E}"/>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solidFill>
                  <a:schemeClr val="bg1"/>
                </a:solidFill>
              </a:defRPr>
            </a:lvl1pPr>
          </a:lstStyle>
          <a:p>
            <a:pPr lvl="0"/>
            <a:r>
              <a:rPr lang="en-US"/>
              <a:t>Footnotes</a:t>
            </a:r>
          </a:p>
        </p:txBody>
      </p:sp>
    </p:spTree>
    <p:custDataLst>
      <p:tags r:id="rId1"/>
    </p:custDataLst>
    <p:extLst>
      <p:ext uri="{BB962C8B-B14F-4D97-AF65-F5344CB8AC3E}">
        <p14:creationId xmlns:p14="http://schemas.microsoft.com/office/powerpoint/2010/main" val="834424837"/>
      </p:ext>
    </p:extLst>
  </p:cSld>
  <p:clrMapOvr>
    <a:masterClrMapping/>
  </p:clrMapOvr>
  <p:extLst>
    <p:ext uri="{DCECCB84-F9BA-43D5-87BE-67443E8EF086}">
      <p15:sldGuideLst xmlns:p15="http://schemas.microsoft.com/office/powerpoint/2012/main">
        <p15:guide id="1" pos="2230">
          <p15:clr>
            <a:srgbClr val="C35EA4"/>
          </p15:clr>
        </p15:guide>
        <p15:guide id="3" pos="4089" userDrawn="1">
          <p15:clr>
            <a:srgbClr val="A4A3A4"/>
          </p15:clr>
        </p15:guide>
        <p15:guide id="4" pos="5700">
          <p15:clr>
            <a:srgbClr val="A4A3A4"/>
          </p15:clr>
        </p15:guide>
        <p15:guide id="5" pos="2366" userDrawn="1">
          <p15:clr>
            <a:srgbClr val="A4A3A4"/>
          </p15:clr>
        </p15:guide>
        <p15:guide id="7" pos="3976" userDrawn="1">
          <p15:clr>
            <a:srgbClr val="A4A3A4"/>
          </p15:clr>
        </p15:guide>
        <p15:guide id="10" pos="5813">
          <p15:clr>
            <a:srgbClr val="A4A3A4"/>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EDDEBCA3-4A93-4672-9C3B-DA8C5884737B}"/>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26482090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 Logo Holders">
    <p:bg>
      <p:bgPr>
        <a:solidFill>
          <a:schemeClr val="accent1"/>
        </a:solidFill>
        <a:effectLst/>
      </p:bgPr>
    </p:bg>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5E460CF-60CD-4D04-8BD0-34A76029C4BA}"/>
              </a:ext>
            </a:extLst>
          </p:cNvPr>
          <p:cNvSpPr>
            <a:spLocks noGrp="1"/>
          </p:cNvSpPr>
          <p:nvPr>
            <p:ph type="pic" sz="quarter" idx="13" hasCustomPrompt="1"/>
          </p:nvPr>
        </p:nvSpPr>
        <p:spPr>
          <a:xfrm>
            <a:off x="407987" y="2390775"/>
            <a:ext cx="1800225" cy="1800225"/>
          </a:xfrm>
          <a:prstGeom prst="ellipse">
            <a:avLst/>
          </a:prstGeom>
          <a:solidFill>
            <a:schemeClr val="bg1"/>
          </a:solidFill>
        </p:spPr>
        <p:txBody>
          <a:bodyPr/>
          <a:lstStyle>
            <a:lvl1pPr marL="0" indent="0">
              <a:buNone/>
              <a:defRPr>
                <a:solidFill>
                  <a:schemeClr val="tx1"/>
                </a:solidFill>
              </a:defRPr>
            </a:lvl1pPr>
          </a:lstStyle>
          <a:p>
            <a:r>
              <a:rPr lang="en-US"/>
              <a:t> </a:t>
            </a:r>
          </a:p>
        </p:txBody>
      </p:sp>
      <p:sp>
        <p:nvSpPr>
          <p:cNvPr id="2" name="Title 1">
            <a:extLst>
              <a:ext uri="{FF2B5EF4-FFF2-40B4-BE49-F238E27FC236}">
                <a16:creationId xmlns:a16="http://schemas.microsoft.com/office/drawing/2014/main" id="{EA4D40D7-DC13-4D28-9957-EA7D59028BA2}"/>
              </a:ext>
            </a:extLst>
          </p:cNvPr>
          <p:cNvSpPr>
            <a:spLocks noGrp="1"/>
          </p:cNvSpPr>
          <p:nvPr>
            <p:ph type="title" hasCustomPrompt="1"/>
          </p:nvPr>
        </p:nvSpPr>
        <p:spPr/>
        <p:txBody>
          <a:bodyPr/>
          <a:lstStyle>
            <a:lvl1pPr>
              <a:defRPr>
                <a:solidFill>
                  <a:schemeClr val="bg1"/>
                </a:solidFill>
              </a:defRPr>
            </a:lvl1pPr>
          </a:lstStyle>
          <a:p>
            <a:r>
              <a:rPr lang="en-US"/>
              <a:t>Click to enter title here</a:t>
            </a:r>
          </a:p>
        </p:txBody>
      </p:sp>
      <p:sp>
        <p:nvSpPr>
          <p:cNvPr id="3" name="Date Placeholder 2">
            <a:extLst>
              <a:ext uri="{FF2B5EF4-FFF2-40B4-BE49-F238E27FC236}">
                <a16:creationId xmlns:a16="http://schemas.microsoft.com/office/drawing/2014/main" id="{6C4A1AB8-2EE2-468C-A083-D01CE559E67F}"/>
              </a:ext>
            </a:extLst>
          </p:cNvPr>
          <p:cNvSpPr>
            <a:spLocks noGrp="1"/>
          </p:cNvSpPr>
          <p:nvPr>
            <p:ph type="dt" sz="half" idx="10"/>
          </p:nvPr>
        </p:nvSpPr>
        <p:spPr/>
        <p:txBody>
          <a:bodyPr/>
          <a:lstStyle>
            <a:lvl1pPr>
              <a:defRPr>
                <a:solidFill>
                  <a:schemeClr val="bg1"/>
                </a:solidFill>
              </a:defRPr>
            </a:lvl1pPr>
          </a:lstStyle>
          <a:p>
            <a:endParaRPr lang="en-GB"/>
          </a:p>
        </p:txBody>
      </p:sp>
      <p:sp>
        <p:nvSpPr>
          <p:cNvPr id="5" name="Slide Number Placeholder 4">
            <a:extLst>
              <a:ext uri="{FF2B5EF4-FFF2-40B4-BE49-F238E27FC236}">
                <a16:creationId xmlns:a16="http://schemas.microsoft.com/office/drawing/2014/main" id="{BC99263C-FBED-4354-9C78-6D47AE0C620C}"/>
              </a:ext>
            </a:extLst>
          </p:cNvPr>
          <p:cNvSpPr>
            <a:spLocks noGrp="1"/>
          </p:cNvSpPr>
          <p:nvPr>
            <p:ph type="sldNum" sz="quarter" idx="12"/>
          </p:nvPr>
        </p:nvSpPr>
        <p:spPr/>
        <p:txBody>
          <a:bodyPr/>
          <a:lstStyle>
            <a:lvl1pPr>
              <a:defRPr>
                <a:solidFill>
                  <a:schemeClr val="bg1"/>
                </a:solidFill>
              </a:defRPr>
            </a:lvl1pPr>
          </a:lstStyle>
          <a:p>
            <a:fld id="{F8E47D07-9D1E-4FE9-B31A-2F5863681021}" type="slidenum">
              <a:rPr lang="en-GB" smtClean="0"/>
              <a:pPr/>
              <a:t>‹#›</a:t>
            </a:fld>
            <a:endParaRPr lang="en-GB"/>
          </a:p>
        </p:txBody>
      </p:sp>
      <p:sp>
        <p:nvSpPr>
          <p:cNvPr id="13" name="Picture Placeholder 11">
            <a:extLst>
              <a:ext uri="{FF2B5EF4-FFF2-40B4-BE49-F238E27FC236}">
                <a16:creationId xmlns:a16="http://schemas.microsoft.com/office/drawing/2014/main" id="{5C87F9B8-D0F5-497C-AE63-5A450E0E1DA9}"/>
              </a:ext>
            </a:extLst>
          </p:cNvPr>
          <p:cNvSpPr>
            <a:spLocks noGrp="1"/>
          </p:cNvSpPr>
          <p:nvPr>
            <p:ph type="pic" sz="quarter" idx="14" hasCustomPrompt="1"/>
          </p:nvPr>
        </p:nvSpPr>
        <p:spPr>
          <a:xfrm>
            <a:off x="2801937" y="2390775"/>
            <a:ext cx="1800225" cy="1800225"/>
          </a:xfrm>
          <a:prstGeom prst="ellipse">
            <a:avLst/>
          </a:prstGeom>
          <a:solidFill>
            <a:schemeClr val="bg1"/>
          </a:solidFill>
        </p:spPr>
        <p:txBody>
          <a:bodyPr/>
          <a:lstStyle>
            <a:lvl1pPr marL="0" indent="0">
              <a:buNone/>
              <a:defRPr>
                <a:solidFill>
                  <a:schemeClr val="tx1"/>
                </a:solidFill>
              </a:defRPr>
            </a:lvl1pPr>
          </a:lstStyle>
          <a:p>
            <a:r>
              <a:rPr lang="en-US"/>
              <a:t> </a:t>
            </a:r>
          </a:p>
        </p:txBody>
      </p:sp>
      <p:sp>
        <p:nvSpPr>
          <p:cNvPr id="14" name="Picture Placeholder 11">
            <a:extLst>
              <a:ext uri="{FF2B5EF4-FFF2-40B4-BE49-F238E27FC236}">
                <a16:creationId xmlns:a16="http://schemas.microsoft.com/office/drawing/2014/main" id="{CA7090BA-5395-4466-845D-2FFF88988FC5}"/>
              </a:ext>
            </a:extLst>
          </p:cNvPr>
          <p:cNvSpPr>
            <a:spLocks noGrp="1"/>
          </p:cNvSpPr>
          <p:nvPr>
            <p:ph type="pic" sz="quarter" idx="15" hasCustomPrompt="1"/>
          </p:nvPr>
        </p:nvSpPr>
        <p:spPr>
          <a:xfrm>
            <a:off x="5195887" y="2390775"/>
            <a:ext cx="1800225" cy="1800225"/>
          </a:xfrm>
          <a:prstGeom prst="ellipse">
            <a:avLst/>
          </a:prstGeom>
          <a:solidFill>
            <a:schemeClr val="bg1"/>
          </a:solidFill>
        </p:spPr>
        <p:txBody>
          <a:bodyPr/>
          <a:lstStyle>
            <a:lvl1pPr marL="0" indent="0">
              <a:buNone/>
              <a:defRPr>
                <a:solidFill>
                  <a:schemeClr val="tx1"/>
                </a:solidFill>
              </a:defRPr>
            </a:lvl1pPr>
          </a:lstStyle>
          <a:p>
            <a:r>
              <a:rPr lang="en-US"/>
              <a:t> </a:t>
            </a:r>
          </a:p>
        </p:txBody>
      </p:sp>
      <p:sp>
        <p:nvSpPr>
          <p:cNvPr id="15" name="Picture Placeholder 11">
            <a:extLst>
              <a:ext uri="{FF2B5EF4-FFF2-40B4-BE49-F238E27FC236}">
                <a16:creationId xmlns:a16="http://schemas.microsoft.com/office/drawing/2014/main" id="{07BD6C02-2D88-4407-AB5F-1B4EE05F3EB7}"/>
              </a:ext>
            </a:extLst>
          </p:cNvPr>
          <p:cNvSpPr>
            <a:spLocks noGrp="1"/>
          </p:cNvSpPr>
          <p:nvPr>
            <p:ph type="pic" sz="quarter" idx="16" hasCustomPrompt="1"/>
          </p:nvPr>
        </p:nvSpPr>
        <p:spPr>
          <a:xfrm>
            <a:off x="7589837" y="2390775"/>
            <a:ext cx="1800225" cy="1800225"/>
          </a:xfrm>
          <a:prstGeom prst="ellipse">
            <a:avLst/>
          </a:prstGeom>
          <a:solidFill>
            <a:schemeClr val="bg1"/>
          </a:solidFill>
        </p:spPr>
        <p:txBody>
          <a:bodyPr/>
          <a:lstStyle>
            <a:lvl1pPr marL="0" indent="0">
              <a:buNone/>
              <a:defRPr>
                <a:solidFill>
                  <a:schemeClr val="tx1"/>
                </a:solidFill>
              </a:defRPr>
            </a:lvl1pPr>
          </a:lstStyle>
          <a:p>
            <a:r>
              <a:rPr lang="en-US"/>
              <a:t> </a:t>
            </a:r>
          </a:p>
        </p:txBody>
      </p:sp>
      <p:sp>
        <p:nvSpPr>
          <p:cNvPr id="16" name="Picture Placeholder 11">
            <a:extLst>
              <a:ext uri="{FF2B5EF4-FFF2-40B4-BE49-F238E27FC236}">
                <a16:creationId xmlns:a16="http://schemas.microsoft.com/office/drawing/2014/main" id="{266000A8-5305-480E-9CC7-8E85E0C22DB8}"/>
              </a:ext>
            </a:extLst>
          </p:cNvPr>
          <p:cNvSpPr>
            <a:spLocks noGrp="1"/>
          </p:cNvSpPr>
          <p:nvPr>
            <p:ph type="pic" sz="quarter" idx="17" hasCustomPrompt="1"/>
          </p:nvPr>
        </p:nvSpPr>
        <p:spPr>
          <a:xfrm>
            <a:off x="9983787" y="2390775"/>
            <a:ext cx="1800225" cy="1800225"/>
          </a:xfrm>
          <a:prstGeom prst="ellipse">
            <a:avLst/>
          </a:prstGeom>
          <a:solidFill>
            <a:schemeClr val="bg1"/>
          </a:solidFill>
        </p:spPr>
        <p:txBody>
          <a:bodyPr/>
          <a:lstStyle>
            <a:lvl1pPr marL="0" indent="0">
              <a:buNone/>
              <a:defRPr>
                <a:solidFill>
                  <a:schemeClr val="tx1"/>
                </a:solidFill>
              </a:defRPr>
            </a:lvl1pPr>
          </a:lstStyle>
          <a:p>
            <a:r>
              <a:rPr lang="en-US"/>
              <a:t> </a:t>
            </a:r>
          </a:p>
        </p:txBody>
      </p:sp>
      <p:sp>
        <p:nvSpPr>
          <p:cNvPr id="11" name="Text Placeholder 96">
            <a:extLst>
              <a:ext uri="{FF2B5EF4-FFF2-40B4-BE49-F238E27FC236}">
                <a16:creationId xmlns:a16="http://schemas.microsoft.com/office/drawing/2014/main" id="{B5788CA3-B109-4C1E-8BEF-296AE5E5BBD7}"/>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solidFill>
                  <a:schemeClr val="bg1"/>
                </a:solidFill>
              </a:defRPr>
            </a:lvl1pPr>
          </a:lstStyle>
          <a:p>
            <a:pPr lvl="0"/>
            <a:r>
              <a:rPr lang="en-US"/>
              <a:t>Footnotes</a:t>
            </a:r>
          </a:p>
        </p:txBody>
      </p:sp>
    </p:spTree>
    <p:custDataLst>
      <p:tags r:id="rId1"/>
    </p:custDataLst>
    <p:extLst>
      <p:ext uri="{BB962C8B-B14F-4D97-AF65-F5344CB8AC3E}">
        <p14:creationId xmlns:p14="http://schemas.microsoft.com/office/powerpoint/2010/main" val="3046564347"/>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5 Logo Holders">
    <p:bg>
      <p:bgPr>
        <a:solidFill>
          <a:schemeClr val="accent6"/>
        </a:solidFill>
        <a:effectLst/>
      </p:bgPr>
    </p:bg>
    <p:spTree>
      <p:nvGrpSpPr>
        <p:cNvPr id="1" name=""/>
        <p:cNvGrpSpPr/>
        <p:nvPr/>
      </p:nvGrpSpPr>
      <p:grpSpPr>
        <a:xfrm>
          <a:off x="0" y="0"/>
          <a:ext cx="0" cy="0"/>
          <a:chOff x="0" y="0"/>
          <a:chExt cx="0" cy="0"/>
        </a:xfrm>
      </p:grpSpPr>
      <p:sp>
        <p:nvSpPr>
          <p:cNvPr id="22" name="Picture Placeholder 11">
            <a:extLst>
              <a:ext uri="{FF2B5EF4-FFF2-40B4-BE49-F238E27FC236}">
                <a16:creationId xmlns:a16="http://schemas.microsoft.com/office/drawing/2014/main" id="{55383348-573F-407C-AC42-10E5B337AC52}"/>
              </a:ext>
            </a:extLst>
          </p:cNvPr>
          <p:cNvSpPr>
            <a:spLocks noGrp="1"/>
          </p:cNvSpPr>
          <p:nvPr>
            <p:ph type="pic" sz="quarter" idx="22" hasCustomPrompt="1"/>
          </p:nvPr>
        </p:nvSpPr>
        <p:spPr>
          <a:xfrm>
            <a:off x="407987" y="431260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12" name="Picture Placeholder 11">
            <a:extLst>
              <a:ext uri="{FF2B5EF4-FFF2-40B4-BE49-F238E27FC236}">
                <a16:creationId xmlns:a16="http://schemas.microsoft.com/office/drawing/2014/main" id="{75E460CF-60CD-4D04-8BD0-34A76029C4BA}"/>
              </a:ext>
            </a:extLst>
          </p:cNvPr>
          <p:cNvSpPr>
            <a:spLocks noGrp="1"/>
          </p:cNvSpPr>
          <p:nvPr>
            <p:ph type="pic" sz="quarter" idx="13" hasCustomPrompt="1"/>
          </p:nvPr>
        </p:nvSpPr>
        <p:spPr>
          <a:xfrm>
            <a:off x="407987" y="179165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2" name="Title 1">
            <a:extLst>
              <a:ext uri="{FF2B5EF4-FFF2-40B4-BE49-F238E27FC236}">
                <a16:creationId xmlns:a16="http://schemas.microsoft.com/office/drawing/2014/main" id="{EA4D40D7-DC13-4D28-9957-EA7D59028BA2}"/>
              </a:ext>
            </a:extLst>
          </p:cNvPr>
          <p:cNvSpPr>
            <a:spLocks noGrp="1"/>
          </p:cNvSpPr>
          <p:nvPr>
            <p:ph type="title" hasCustomPrompt="1"/>
          </p:nvPr>
        </p:nvSpPr>
        <p:spPr/>
        <p:txBody>
          <a:bodyPr/>
          <a:lstStyle>
            <a:lvl1pPr>
              <a:defRPr>
                <a:solidFill>
                  <a:schemeClr val="tx1"/>
                </a:solidFill>
              </a:defRPr>
            </a:lvl1pPr>
          </a:lstStyle>
          <a:p>
            <a:r>
              <a:rPr lang="en-US"/>
              <a:t>Click to enter title here</a:t>
            </a:r>
          </a:p>
        </p:txBody>
      </p:sp>
      <p:sp>
        <p:nvSpPr>
          <p:cNvPr id="3" name="Date Placeholder 2">
            <a:extLst>
              <a:ext uri="{FF2B5EF4-FFF2-40B4-BE49-F238E27FC236}">
                <a16:creationId xmlns:a16="http://schemas.microsoft.com/office/drawing/2014/main" id="{6C4A1AB8-2EE2-468C-A083-D01CE559E67F}"/>
              </a:ext>
            </a:extLst>
          </p:cNvPr>
          <p:cNvSpPr>
            <a:spLocks noGrp="1"/>
          </p:cNvSpPr>
          <p:nvPr>
            <p:ph type="dt" sz="half" idx="10"/>
          </p:nvPr>
        </p:nvSpPr>
        <p:spPr/>
        <p:txBody>
          <a:bodyPr/>
          <a:lstStyle>
            <a:lvl1pPr>
              <a:defRPr>
                <a:solidFill>
                  <a:schemeClr val="tx1"/>
                </a:solidFill>
              </a:defRPr>
            </a:lvl1pPr>
          </a:lstStyle>
          <a:p>
            <a:endParaRPr lang="en-GB"/>
          </a:p>
        </p:txBody>
      </p:sp>
      <p:sp>
        <p:nvSpPr>
          <p:cNvPr id="5" name="Slide Number Placeholder 4">
            <a:extLst>
              <a:ext uri="{FF2B5EF4-FFF2-40B4-BE49-F238E27FC236}">
                <a16:creationId xmlns:a16="http://schemas.microsoft.com/office/drawing/2014/main" id="{BC99263C-FBED-4354-9C78-6D47AE0C620C}"/>
              </a:ext>
            </a:extLst>
          </p:cNvPr>
          <p:cNvSpPr>
            <a:spLocks noGrp="1"/>
          </p:cNvSpPr>
          <p:nvPr>
            <p:ph type="sldNum" sz="quarter" idx="12"/>
          </p:nvPr>
        </p:nvSpPr>
        <p:spPr/>
        <p:txBody>
          <a:bodyPr/>
          <a:lstStyle>
            <a:lvl1pPr>
              <a:defRPr>
                <a:solidFill>
                  <a:schemeClr val="tx1"/>
                </a:solidFill>
              </a:defRPr>
            </a:lvl1pPr>
          </a:lstStyle>
          <a:p>
            <a:fld id="{F8E47D07-9D1E-4FE9-B31A-2F5863681021}" type="slidenum">
              <a:rPr lang="en-GB" smtClean="0"/>
              <a:pPr/>
              <a:t>‹#›</a:t>
            </a:fld>
            <a:endParaRPr lang="en-GB"/>
          </a:p>
        </p:txBody>
      </p:sp>
      <p:sp>
        <p:nvSpPr>
          <p:cNvPr id="13" name="Picture Placeholder 11">
            <a:extLst>
              <a:ext uri="{FF2B5EF4-FFF2-40B4-BE49-F238E27FC236}">
                <a16:creationId xmlns:a16="http://schemas.microsoft.com/office/drawing/2014/main" id="{5C87F9B8-D0F5-497C-AE63-5A450E0E1DA9}"/>
              </a:ext>
            </a:extLst>
          </p:cNvPr>
          <p:cNvSpPr>
            <a:spLocks noGrp="1"/>
          </p:cNvSpPr>
          <p:nvPr>
            <p:ph type="pic" sz="quarter" idx="14" hasCustomPrompt="1"/>
          </p:nvPr>
        </p:nvSpPr>
        <p:spPr>
          <a:xfrm>
            <a:off x="2801937" y="179165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14" name="Picture Placeholder 11">
            <a:extLst>
              <a:ext uri="{FF2B5EF4-FFF2-40B4-BE49-F238E27FC236}">
                <a16:creationId xmlns:a16="http://schemas.microsoft.com/office/drawing/2014/main" id="{CA7090BA-5395-4466-845D-2FFF88988FC5}"/>
              </a:ext>
            </a:extLst>
          </p:cNvPr>
          <p:cNvSpPr>
            <a:spLocks noGrp="1"/>
          </p:cNvSpPr>
          <p:nvPr>
            <p:ph type="pic" sz="quarter" idx="15" hasCustomPrompt="1"/>
          </p:nvPr>
        </p:nvSpPr>
        <p:spPr>
          <a:xfrm>
            <a:off x="5195887" y="179165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15" name="Picture Placeholder 11">
            <a:extLst>
              <a:ext uri="{FF2B5EF4-FFF2-40B4-BE49-F238E27FC236}">
                <a16:creationId xmlns:a16="http://schemas.microsoft.com/office/drawing/2014/main" id="{07BD6C02-2D88-4407-AB5F-1B4EE05F3EB7}"/>
              </a:ext>
            </a:extLst>
          </p:cNvPr>
          <p:cNvSpPr>
            <a:spLocks noGrp="1"/>
          </p:cNvSpPr>
          <p:nvPr>
            <p:ph type="pic" sz="quarter" idx="16" hasCustomPrompt="1"/>
          </p:nvPr>
        </p:nvSpPr>
        <p:spPr>
          <a:xfrm>
            <a:off x="7589837" y="179165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16" name="Picture Placeholder 11">
            <a:extLst>
              <a:ext uri="{FF2B5EF4-FFF2-40B4-BE49-F238E27FC236}">
                <a16:creationId xmlns:a16="http://schemas.microsoft.com/office/drawing/2014/main" id="{266000A8-5305-480E-9CC7-8E85E0C22DB8}"/>
              </a:ext>
            </a:extLst>
          </p:cNvPr>
          <p:cNvSpPr>
            <a:spLocks noGrp="1"/>
          </p:cNvSpPr>
          <p:nvPr>
            <p:ph type="pic" sz="quarter" idx="17" hasCustomPrompt="1"/>
          </p:nvPr>
        </p:nvSpPr>
        <p:spPr>
          <a:xfrm>
            <a:off x="9983787" y="179165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10" name="Picture Placeholder 11">
            <a:extLst>
              <a:ext uri="{FF2B5EF4-FFF2-40B4-BE49-F238E27FC236}">
                <a16:creationId xmlns:a16="http://schemas.microsoft.com/office/drawing/2014/main" id="{528F52C5-394F-4E1B-B272-53ADE5734408}"/>
              </a:ext>
            </a:extLst>
          </p:cNvPr>
          <p:cNvSpPr>
            <a:spLocks noGrp="1"/>
          </p:cNvSpPr>
          <p:nvPr>
            <p:ph type="pic" sz="quarter" idx="18" hasCustomPrompt="1"/>
          </p:nvPr>
        </p:nvSpPr>
        <p:spPr>
          <a:xfrm>
            <a:off x="1604962" y="3052127"/>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11" name="Picture Placeholder 11">
            <a:extLst>
              <a:ext uri="{FF2B5EF4-FFF2-40B4-BE49-F238E27FC236}">
                <a16:creationId xmlns:a16="http://schemas.microsoft.com/office/drawing/2014/main" id="{010FBB93-0F37-4614-B044-1F82ABF9CE63}"/>
              </a:ext>
            </a:extLst>
          </p:cNvPr>
          <p:cNvSpPr>
            <a:spLocks noGrp="1"/>
          </p:cNvSpPr>
          <p:nvPr>
            <p:ph type="pic" sz="quarter" idx="19" hasCustomPrompt="1"/>
          </p:nvPr>
        </p:nvSpPr>
        <p:spPr>
          <a:xfrm>
            <a:off x="3998912" y="3052127"/>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17" name="Picture Placeholder 11">
            <a:extLst>
              <a:ext uri="{FF2B5EF4-FFF2-40B4-BE49-F238E27FC236}">
                <a16:creationId xmlns:a16="http://schemas.microsoft.com/office/drawing/2014/main" id="{B422470C-0E1C-419C-8572-16476BEE7FA8}"/>
              </a:ext>
            </a:extLst>
          </p:cNvPr>
          <p:cNvSpPr>
            <a:spLocks noGrp="1"/>
          </p:cNvSpPr>
          <p:nvPr>
            <p:ph type="pic" sz="quarter" idx="20" hasCustomPrompt="1"/>
          </p:nvPr>
        </p:nvSpPr>
        <p:spPr>
          <a:xfrm>
            <a:off x="6392862" y="3052127"/>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18" name="Picture Placeholder 11">
            <a:extLst>
              <a:ext uri="{FF2B5EF4-FFF2-40B4-BE49-F238E27FC236}">
                <a16:creationId xmlns:a16="http://schemas.microsoft.com/office/drawing/2014/main" id="{531AA156-F64E-4378-B7E9-92F3B595809A}"/>
              </a:ext>
            </a:extLst>
          </p:cNvPr>
          <p:cNvSpPr>
            <a:spLocks noGrp="1"/>
          </p:cNvSpPr>
          <p:nvPr>
            <p:ph type="pic" sz="quarter" idx="21" hasCustomPrompt="1"/>
          </p:nvPr>
        </p:nvSpPr>
        <p:spPr>
          <a:xfrm>
            <a:off x="8786812" y="3052127"/>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23" name="Picture Placeholder 11">
            <a:extLst>
              <a:ext uri="{FF2B5EF4-FFF2-40B4-BE49-F238E27FC236}">
                <a16:creationId xmlns:a16="http://schemas.microsoft.com/office/drawing/2014/main" id="{433BEA04-0693-4052-8B02-BF6FC678BA1D}"/>
              </a:ext>
            </a:extLst>
          </p:cNvPr>
          <p:cNvSpPr>
            <a:spLocks noGrp="1"/>
          </p:cNvSpPr>
          <p:nvPr>
            <p:ph type="pic" sz="quarter" idx="23" hasCustomPrompt="1"/>
          </p:nvPr>
        </p:nvSpPr>
        <p:spPr>
          <a:xfrm>
            <a:off x="2801937" y="431260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24" name="Picture Placeholder 11">
            <a:extLst>
              <a:ext uri="{FF2B5EF4-FFF2-40B4-BE49-F238E27FC236}">
                <a16:creationId xmlns:a16="http://schemas.microsoft.com/office/drawing/2014/main" id="{B88C8BE9-D35E-4988-80D5-BB7AD3E6AD9E}"/>
              </a:ext>
            </a:extLst>
          </p:cNvPr>
          <p:cNvSpPr>
            <a:spLocks noGrp="1"/>
          </p:cNvSpPr>
          <p:nvPr>
            <p:ph type="pic" sz="quarter" idx="24" hasCustomPrompt="1"/>
          </p:nvPr>
        </p:nvSpPr>
        <p:spPr>
          <a:xfrm>
            <a:off x="5195887" y="431260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25" name="Picture Placeholder 11">
            <a:extLst>
              <a:ext uri="{FF2B5EF4-FFF2-40B4-BE49-F238E27FC236}">
                <a16:creationId xmlns:a16="http://schemas.microsoft.com/office/drawing/2014/main" id="{18A22AE5-FC27-4F35-A0A4-5A75925CEFE6}"/>
              </a:ext>
            </a:extLst>
          </p:cNvPr>
          <p:cNvSpPr>
            <a:spLocks noGrp="1"/>
          </p:cNvSpPr>
          <p:nvPr>
            <p:ph type="pic" sz="quarter" idx="25" hasCustomPrompt="1"/>
          </p:nvPr>
        </p:nvSpPr>
        <p:spPr>
          <a:xfrm>
            <a:off x="7589837" y="431260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26" name="Picture Placeholder 11">
            <a:extLst>
              <a:ext uri="{FF2B5EF4-FFF2-40B4-BE49-F238E27FC236}">
                <a16:creationId xmlns:a16="http://schemas.microsoft.com/office/drawing/2014/main" id="{E918B138-DFE8-4A19-AB1C-B0F83FA25063}"/>
              </a:ext>
            </a:extLst>
          </p:cNvPr>
          <p:cNvSpPr>
            <a:spLocks noGrp="1"/>
          </p:cNvSpPr>
          <p:nvPr>
            <p:ph type="pic" sz="quarter" idx="26" hasCustomPrompt="1"/>
          </p:nvPr>
        </p:nvSpPr>
        <p:spPr>
          <a:xfrm>
            <a:off x="9983787" y="4312602"/>
            <a:ext cx="1508761" cy="1508761"/>
          </a:xfrm>
          <a:prstGeom prst="ellipse">
            <a:avLst/>
          </a:prstGeom>
          <a:solidFill>
            <a:schemeClr val="bg1"/>
          </a:solidFill>
        </p:spPr>
        <p:txBody>
          <a:bodyPr/>
          <a:lstStyle>
            <a:lvl1pPr>
              <a:defRPr>
                <a:solidFill>
                  <a:schemeClr val="bg1"/>
                </a:solidFill>
              </a:defRPr>
            </a:lvl1pPr>
          </a:lstStyle>
          <a:p>
            <a:r>
              <a:rPr lang="en-US"/>
              <a:t> </a:t>
            </a:r>
          </a:p>
        </p:txBody>
      </p:sp>
      <p:sp>
        <p:nvSpPr>
          <p:cNvPr id="20" name="Text Placeholder 96">
            <a:extLst>
              <a:ext uri="{FF2B5EF4-FFF2-40B4-BE49-F238E27FC236}">
                <a16:creationId xmlns:a16="http://schemas.microsoft.com/office/drawing/2014/main" id="{CCEEFB9C-D904-475F-96C7-94205FF977B7}"/>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492247719"/>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D61434D5-669D-4ED7-892E-B498926A2D14}"/>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283179047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 Step Cycle">
    <p:spTree>
      <p:nvGrpSpPr>
        <p:cNvPr id="1" name=""/>
        <p:cNvGrpSpPr/>
        <p:nvPr/>
      </p:nvGrpSpPr>
      <p:grpSpPr>
        <a:xfrm>
          <a:off x="0" y="0"/>
          <a:ext cx="0" cy="0"/>
          <a:chOff x="0" y="0"/>
          <a:chExt cx="0" cy="0"/>
        </a:xfrm>
      </p:grpSpPr>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407989" y="2381412"/>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407989" y="1977323"/>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BB48A82D-1FED-420A-9205-FF50EB5B805B}"/>
              </a:ext>
            </a:extLst>
          </p:cNvPr>
          <p:cNvSpPr>
            <a:spLocks noGrp="1"/>
          </p:cNvSpPr>
          <p:nvPr>
            <p:ph type="title" hasCustomPrompt="1"/>
          </p:nvPr>
        </p:nvSpPr>
        <p:spPr/>
        <p:txBody>
          <a:bodyPr/>
          <a:lstStyle>
            <a:lvl1pPr>
              <a:lnSpc>
                <a:spcPct val="100000"/>
              </a:lnSpc>
              <a:defRPr/>
            </a:lvl1pPr>
          </a:lstStyle>
          <a:p>
            <a:r>
              <a:rPr lang="en-US"/>
              <a:t>Click to enter title here</a:t>
            </a:r>
          </a:p>
        </p:txBody>
      </p:sp>
      <p:grpSp>
        <p:nvGrpSpPr>
          <p:cNvPr id="4" name="Group 3">
            <a:extLst>
              <a:ext uri="{FF2B5EF4-FFF2-40B4-BE49-F238E27FC236}">
                <a16:creationId xmlns:a16="http://schemas.microsoft.com/office/drawing/2014/main" id="{07A1BF01-A79B-4385-8031-297EE30136DC}"/>
              </a:ext>
            </a:extLst>
          </p:cNvPr>
          <p:cNvGrpSpPr/>
          <p:nvPr userDrawn="1"/>
        </p:nvGrpSpPr>
        <p:grpSpPr>
          <a:xfrm>
            <a:off x="4702794" y="2368567"/>
            <a:ext cx="2786412" cy="2786898"/>
            <a:chOff x="4702794" y="1940301"/>
            <a:chExt cx="2786412" cy="2786898"/>
          </a:xfrm>
        </p:grpSpPr>
        <p:sp>
          <p:nvSpPr>
            <p:cNvPr id="13" name="Oval 12">
              <a:extLst>
                <a:ext uri="{FF2B5EF4-FFF2-40B4-BE49-F238E27FC236}">
                  <a16:creationId xmlns:a16="http://schemas.microsoft.com/office/drawing/2014/main" id="{230997DD-D22B-4EFC-9126-67C2C54698BB}"/>
                </a:ext>
              </a:extLst>
            </p:cNvPr>
            <p:cNvSpPr/>
            <p:nvPr/>
          </p:nvSpPr>
          <p:spPr>
            <a:xfrm>
              <a:off x="4702794" y="1940301"/>
              <a:ext cx="2786412" cy="278689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3600" b="1">
                <a:latin typeface="+mj-lt"/>
              </a:endParaRPr>
            </a:p>
          </p:txBody>
        </p:sp>
        <p:sp>
          <p:nvSpPr>
            <p:cNvPr id="14" name="Freeform 17">
              <a:extLst>
                <a:ext uri="{FF2B5EF4-FFF2-40B4-BE49-F238E27FC236}">
                  <a16:creationId xmlns:a16="http://schemas.microsoft.com/office/drawing/2014/main" id="{29FAD213-61FD-4539-A69F-3C32018A24DB}"/>
                </a:ext>
              </a:extLst>
            </p:cNvPr>
            <p:cNvSpPr>
              <a:spLocks/>
            </p:cNvSpPr>
            <p:nvPr/>
          </p:nvSpPr>
          <p:spPr bwMode="auto">
            <a:xfrm rot="2035772" flipH="1">
              <a:off x="6585832" y="2580721"/>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11" name="Freeform 17">
              <a:extLst>
                <a:ext uri="{FF2B5EF4-FFF2-40B4-BE49-F238E27FC236}">
                  <a16:creationId xmlns:a16="http://schemas.microsoft.com/office/drawing/2014/main" id="{98D6951D-FE9A-4665-95E2-3F19B0E744E3}"/>
                </a:ext>
              </a:extLst>
            </p:cNvPr>
            <p:cNvSpPr>
              <a:spLocks/>
            </p:cNvSpPr>
            <p:nvPr/>
          </p:nvSpPr>
          <p:spPr bwMode="auto">
            <a:xfrm rot="16435772" flipH="1">
              <a:off x="4698038" y="2693600"/>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12" name="Freeform 17">
              <a:extLst>
                <a:ext uri="{FF2B5EF4-FFF2-40B4-BE49-F238E27FC236}">
                  <a16:creationId xmlns:a16="http://schemas.microsoft.com/office/drawing/2014/main" id="{2768B24A-1E90-4139-8E9B-B4B117E517F1}"/>
                </a:ext>
              </a:extLst>
            </p:cNvPr>
            <p:cNvSpPr>
              <a:spLocks/>
            </p:cNvSpPr>
            <p:nvPr/>
          </p:nvSpPr>
          <p:spPr bwMode="auto">
            <a:xfrm rot="9235772" flipH="1">
              <a:off x="5739691" y="4272038"/>
              <a:ext cx="842959" cy="303261"/>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grpSp>
      <p:sp>
        <p:nvSpPr>
          <p:cNvPr id="16" name="Oval 15">
            <a:extLst>
              <a:ext uri="{FF2B5EF4-FFF2-40B4-BE49-F238E27FC236}">
                <a16:creationId xmlns:a16="http://schemas.microsoft.com/office/drawing/2014/main" id="{225B7881-80A4-4DE1-92CC-18F43E2DBF8A}"/>
              </a:ext>
            </a:extLst>
          </p:cNvPr>
          <p:cNvSpPr/>
          <p:nvPr/>
        </p:nvSpPr>
        <p:spPr>
          <a:xfrm flipH="1">
            <a:off x="4010019" y="1340375"/>
            <a:ext cx="4171962" cy="417195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3600" b="1">
              <a:latin typeface="+mj-lt"/>
            </a:endParaRP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a:off x="5266890" y="1703838"/>
            <a:ext cx="1658270" cy="16582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a:solidFill>
                  <a:schemeClr val="tx1"/>
                </a:solidFill>
                <a:latin typeface="+mj-lt"/>
              </a:defRPr>
            </a:lvl1pPr>
          </a:lstStyle>
          <a:p>
            <a:pPr lvl="0" algn="ctr"/>
            <a:r>
              <a:rPr lang="en-US"/>
              <a:t> </a:t>
            </a:r>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6467158" y="3634224"/>
            <a:ext cx="1658270" cy="165827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136020" y="3634224"/>
            <a:ext cx="1658270" cy="165827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407989" y="4394948"/>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407989" y="3990859"/>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378155" y="4394948"/>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378155" y="3990859"/>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21" name="Text Placeholder 96">
            <a:extLst>
              <a:ext uri="{FF2B5EF4-FFF2-40B4-BE49-F238E27FC236}">
                <a16:creationId xmlns:a16="http://schemas.microsoft.com/office/drawing/2014/main" id="{E5E4BB74-DA2D-41B2-AA1D-6A62934140E9}"/>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111345146"/>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 Step Cycle">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8E131E32-D591-4D01-92AB-485CBED924ED}"/>
              </a:ext>
            </a:extLst>
          </p:cNvPr>
          <p:cNvGrpSpPr/>
          <p:nvPr/>
        </p:nvGrpSpPr>
        <p:grpSpPr>
          <a:xfrm>
            <a:off x="4382752" y="2025571"/>
            <a:ext cx="3499796" cy="3499894"/>
            <a:chOff x="4490400" y="1728106"/>
            <a:chExt cx="3211200" cy="3211290"/>
          </a:xfrm>
        </p:grpSpPr>
        <p:sp>
          <p:nvSpPr>
            <p:cNvPr id="50" name="Oval 49">
              <a:extLst>
                <a:ext uri="{FF2B5EF4-FFF2-40B4-BE49-F238E27FC236}">
                  <a16:creationId xmlns:a16="http://schemas.microsoft.com/office/drawing/2014/main" id="{C289433E-E4BD-447F-A5D3-E923FF48D138}"/>
                </a:ext>
              </a:extLst>
            </p:cNvPr>
            <p:cNvSpPr/>
            <p:nvPr/>
          </p:nvSpPr>
          <p:spPr>
            <a:xfrm>
              <a:off x="4490400" y="1728106"/>
              <a:ext cx="3211200" cy="321129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3600" b="1">
                <a:latin typeface="+mj-lt"/>
              </a:endParaRPr>
            </a:p>
          </p:txBody>
        </p:sp>
        <p:sp>
          <p:nvSpPr>
            <p:cNvPr id="51" name="Freeform 17">
              <a:extLst>
                <a:ext uri="{FF2B5EF4-FFF2-40B4-BE49-F238E27FC236}">
                  <a16:creationId xmlns:a16="http://schemas.microsoft.com/office/drawing/2014/main" id="{42772CDC-6E6C-420D-900E-FDB16E44FD16}"/>
                </a:ext>
              </a:extLst>
            </p:cNvPr>
            <p:cNvSpPr>
              <a:spLocks/>
            </p:cNvSpPr>
            <p:nvPr/>
          </p:nvSpPr>
          <p:spPr bwMode="auto">
            <a:xfrm rot="19854777" flipH="1">
              <a:off x="5535147" y="1908953"/>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52" name="Freeform 17">
              <a:extLst>
                <a:ext uri="{FF2B5EF4-FFF2-40B4-BE49-F238E27FC236}">
                  <a16:creationId xmlns:a16="http://schemas.microsoft.com/office/drawing/2014/main" id="{0D540155-5B59-4189-895D-F8654D5FF389}"/>
                </a:ext>
              </a:extLst>
            </p:cNvPr>
            <p:cNvSpPr>
              <a:spLocks/>
            </p:cNvSpPr>
            <p:nvPr/>
          </p:nvSpPr>
          <p:spPr bwMode="auto">
            <a:xfrm rot="13554777" flipH="1">
              <a:off x="4504235" y="3618060"/>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53" name="Freeform 17">
              <a:extLst>
                <a:ext uri="{FF2B5EF4-FFF2-40B4-BE49-F238E27FC236}">
                  <a16:creationId xmlns:a16="http://schemas.microsoft.com/office/drawing/2014/main" id="{FE10B99A-BD03-430A-9F22-CFE36F812487}"/>
                </a:ext>
              </a:extLst>
            </p:cNvPr>
            <p:cNvSpPr>
              <a:spLocks/>
            </p:cNvSpPr>
            <p:nvPr/>
          </p:nvSpPr>
          <p:spPr bwMode="auto">
            <a:xfrm rot="9054777" flipH="1">
              <a:off x="5815679" y="4409107"/>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54" name="Freeform 17">
              <a:extLst>
                <a:ext uri="{FF2B5EF4-FFF2-40B4-BE49-F238E27FC236}">
                  <a16:creationId xmlns:a16="http://schemas.microsoft.com/office/drawing/2014/main" id="{1D6D7828-85FD-428A-B05F-5C2C1BC9BEF4}"/>
                </a:ext>
              </a:extLst>
            </p:cNvPr>
            <p:cNvSpPr>
              <a:spLocks/>
            </p:cNvSpPr>
            <p:nvPr/>
          </p:nvSpPr>
          <p:spPr bwMode="auto">
            <a:xfrm rot="2754777" flipH="1">
              <a:off x="6846591" y="2700000"/>
              <a:ext cx="841174" cy="349442"/>
            </a:xfrm>
            <a:custGeom>
              <a:avLst/>
              <a:gdLst>
                <a:gd name="T0" fmla="*/ 601 w 601"/>
                <a:gd name="T1" fmla="*/ 0 h 217"/>
                <a:gd name="T2" fmla="*/ 600 w 601"/>
                <a:gd name="T3" fmla="*/ 0 h 217"/>
                <a:gd name="T4" fmla="*/ 413 w 601"/>
                <a:gd name="T5" fmla="*/ 19 h 217"/>
                <a:gd name="T6" fmla="*/ 0 w 601"/>
                <a:gd name="T7" fmla="*/ 217 h 217"/>
              </a:gdLst>
              <a:ahLst/>
              <a:cxnLst>
                <a:cxn ang="0">
                  <a:pos x="T0" y="T1"/>
                </a:cxn>
                <a:cxn ang="0">
                  <a:pos x="T2" y="T3"/>
                </a:cxn>
                <a:cxn ang="0">
                  <a:pos x="T4" y="T5"/>
                </a:cxn>
                <a:cxn ang="0">
                  <a:pos x="T6" y="T7"/>
                </a:cxn>
              </a:cxnLst>
              <a:rect l="0" t="0" r="r" b="b"/>
              <a:pathLst>
                <a:path w="601" h="217">
                  <a:moveTo>
                    <a:pt x="601" y="0"/>
                  </a:moveTo>
                  <a:cubicBezTo>
                    <a:pt x="600" y="0"/>
                    <a:pt x="600" y="0"/>
                    <a:pt x="600" y="0"/>
                  </a:cubicBezTo>
                  <a:cubicBezTo>
                    <a:pt x="537" y="0"/>
                    <a:pt x="474" y="6"/>
                    <a:pt x="413" y="19"/>
                  </a:cubicBezTo>
                  <a:cubicBezTo>
                    <a:pt x="262" y="50"/>
                    <a:pt x="120" y="117"/>
                    <a:pt x="0" y="217"/>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407989" y="2381412"/>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407989" y="1977323"/>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BB48A82D-1FED-420A-9205-FF50EB5B805B}"/>
              </a:ext>
            </a:extLst>
          </p:cNvPr>
          <p:cNvSpPr>
            <a:spLocks noGrp="1"/>
          </p:cNvSpPr>
          <p:nvPr>
            <p:ph type="title" hasCustomPrompt="1"/>
          </p:nvPr>
        </p:nvSpPr>
        <p:spPr/>
        <p:txBody>
          <a:bodyPr/>
          <a:lstStyle>
            <a:lvl1pPr>
              <a:lnSpc>
                <a:spcPct val="100000"/>
              </a:lnSpc>
              <a:defRPr/>
            </a:lvl1pPr>
          </a:lstStyle>
          <a:p>
            <a:r>
              <a:rPr lang="en-US"/>
              <a:t>Click to enter title here</a:t>
            </a:r>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6198447" y="3791095"/>
            <a:ext cx="1915200" cy="19152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471325" y="4079859"/>
            <a:ext cx="1317600" cy="13176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8" name="Text Placeholder 35">
            <a:extLst>
              <a:ext uri="{FF2B5EF4-FFF2-40B4-BE49-F238E27FC236}">
                <a16:creationId xmlns:a16="http://schemas.microsoft.com/office/drawing/2014/main" id="{B2CDFEC6-77B5-48E1-AD00-558860A3B7D7}"/>
              </a:ext>
            </a:extLst>
          </p:cNvPr>
          <p:cNvSpPr>
            <a:spLocks noGrp="1"/>
          </p:cNvSpPr>
          <p:nvPr>
            <p:ph type="body" sz="quarter" idx="33" hasCustomPrompt="1"/>
          </p:nvPr>
        </p:nvSpPr>
        <p:spPr>
          <a:xfrm>
            <a:off x="407989" y="4394948"/>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9" name="Text Placeholder 35">
            <a:extLst>
              <a:ext uri="{FF2B5EF4-FFF2-40B4-BE49-F238E27FC236}">
                <a16:creationId xmlns:a16="http://schemas.microsoft.com/office/drawing/2014/main" id="{6D92BE5C-CD11-4FE3-BBAA-4E269EF03186}"/>
              </a:ext>
            </a:extLst>
          </p:cNvPr>
          <p:cNvSpPr>
            <a:spLocks noGrp="1"/>
          </p:cNvSpPr>
          <p:nvPr>
            <p:ph type="body" sz="quarter" idx="34" hasCustomPrompt="1"/>
          </p:nvPr>
        </p:nvSpPr>
        <p:spPr>
          <a:xfrm>
            <a:off x="407989" y="3990859"/>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8378155" y="4394948"/>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8378155" y="3990859"/>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378155" y="2381412"/>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378155" y="1977323"/>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p:ph type="pic" sz="quarter" idx="39" hasCustomPrompt="1"/>
          </p:nvPr>
        </p:nvSpPr>
        <p:spPr>
          <a:xfrm>
            <a:off x="6497247" y="2133195"/>
            <a:ext cx="1317600" cy="13176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rot="5400000">
            <a:off x="4172926" y="1834797"/>
            <a:ext cx="1914398" cy="191439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a:solidFill>
                  <a:schemeClr val="tx1"/>
                </a:solidFill>
                <a:latin typeface="+mj-lt"/>
              </a:defRPr>
            </a:lvl1pPr>
          </a:lstStyle>
          <a:p>
            <a:pPr lvl="0" algn="ctr"/>
            <a:r>
              <a:rPr lang="en-US"/>
              <a:t> </a:t>
            </a:r>
          </a:p>
        </p:txBody>
      </p:sp>
      <p:sp>
        <p:nvSpPr>
          <p:cNvPr id="24" name="Text Placeholder 96">
            <a:extLst>
              <a:ext uri="{FF2B5EF4-FFF2-40B4-BE49-F238E27FC236}">
                <a16:creationId xmlns:a16="http://schemas.microsoft.com/office/drawing/2014/main" id="{CE8C3807-87D9-42F7-9FDA-C83B7DA9469E}"/>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496562107"/>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 Step Cycle">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25E9D534-D83A-4B31-A3BE-9427DD348BAF}"/>
              </a:ext>
            </a:extLst>
          </p:cNvPr>
          <p:cNvGrpSpPr/>
          <p:nvPr userDrawn="1"/>
        </p:nvGrpSpPr>
        <p:grpSpPr>
          <a:xfrm>
            <a:off x="4500562" y="2232668"/>
            <a:ext cx="3267076" cy="3267070"/>
            <a:chOff x="4500562" y="1662253"/>
            <a:chExt cx="3267076" cy="3267070"/>
          </a:xfrm>
        </p:grpSpPr>
        <p:sp>
          <p:nvSpPr>
            <p:cNvPr id="52" name="Oval 51">
              <a:extLst>
                <a:ext uri="{FF2B5EF4-FFF2-40B4-BE49-F238E27FC236}">
                  <a16:creationId xmlns:a16="http://schemas.microsoft.com/office/drawing/2014/main" id="{3C512217-6459-4660-9829-4DE5567187F7}"/>
                </a:ext>
              </a:extLst>
            </p:cNvPr>
            <p:cNvSpPr/>
            <p:nvPr/>
          </p:nvSpPr>
          <p:spPr>
            <a:xfrm rot="1639321">
              <a:off x="4500562" y="1662253"/>
              <a:ext cx="3267076" cy="326707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Aft>
                  <a:spcPts val="600"/>
                </a:spcAft>
              </a:pPr>
              <a:endParaRPr lang="en-US" sz="3600" b="1">
                <a:latin typeface="+mj-lt"/>
              </a:endParaRPr>
            </a:p>
          </p:txBody>
        </p:sp>
        <p:sp>
          <p:nvSpPr>
            <p:cNvPr id="53" name="Freeform 19">
              <a:extLst>
                <a:ext uri="{FF2B5EF4-FFF2-40B4-BE49-F238E27FC236}">
                  <a16:creationId xmlns:a16="http://schemas.microsoft.com/office/drawing/2014/main" id="{59D28C0B-069A-4D30-B857-D43033D72094}"/>
                </a:ext>
              </a:extLst>
            </p:cNvPr>
            <p:cNvSpPr>
              <a:spLocks/>
            </p:cNvSpPr>
            <p:nvPr/>
          </p:nvSpPr>
          <p:spPr bwMode="auto">
            <a:xfrm rot="1405703" flipH="1">
              <a:off x="6695740" y="2010380"/>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54" name="Freeform 19">
              <a:extLst>
                <a:ext uri="{FF2B5EF4-FFF2-40B4-BE49-F238E27FC236}">
                  <a16:creationId xmlns:a16="http://schemas.microsoft.com/office/drawing/2014/main" id="{245FE08A-350D-4ADF-B528-DE0441A1AB41}"/>
                </a:ext>
              </a:extLst>
            </p:cNvPr>
            <p:cNvSpPr>
              <a:spLocks/>
            </p:cNvSpPr>
            <p:nvPr/>
          </p:nvSpPr>
          <p:spPr bwMode="auto">
            <a:xfrm rot="14365703" flipH="1">
              <a:off x="4628605" y="3890961"/>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56" name="Freeform 19">
              <a:extLst>
                <a:ext uri="{FF2B5EF4-FFF2-40B4-BE49-F238E27FC236}">
                  <a16:creationId xmlns:a16="http://schemas.microsoft.com/office/drawing/2014/main" id="{EE0CA3E0-C143-41E0-AF74-49D1F216DF07}"/>
                </a:ext>
              </a:extLst>
            </p:cNvPr>
            <p:cNvSpPr>
              <a:spLocks/>
            </p:cNvSpPr>
            <p:nvPr/>
          </p:nvSpPr>
          <p:spPr bwMode="auto">
            <a:xfrm rot="18685703" flipH="1">
              <a:off x="4959962" y="2213580"/>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57" name="Freeform 19">
              <a:extLst>
                <a:ext uri="{FF2B5EF4-FFF2-40B4-BE49-F238E27FC236}">
                  <a16:creationId xmlns:a16="http://schemas.microsoft.com/office/drawing/2014/main" id="{D2153C8F-EEA8-494D-A76E-24CE12EDC97D}"/>
                </a:ext>
              </a:extLst>
            </p:cNvPr>
            <p:cNvSpPr>
              <a:spLocks/>
            </p:cNvSpPr>
            <p:nvPr/>
          </p:nvSpPr>
          <p:spPr bwMode="auto">
            <a:xfrm rot="10045703" flipH="1">
              <a:off x="6121494" y="4724438"/>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sp>
          <p:nvSpPr>
            <p:cNvPr id="58" name="Freeform 19">
              <a:extLst>
                <a:ext uri="{FF2B5EF4-FFF2-40B4-BE49-F238E27FC236}">
                  <a16:creationId xmlns:a16="http://schemas.microsoft.com/office/drawing/2014/main" id="{CD30E02F-8444-4044-9031-40722B9986B9}"/>
                </a:ext>
              </a:extLst>
            </p:cNvPr>
            <p:cNvSpPr>
              <a:spLocks/>
            </p:cNvSpPr>
            <p:nvPr/>
          </p:nvSpPr>
          <p:spPr bwMode="auto">
            <a:xfrm rot="5725703" flipH="1">
              <a:off x="7375506" y="3562176"/>
              <a:ext cx="294717" cy="30962"/>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a:lnSpc>
                  <a:spcPct val="100000"/>
                </a:lnSpc>
              </a:pPr>
              <a:endParaRPr lang="en-US"/>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userDrawn="1">
            <p:ph type="body" sz="quarter" idx="32" hasCustomPrompt="1"/>
          </p:nvPr>
        </p:nvSpPr>
        <p:spPr>
          <a:xfrm>
            <a:off x="7454652" y="1977992"/>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userDrawn="1">
            <p:ph type="body" sz="quarter" idx="31" hasCustomPrompt="1"/>
          </p:nvPr>
        </p:nvSpPr>
        <p:spPr>
          <a:xfrm>
            <a:off x="7454652" y="1573903"/>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3" name="Date Placeholder 2">
            <a:extLst>
              <a:ext uri="{FF2B5EF4-FFF2-40B4-BE49-F238E27FC236}">
                <a16:creationId xmlns:a16="http://schemas.microsoft.com/office/drawing/2014/main" id="{FE4832AD-985D-4D13-ADFF-E382CC2CA7F2}"/>
              </a:ext>
            </a:extLst>
          </p:cNvPr>
          <p:cNvSpPr>
            <a:spLocks noGrp="1"/>
          </p:cNvSpPr>
          <p:nvPr userDrawn="1">
            <p:ph type="dt" sz="half" idx="10"/>
          </p:nvPr>
        </p:nvSpPr>
        <p:spPr/>
        <p:txBody>
          <a:bodyPr/>
          <a:lstStyle>
            <a:lvl1pPr>
              <a:lnSpc>
                <a:spcPct val="100000"/>
              </a:lnSpc>
              <a:defRPr/>
            </a:lvl1p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userDrawn="1">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BB48A82D-1FED-420A-9205-FF50EB5B805B}"/>
              </a:ext>
            </a:extLst>
          </p:cNvPr>
          <p:cNvSpPr>
            <a:spLocks noGrp="1"/>
          </p:cNvSpPr>
          <p:nvPr userDrawn="1">
            <p:ph type="title" hasCustomPrompt="1"/>
          </p:nvPr>
        </p:nvSpPr>
        <p:spPr>
          <a:xfrm>
            <a:off x="407987" y="404812"/>
            <a:ext cx="11376025" cy="1007427"/>
          </a:xfrm>
        </p:spPr>
        <p:txBody>
          <a:bodyPr/>
          <a:lstStyle>
            <a:lvl1pPr>
              <a:lnSpc>
                <a:spcPct val="100000"/>
              </a:lnSpc>
              <a:defRPr/>
            </a:lvl1pPr>
          </a:lstStyle>
          <a:p>
            <a:r>
              <a:rPr lang="en-US"/>
              <a:t>Click to enter title here</a:t>
            </a:r>
          </a:p>
        </p:txBody>
      </p:sp>
      <p:sp>
        <p:nvSpPr>
          <p:cNvPr id="34" name="Picture Placeholder 18">
            <a:extLst>
              <a:ext uri="{FF2B5EF4-FFF2-40B4-BE49-F238E27FC236}">
                <a16:creationId xmlns:a16="http://schemas.microsoft.com/office/drawing/2014/main" id="{0FEB6459-32DC-4DA1-A8F5-8F0A8A38CEF6}"/>
              </a:ext>
            </a:extLst>
          </p:cNvPr>
          <p:cNvSpPr>
            <a:spLocks noGrp="1"/>
          </p:cNvSpPr>
          <p:nvPr userDrawn="1">
            <p:ph type="pic" sz="quarter" idx="23" hasCustomPrompt="1"/>
          </p:nvPr>
        </p:nvSpPr>
        <p:spPr>
          <a:xfrm>
            <a:off x="4615503" y="4283154"/>
            <a:ext cx="1382400" cy="13824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userDrawn="1">
            <p:ph type="pic" sz="quarter" idx="30" hasCustomPrompt="1"/>
          </p:nvPr>
        </p:nvSpPr>
        <p:spPr>
          <a:xfrm>
            <a:off x="4106791" y="2766804"/>
            <a:ext cx="1382400" cy="13824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userDrawn="1">
            <p:ph type="body" sz="quarter" idx="35" hasCustomPrompt="1"/>
          </p:nvPr>
        </p:nvSpPr>
        <p:spPr>
          <a:xfrm>
            <a:off x="407989" y="3345501"/>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userDrawn="1">
            <p:ph type="body" sz="quarter" idx="36" hasCustomPrompt="1"/>
          </p:nvPr>
        </p:nvSpPr>
        <p:spPr>
          <a:xfrm>
            <a:off x="407989" y="2941412"/>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userDrawn="1">
            <p:ph type="body" sz="quarter" idx="37" hasCustomPrompt="1"/>
          </p:nvPr>
        </p:nvSpPr>
        <p:spPr>
          <a:xfrm>
            <a:off x="407989" y="4887792"/>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userDrawn="1">
            <p:ph type="body" sz="quarter" idx="38" hasCustomPrompt="1"/>
          </p:nvPr>
        </p:nvSpPr>
        <p:spPr>
          <a:xfrm>
            <a:off x="407989" y="4483703"/>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userDrawn="1">
            <p:ph type="pic" sz="quarter" idx="39" hasCustomPrompt="1"/>
          </p:nvPr>
        </p:nvSpPr>
        <p:spPr>
          <a:xfrm>
            <a:off x="6214837" y="4268148"/>
            <a:ext cx="1382400" cy="1382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userDrawn="1">
            <p:ph type="pic" sz="quarter" idx="21" hasCustomPrompt="1"/>
          </p:nvPr>
        </p:nvSpPr>
        <p:spPr>
          <a:xfrm rot="5400000">
            <a:off x="5391956" y="1814412"/>
            <a:ext cx="1382400" cy="1382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a:solidFill>
                  <a:schemeClr val="tx1"/>
                </a:solidFill>
                <a:latin typeface="+mj-lt"/>
              </a:defRPr>
            </a:lvl1pPr>
          </a:lstStyle>
          <a:p>
            <a:pPr lvl="0" algn="ctr"/>
            <a:r>
              <a:rPr lang="en-US"/>
              <a:t> </a:t>
            </a:r>
          </a:p>
        </p:txBody>
      </p:sp>
      <p:sp>
        <p:nvSpPr>
          <p:cNvPr id="100" name="Text Placeholder 35">
            <a:extLst>
              <a:ext uri="{FF2B5EF4-FFF2-40B4-BE49-F238E27FC236}">
                <a16:creationId xmlns:a16="http://schemas.microsoft.com/office/drawing/2014/main" id="{2FEFE8F0-9BAA-4346-BB21-AE04B912909E}"/>
              </a:ext>
            </a:extLst>
          </p:cNvPr>
          <p:cNvSpPr>
            <a:spLocks noGrp="1"/>
          </p:cNvSpPr>
          <p:nvPr userDrawn="1">
            <p:ph type="body" sz="quarter" idx="40" hasCustomPrompt="1"/>
          </p:nvPr>
        </p:nvSpPr>
        <p:spPr>
          <a:xfrm>
            <a:off x="8378155" y="4887792"/>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101" name="Text Placeholder 35">
            <a:extLst>
              <a:ext uri="{FF2B5EF4-FFF2-40B4-BE49-F238E27FC236}">
                <a16:creationId xmlns:a16="http://schemas.microsoft.com/office/drawing/2014/main" id="{C99D92DC-FF86-40FE-B29A-81222ADC7B00}"/>
              </a:ext>
            </a:extLst>
          </p:cNvPr>
          <p:cNvSpPr>
            <a:spLocks noGrp="1"/>
          </p:cNvSpPr>
          <p:nvPr userDrawn="1">
            <p:ph type="body" sz="quarter" idx="41" hasCustomPrompt="1"/>
          </p:nvPr>
        </p:nvSpPr>
        <p:spPr>
          <a:xfrm>
            <a:off x="8378155" y="4483703"/>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2" name="Text Placeholder 35">
            <a:extLst>
              <a:ext uri="{FF2B5EF4-FFF2-40B4-BE49-F238E27FC236}">
                <a16:creationId xmlns:a16="http://schemas.microsoft.com/office/drawing/2014/main" id="{B03F4B5C-D836-4E4C-A2EB-DE5761A3FD20}"/>
              </a:ext>
            </a:extLst>
          </p:cNvPr>
          <p:cNvSpPr>
            <a:spLocks noGrp="1"/>
          </p:cNvSpPr>
          <p:nvPr userDrawn="1">
            <p:ph type="body" sz="quarter" idx="42" hasCustomPrompt="1"/>
          </p:nvPr>
        </p:nvSpPr>
        <p:spPr>
          <a:xfrm>
            <a:off x="8378155" y="3345501"/>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103" name="Text Placeholder 35">
            <a:extLst>
              <a:ext uri="{FF2B5EF4-FFF2-40B4-BE49-F238E27FC236}">
                <a16:creationId xmlns:a16="http://schemas.microsoft.com/office/drawing/2014/main" id="{BD7432FC-8E33-4D4A-9C94-1BD0E1D05DF5}"/>
              </a:ext>
            </a:extLst>
          </p:cNvPr>
          <p:cNvSpPr>
            <a:spLocks noGrp="1"/>
          </p:cNvSpPr>
          <p:nvPr userDrawn="1">
            <p:ph type="body" sz="quarter" idx="43" hasCustomPrompt="1"/>
          </p:nvPr>
        </p:nvSpPr>
        <p:spPr>
          <a:xfrm>
            <a:off x="8378155" y="2941412"/>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5" name="Picture Placeholder 18">
            <a:extLst>
              <a:ext uri="{FF2B5EF4-FFF2-40B4-BE49-F238E27FC236}">
                <a16:creationId xmlns:a16="http://schemas.microsoft.com/office/drawing/2014/main" id="{BFC280A5-9513-416C-8C61-E8C8CEE671F9}"/>
              </a:ext>
            </a:extLst>
          </p:cNvPr>
          <p:cNvSpPr>
            <a:spLocks noGrp="1"/>
          </p:cNvSpPr>
          <p:nvPr userDrawn="1">
            <p:ph type="pic" sz="quarter" idx="45" hasCustomPrompt="1"/>
          </p:nvPr>
        </p:nvSpPr>
        <p:spPr>
          <a:xfrm>
            <a:off x="6694800" y="2742382"/>
            <a:ext cx="1382400" cy="1382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28" name="Text Placeholder 96">
            <a:extLst>
              <a:ext uri="{FF2B5EF4-FFF2-40B4-BE49-F238E27FC236}">
                <a16:creationId xmlns:a16="http://schemas.microsoft.com/office/drawing/2014/main" id="{5D62670B-0564-448A-81BB-05FE5CE78A4B}"/>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263918533"/>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6 Step Cyc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E434940-7559-4041-A9F9-0DF5F3567311}"/>
              </a:ext>
            </a:extLst>
          </p:cNvPr>
          <p:cNvGrpSpPr/>
          <p:nvPr userDrawn="1"/>
        </p:nvGrpSpPr>
        <p:grpSpPr>
          <a:xfrm>
            <a:off x="3962400" y="1656710"/>
            <a:ext cx="4343400" cy="4343392"/>
            <a:chOff x="3962400" y="1182148"/>
            <a:chExt cx="4343400" cy="4343392"/>
          </a:xfrm>
        </p:grpSpPr>
        <p:sp>
          <p:nvSpPr>
            <p:cNvPr id="85" name="Oval 84">
              <a:extLst>
                <a:ext uri="{FF2B5EF4-FFF2-40B4-BE49-F238E27FC236}">
                  <a16:creationId xmlns:a16="http://schemas.microsoft.com/office/drawing/2014/main" id="{97068049-9E9C-4AB6-9ED8-B5CB565293A5}"/>
                </a:ext>
              </a:extLst>
            </p:cNvPr>
            <p:cNvSpPr/>
            <p:nvPr/>
          </p:nvSpPr>
          <p:spPr>
            <a:xfrm>
              <a:off x="4500562" y="1720309"/>
              <a:ext cx="3267076" cy="326707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100000"/>
                </a:lnSpc>
                <a:spcAft>
                  <a:spcPts val="600"/>
                </a:spcAft>
                <a:buFont typeface="Arial" panose="020B0604020202020204" pitchFamily="34" charset="0"/>
                <a:buNone/>
              </a:pPr>
              <a:endParaRPr lang="en-US" sz="3600" b="1">
                <a:latin typeface="+mj-lt"/>
              </a:endParaRPr>
            </a:p>
          </p:txBody>
        </p:sp>
        <p:grpSp>
          <p:nvGrpSpPr>
            <p:cNvPr id="86" name="Group 85">
              <a:extLst>
                <a:ext uri="{FF2B5EF4-FFF2-40B4-BE49-F238E27FC236}">
                  <a16:creationId xmlns:a16="http://schemas.microsoft.com/office/drawing/2014/main" id="{542CFC9C-095F-4B94-A8F5-C216A77EFFF4}"/>
                </a:ext>
              </a:extLst>
            </p:cNvPr>
            <p:cNvGrpSpPr/>
            <p:nvPr/>
          </p:nvGrpSpPr>
          <p:grpSpPr>
            <a:xfrm rot="20663140">
              <a:off x="4928258" y="2358665"/>
              <a:ext cx="2665070" cy="2434571"/>
              <a:chOff x="5344949" y="2692885"/>
              <a:chExt cx="1655223" cy="1512065"/>
            </a:xfrm>
          </p:grpSpPr>
          <p:sp>
            <p:nvSpPr>
              <p:cNvPr id="91" name="Freeform 18">
                <a:extLst>
                  <a:ext uri="{FF2B5EF4-FFF2-40B4-BE49-F238E27FC236}">
                    <a16:creationId xmlns:a16="http://schemas.microsoft.com/office/drawing/2014/main" id="{5A557AD1-06A3-429C-A17C-67C2D6FC16E1}"/>
                  </a:ext>
                </a:extLst>
              </p:cNvPr>
              <p:cNvSpPr>
                <a:spLocks/>
              </p:cNvSpPr>
              <p:nvPr/>
            </p:nvSpPr>
            <p:spPr bwMode="auto">
              <a:xfrm flipH="1">
                <a:off x="5344949" y="2692885"/>
                <a:ext cx="106835" cy="148144"/>
              </a:xfrm>
              <a:custGeom>
                <a:avLst/>
                <a:gdLst>
                  <a:gd name="T0" fmla="*/ 110 w 110"/>
                  <a:gd name="T1" fmla="*/ 153 h 153"/>
                  <a:gd name="T2" fmla="*/ 110 w 110"/>
                  <a:gd name="T3" fmla="*/ 153 h 153"/>
                  <a:gd name="T4" fmla="*/ 0 w 110"/>
                  <a:gd name="T5" fmla="*/ 0 h 153"/>
                </a:gdLst>
                <a:ahLst/>
                <a:cxnLst>
                  <a:cxn ang="0">
                    <a:pos x="T0" y="T1"/>
                  </a:cxn>
                  <a:cxn ang="0">
                    <a:pos x="T2" y="T3"/>
                  </a:cxn>
                  <a:cxn ang="0">
                    <a:pos x="T4" y="T5"/>
                  </a:cxn>
                </a:cxnLst>
                <a:rect l="0" t="0" r="r" b="b"/>
                <a:pathLst>
                  <a:path w="110" h="153">
                    <a:moveTo>
                      <a:pt x="110" y="153"/>
                    </a:moveTo>
                    <a:cubicBezTo>
                      <a:pt x="110" y="153"/>
                      <a:pt x="110" y="153"/>
                      <a:pt x="110" y="153"/>
                    </a:cubicBezTo>
                    <a:cubicBezTo>
                      <a:pt x="79" y="98"/>
                      <a:pt x="41" y="47"/>
                      <a:pt x="0"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lnSpc>
                    <a:spcPct val="100000"/>
                  </a:lnSpc>
                  <a:buFont typeface="Arial" panose="020B0604020202020204" pitchFamily="34" charset="0"/>
                  <a:buNone/>
                </a:pPr>
                <a:endParaRPr lang="en-US"/>
              </a:p>
            </p:txBody>
          </p:sp>
          <p:sp>
            <p:nvSpPr>
              <p:cNvPr id="92" name="Freeform 20">
                <a:extLst>
                  <a:ext uri="{FF2B5EF4-FFF2-40B4-BE49-F238E27FC236}">
                    <a16:creationId xmlns:a16="http://schemas.microsoft.com/office/drawing/2014/main" id="{B070BC1C-33C1-4074-AC0D-8088E6060A07}"/>
                  </a:ext>
                </a:extLst>
              </p:cNvPr>
              <p:cNvSpPr>
                <a:spLocks/>
              </p:cNvSpPr>
              <p:nvPr/>
            </p:nvSpPr>
            <p:spPr bwMode="auto">
              <a:xfrm flipH="1">
                <a:off x="6924676" y="2841029"/>
                <a:ext cx="75496" cy="167374"/>
              </a:xfrm>
              <a:custGeom>
                <a:avLst/>
                <a:gdLst>
                  <a:gd name="T0" fmla="*/ 78 w 78"/>
                  <a:gd name="T1" fmla="*/ 0 h 173"/>
                  <a:gd name="T2" fmla="*/ 77 w 78"/>
                  <a:gd name="T3" fmla="*/ 0 h 173"/>
                  <a:gd name="T4" fmla="*/ 0 w 78"/>
                  <a:gd name="T5" fmla="*/ 173 h 173"/>
                </a:gdLst>
                <a:ahLst/>
                <a:cxnLst>
                  <a:cxn ang="0">
                    <a:pos x="T0" y="T1"/>
                  </a:cxn>
                  <a:cxn ang="0">
                    <a:pos x="T2" y="T3"/>
                  </a:cxn>
                  <a:cxn ang="0">
                    <a:pos x="T4" y="T5"/>
                  </a:cxn>
                </a:cxnLst>
                <a:rect l="0" t="0" r="r" b="b"/>
                <a:pathLst>
                  <a:path w="78" h="173">
                    <a:moveTo>
                      <a:pt x="78" y="0"/>
                    </a:moveTo>
                    <a:cubicBezTo>
                      <a:pt x="77" y="0"/>
                      <a:pt x="77" y="0"/>
                      <a:pt x="77" y="0"/>
                    </a:cubicBezTo>
                    <a:cubicBezTo>
                      <a:pt x="46" y="55"/>
                      <a:pt x="20" y="113"/>
                      <a:pt x="0" y="173"/>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lnSpc>
                    <a:spcPct val="100000"/>
                  </a:lnSpc>
                  <a:buFont typeface="Arial" panose="020B0604020202020204" pitchFamily="34" charset="0"/>
                  <a:buNone/>
                </a:pPr>
                <a:endParaRPr lang="en-US"/>
              </a:p>
            </p:txBody>
          </p:sp>
          <p:sp>
            <p:nvSpPr>
              <p:cNvPr id="93" name="Freeform 22">
                <a:extLst>
                  <a:ext uri="{FF2B5EF4-FFF2-40B4-BE49-F238E27FC236}">
                    <a16:creationId xmlns:a16="http://schemas.microsoft.com/office/drawing/2014/main" id="{7E226681-5C0D-4724-8383-5DC8F39D29AF}"/>
                  </a:ext>
                </a:extLst>
              </p:cNvPr>
              <p:cNvSpPr>
                <a:spLocks/>
              </p:cNvSpPr>
              <p:nvPr/>
            </p:nvSpPr>
            <p:spPr bwMode="auto">
              <a:xfrm flipH="1">
                <a:off x="5951769" y="4186432"/>
                <a:ext cx="182331" cy="18518"/>
              </a:xfrm>
              <a:custGeom>
                <a:avLst/>
                <a:gdLst>
                  <a:gd name="T0" fmla="*/ 0 w 188"/>
                  <a:gd name="T1" fmla="*/ 18 h 19"/>
                  <a:gd name="T2" fmla="*/ 0 w 188"/>
                  <a:gd name="T3" fmla="*/ 19 h 19"/>
                  <a:gd name="T4" fmla="*/ 188 w 188"/>
                  <a:gd name="T5" fmla="*/ 0 h 19"/>
                </a:gdLst>
                <a:ahLst/>
                <a:cxnLst>
                  <a:cxn ang="0">
                    <a:pos x="T0" y="T1"/>
                  </a:cxn>
                  <a:cxn ang="0">
                    <a:pos x="T2" y="T3"/>
                  </a:cxn>
                  <a:cxn ang="0">
                    <a:pos x="T4" y="T5"/>
                  </a:cxn>
                </a:cxnLst>
                <a:rect l="0" t="0" r="r" b="b"/>
                <a:pathLst>
                  <a:path w="188" h="19">
                    <a:moveTo>
                      <a:pt x="0" y="18"/>
                    </a:moveTo>
                    <a:cubicBezTo>
                      <a:pt x="0" y="19"/>
                      <a:pt x="0" y="19"/>
                      <a:pt x="0" y="19"/>
                    </a:cubicBezTo>
                    <a:cubicBezTo>
                      <a:pt x="63" y="19"/>
                      <a:pt x="126" y="12"/>
                      <a:pt x="188"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lnSpc>
                    <a:spcPct val="100000"/>
                  </a:lnSpc>
                  <a:buFont typeface="Arial" panose="020B0604020202020204" pitchFamily="34" charset="0"/>
                  <a:buNone/>
                </a:pPr>
                <a:endParaRPr lang="en-US"/>
              </a:p>
            </p:txBody>
          </p:sp>
        </p:grpSp>
        <p:grpSp>
          <p:nvGrpSpPr>
            <p:cNvPr id="87" name="Group 86">
              <a:extLst>
                <a:ext uri="{FF2B5EF4-FFF2-40B4-BE49-F238E27FC236}">
                  <a16:creationId xmlns:a16="http://schemas.microsoft.com/office/drawing/2014/main" id="{96A6398B-0687-499A-A3EF-3864749ECD92}"/>
                </a:ext>
              </a:extLst>
            </p:cNvPr>
            <p:cNvGrpSpPr/>
            <p:nvPr/>
          </p:nvGrpSpPr>
          <p:grpSpPr>
            <a:xfrm rot="21366382">
              <a:off x="4721545" y="1896038"/>
              <a:ext cx="2667364" cy="2439158"/>
              <a:chOff x="5268028" y="2386626"/>
              <a:chExt cx="1656648" cy="1514914"/>
            </a:xfrm>
          </p:grpSpPr>
          <p:sp>
            <p:nvSpPr>
              <p:cNvPr id="88" name="Freeform 19">
                <a:extLst>
                  <a:ext uri="{FF2B5EF4-FFF2-40B4-BE49-F238E27FC236}">
                    <a16:creationId xmlns:a16="http://schemas.microsoft.com/office/drawing/2014/main" id="{52B27D6F-750C-4E87-9F46-CB20F0ACCC22}"/>
                  </a:ext>
                </a:extLst>
              </p:cNvPr>
              <p:cNvSpPr>
                <a:spLocks/>
              </p:cNvSpPr>
              <p:nvPr/>
            </p:nvSpPr>
            <p:spPr bwMode="auto">
              <a:xfrm flipH="1">
                <a:off x="6134100" y="2386626"/>
                <a:ext cx="183043" cy="19230"/>
              </a:xfrm>
              <a:custGeom>
                <a:avLst/>
                <a:gdLst>
                  <a:gd name="T0" fmla="*/ 188 w 188"/>
                  <a:gd name="T1" fmla="*/ 1 h 20"/>
                  <a:gd name="T2" fmla="*/ 188 w 188"/>
                  <a:gd name="T3" fmla="*/ 0 h 20"/>
                  <a:gd name="T4" fmla="*/ 0 w 188"/>
                  <a:gd name="T5" fmla="*/ 20 h 20"/>
                </a:gdLst>
                <a:ahLst/>
                <a:cxnLst>
                  <a:cxn ang="0">
                    <a:pos x="T0" y="T1"/>
                  </a:cxn>
                  <a:cxn ang="0">
                    <a:pos x="T2" y="T3"/>
                  </a:cxn>
                  <a:cxn ang="0">
                    <a:pos x="T4" y="T5"/>
                  </a:cxn>
                </a:cxnLst>
                <a:rect l="0" t="0" r="r" b="b"/>
                <a:pathLst>
                  <a:path w="188" h="20">
                    <a:moveTo>
                      <a:pt x="188" y="1"/>
                    </a:moveTo>
                    <a:cubicBezTo>
                      <a:pt x="188" y="0"/>
                      <a:pt x="188" y="0"/>
                      <a:pt x="188" y="0"/>
                    </a:cubicBezTo>
                    <a:cubicBezTo>
                      <a:pt x="124" y="0"/>
                      <a:pt x="61" y="7"/>
                      <a:pt x="0" y="2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lnSpc>
                    <a:spcPct val="100000"/>
                  </a:lnSpc>
                  <a:buFont typeface="Arial" panose="020B0604020202020204" pitchFamily="34" charset="0"/>
                  <a:buNone/>
                </a:pPr>
                <a:endParaRPr lang="en-US"/>
              </a:p>
            </p:txBody>
          </p:sp>
          <p:sp>
            <p:nvSpPr>
              <p:cNvPr id="89" name="Freeform 21">
                <a:extLst>
                  <a:ext uri="{FF2B5EF4-FFF2-40B4-BE49-F238E27FC236}">
                    <a16:creationId xmlns:a16="http://schemas.microsoft.com/office/drawing/2014/main" id="{0148AA9A-F791-4EE1-8751-874899E8757B}"/>
                  </a:ext>
                </a:extLst>
              </p:cNvPr>
              <p:cNvSpPr>
                <a:spLocks/>
              </p:cNvSpPr>
              <p:nvPr/>
            </p:nvSpPr>
            <p:spPr bwMode="auto">
              <a:xfrm flipH="1">
                <a:off x="6817841" y="3751972"/>
                <a:ext cx="106835" cy="149568"/>
              </a:xfrm>
              <a:custGeom>
                <a:avLst/>
                <a:gdLst>
                  <a:gd name="T0" fmla="*/ 0 w 110"/>
                  <a:gd name="T1" fmla="*/ 0 h 154"/>
                  <a:gd name="T2" fmla="*/ 0 w 110"/>
                  <a:gd name="T3" fmla="*/ 1 h 154"/>
                  <a:gd name="T4" fmla="*/ 110 w 110"/>
                  <a:gd name="T5" fmla="*/ 154 h 154"/>
                </a:gdLst>
                <a:ahLst/>
                <a:cxnLst>
                  <a:cxn ang="0">
                    <a:pos x="T0" y="T1"/>
                  </a:cxn>
                  <a:cxn ang="0">
                    <a:pos x="T2" y="T3"/>
                  </a:cxn>
                  <a:cxn ang="0">
                    <a:pos x="T4" y="T5"/>
                  </a:cxn>
                </a:cxnLst>
                <a:rect l="0" t="0" r="r" b="b"/>
                <a:pathLst>
                  <a:path w="110" h="154">
                    <a:moveTo>
                      <a:pt x="0" y="0"/>
                    </a:moveTo>
                    <a:cubicBezTo>
                      <a:pt x="0" y="1"/>
                      <a:pt x="0" y="1"/>
                      <a:pt x="0" y="1"/>
                    </a:cubicBezTo>
                    <a:cubicBezTo>
                      <a:pt x="32" y="56"/>
                      <a:pt x="69" y="107"/>
                      <a:pt x="110" y="154"/>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lnSpc>
                    <a:spcPct val="100000"/>
                  </a:lnSpc>
                  <a:buFont typeface="Arial" panose="020B0604020202020204" pitchFamily="34" charset="0"/>
                  <a:buNone/>
                </a:pPr>
                <a:endParaRPr lang="en-US"/>
              </a:p>
            </p:txBody>
          </p:sp>
          <p:sp>
            <p:nvSpPr>
              <p:cNvPr id="90" name="Freeform 23">
                <a:extLst>
                  <a:ext uri="{FF2B5EF4-FFF2-40B4-BE49-F238E27FC236}">
                    <a16:creationId xmlns:a16="http://schemas.microsoft.com/office/drawing/2014/main" id="{0465E06E-A8C3-45A2-A1D6-6C0A7EBA5414}"/>
                  </a:ext>
                </a:extLst>
              </p:cNvPr>
              <p:cNvSpPr>
                <a:spLocks/>
              </p:cNvSpPr>
              <p:nvPr/>
            </p:nvSpPr>
            <p:spPr bwMode="auto">
              <a:xfrm flipH="1">
                <a:off x="5268028" y="3583173"/>
                <a:ext cx="76209" cy="165950"/>
              </a:xfrm>
              <a:custGeom>
                <a:avLst/>
                <a:gdLst>
                  <a:gd name="T0" fmla="*/ 0 w 78"/>
                  <a:gd name="T1" fmla="*/ 172 h 172"/>
                  <a:gd name="T2" fmla="*/ 0 w 78"/>
                  <a:gd name="T3" fmla="*/ 172 h 172"/>
                  <a:gd name="T4" fmla="*/ 78 w 78"/>
                  <a:gd name="T5" fmla="*/ 0 h 172"/>
                </a:gdLst>
                <a:ahLst/>
                <a:cxnLst>
                  <a:cxn ang="0">
                    <a:pos x="T0" y="T1"/>
                  </a:cxn>
                  <a:cxn ang="0">
                    <a:pos x="T2" y="T3"/>
                  </a:cxn>
                  <a:cxn ang="0">
                    <a:pos x="T4" y="T5"/>
                  </a:cxn>
                </a:cxnLst>
                <a:rect l="0" t="0" r="r" b="b"/>
                <a:pathLst>
                  <a:path w="78" h="172">
                    <a:moveTo>
                      <a:pt x="0" y="172"/>
                    </a:moveTo>
                    <a:cubicBezTo>
                      <a:pt x="0" y="172"/>
                      <a:pt x="0" y="172"/>
                      <a:pt x="0" y="172"/>
                    </a:cubicBezTo>
                    <a:cubicBezTo>
                      <a:pt x="32" y="117"/>
                      <a:pt x="58" y="60"/>
                      <a:pt x="78" y="0"/>
                    </a:cubicBezTo>
                  </a:path>
                </a:pathLst>
              </a:custGeom>
              <a:noFill/>
              <a:ln w="25400" cap="flat">
                <a:solidFill>
                  <a:schemeClr val="bg2"/>
                </a:solidFill>
                <a:prstDash val="solid"/>
                <a:miter lim="800000"/>
                <a:headEnd/>
                <a:tailEnd type="arrow"/>
              </a:ln>
            </p:spPr>
            <p:txBody>
              <a:bodyPr vert="horz" wrap="square" lIns="91440" tIns="45720" rIns="91440" bIns="45720" numCol="1" anchor="t" anchorCtr="0" compatLnSpc="1">
                <a:prstTxWarp prst="textNoShape">
                  <a:avLst/>
                </a:prstTxWarp>
              </a:bodyPr>
              <a:lstStyle/>
              <a:p>
                <a:pPr marL="0" indent="0">
                  <a:lnSpc>
                    <a:spcPct val="100000"/>
                  </a:lnSpc>
                  <a:buFont typeface="Arial" panose="020B0604020202020204" pitchFamily="34" charset="0"/>
                  <a:buNone/>
                </a:pPr>
                <a:endParaRPr lang="en-US"/>
              </a:p>
            </p:txBody>
          </p:sp>
        </p:grpSp>
        <p:sp>
          <p:nvSpPr>
            <p:cNvPr id="78" name="Oval 77">
              <a:extLst>
                <a:ext uri="{FF2B5EF4-FFF2-40B4-BE49-F238E27FC236}">
                  <a16:creationId xmlns:a16="http://schemas.microsoft.com/office/drawing/2014/main" id="{93C7739D-8BC1-4056-B29E-95C7CA15BDCF}"/>
                </a:ext>
              </a:extLst>
            </p:cNvPr>
            <p:cNvSpPr/>
            <p:nvPr/>
          </p:nvSpPr>
          <p:spPr>
            <a:xfrm>
              <a:off x="3962400" y="1182148"/>
              <a:ext cx="4343400" cy="434339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100000"/>
                </a:lnSpc>
                <a:spcAft>
                  <a:spcPts val="600"/>
                </a:spcAft>
                <a:buFont typeface="Arial" panose="020B0604020202020204" pitchFamily="34" charset="0"/>
                <a:buNone/>
              </a:pPr>
              <a:endParaRPr lang="en-US" sz="3600" b="1">
                <a:latin typeface="+mj-lt"/>
              </a:endParaRPr>
            </a:p>
          </p:txBody>
        </p:sp>
      </p:grpSp>
      <p:sp>
        <p:nvSpPr>
          <p:cNvPr id="37" name="Text Placeholder 35">
            <a:extLst>
              <a:ext uri="{FF2B5EF4-FFF2-40B4-BE49-F238E27FC236}">
                <a16:creationId xmlns:a16="http://schemas.microsoft.com/office/drawing/2014/main" id="{8552BE03-1563-4153-9F03-4CF477C6D0B8}"/>
              </a:ext>
            </a:extLst>
          </p:cNvPr>
          <p:cNvSpPr>
            <a:spLocks noGrp="1"/>
          </p:cNvSpPr>
          <p:nvPr>
            <p:ph type="body" sz="quarter" idx="32" hasCustomPrompt="1"/>
          </p:nvPr>
        </p:nvSpPr>
        <p:spPr>
          <a:xfrm>
            <a:off x="407989" y="2364941"/>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6" name="Text Placeholder 35">
            <a:extLst>
              <a:ext uri="{FF2B5EF4-FFF2-40B4-BE49-F238E27FC236}">
                <a16:creationId xmlns:a16="http://schemas.microsoft.com/office/drawing/2014/main" id="{8D44FBB5-0816-4A67-9A1E-11064CBAD7FC}"/>
              </a:ext>
            </a:extLst>
          </p:cNvPr>
          <p:cNvSpPr>
            <a:spLocks noGrp="1"/>
          </p:cNvSpPr>
          <p:nvPr>
            <p:ph type="body" sz="quarter" idx="31" hasCustomPrompt="1"/>
          </p:nvPr>
        </p:nvSpPr>
        <p:spPr>
          <a:xfrm>
            <a:off x="407989" y="1960852"/>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3" name="Date Placeholder 2">
            <a:extLst>
              <a:ext uri="{FF2B5EF4-FFF2-40B4-BE49-F238E27FC236}">
                <a16:creationId xmlns:a16="http://schemas.microsoft.com/office/drawing/2014/main" id="{FE4832AD-985D-4D13-ADFF-E382CC2CA7F2}"/>
              </a:ext>
            </a:extLst>
          </p:cNvPr>
          <p:cNvSpPr>
            <a:spLocks noGrp="1"/>
          </p:cNvSpPr>
          <p:nvPr>
            <p:ph type="dt" sz="half" idx="10"/>
          </p:nvPr>
        </p:nvSpPr>
        <p:spPr/>
        <p:txBody>
          <a:bodyPr/>
          <a:lstStyle>
            <a:lvl1pPr>
              <a:lnSpc>
                <a:spcPct val="100000"/>
              </a:lnSpc>
              <a:defRPr/>
            </a:lvl1pPr>
          </a:lstStyle>
          <a:p>
            <a:endParaRPr lang="en-GB"/>
          </a:p>
        </p:txBody>
      </p:sp>
      <p:sp>
        <p:nvSpPr>
          <p:cNvPr id="5" name="Slide Number Placeholder 4">
            <a:extLst>
              <a:ext uri="{FF2B5EF4-FFF2-40B4-BE49-F238E27FC236}">
                <a16:creationId xmlns:a16="http://schemas.microsoft.com/office/drawing/2014/main" id="{D0F3331A-221C-4BB7-BE2C-92316653FCF1}"/>
              </a:ext>
            </a:extLst>
          </p:cNvPr>
          <p:cNvSpPr>
            <a:spLocks noGrp="1"/>
          </p:cNvSpPr>
          <p:nvPr>
            <p:ph type="sldNum" sz="quarter" idx="12"/>
          </p:nvPr>
        </p:nvSpPr>
        <p:spPr/>
        <p:txBody>
          <a:bodyPr/>
          <a:lstStyle>
            <a:lvl1pPr>
              <a:lnSpc>
                <a:spcPct val="100000"/>
              </a:lnSpc>
              <a:defRPr/>
            </a:lvl1pPr>
          </a:lstStyle>
          <a:p>
            <a:fld id="{F8E47D07-9D1E-4FE9-B31A-2F5863681021}" type="slidenum">
              <a:rPr lang="en-GB" smtClean="0"/>
              <a:pPr/>
              <a:t>‹#›</a:t>
            </a:fld>
            <a:endParaRPr lang="en-GB"/>
          </a:p>
        </p:txBody>
      </p:sp>
      <p:sp>
        <p:nvSpPr>
          <p:cNvPr id="2" name="Title 1">
            <a:extLst>
              <a:ext uri="{FF2B5EF4-FFF2-40B4-BE49-F238E27FC236}">
                <a16:creationId xmlns:a16="http://schemas.microsoft.com/office/drawing/2014/main" id="{BB48A82D-1FED-420A-9205-FF50EB5B805B}"/>
              </a:ext>
            </a:extLst>
          </p:cNvPr>
          <p:cNvSpPr>
            <a:spLocks noGrp="1"/>
          </p:cNvSpPr>
          <p:nvPr>
            <p:ph type="title" hasCustomPrompt="1"/>
          </p:nvPr>
        </p:nvSpPr>
        <p:spPr>
          <a:xfrm>
            <a:off x="407987" y="404812"/>
            <a:ext cx="11376025" cy="1007427"/>
          </a:xfrm>
        </p:spPr>
        <p:txBody>
          <a:bodyPr/>
          <a:lstStyle>
            <a:lvl1pPr>
              <a:lnSpc>
                <a:spcPct val="100000"/>
              </a:lnSpc>
              <a:defRPr/>
            </a:lvl1pPr>
          </a:lstStyle>
          <a:p>
            <a:r>
              <a:rPr lang="en-US"/>
              <a:t>Click to enter title here</a:t>
            </a:r>
          </a:p>
        </p:txBody>
      </p:sp>
      <p:sp>
        <p:nvSpPr>
          <p:cNvPr id="34" name="Picture Placeholder 18">
            <a:extLst>
              <a:ext uri="{FF2B5EF4-FFF2-40B4-BE49-F238E27FC236}">
                <a16:creationId xmlns:a16="http://schemas.microsoft.com/office/drawing/2014/main" id="{0FEB6459-32DC-4DA1-A8F5-8F0A8A38CEF6}"/>
              </a:ext>
            </a:extLst>
          </p:cNvPr>
          <p:cNvSpPr>
            <a:spLocks noGrp="1"/>
          </p:cNvSpPr>
          <p:nvPr>
            <p:ph type="pic" sz="quarter" idx="23" hasCustomPrompt="1"/>
          </p:nvPr>
        </p:nvSpPr>
        <p:spPr>
          <a:xfrm>
            <a:off x="4714516" y="4308980"/>
            <a:ext cx="1479600" cy="14796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5" name="Picture Placeholder 18">
            <a:extLst>
              <a:ext uri="{FF2B5EF4-FFF2-40B4-BE49-F238E27FC236}">
                <a16:creationId xmlns:a16="http://schemas.microsoft.com/office/drawing/2014/main" id="{1A1E17F1-1D9F-4878-AA4D-733B2CB3375E}"/>
              </a:ext>
            </a:extLst>
          </p:cNvPr>
          <p:cNvSpPr>
            <a:spLocks noGrp="1"/>
          </p:cNvSpPr>
          <p:nvPr>
            <p:ph type="pic" sz="quarter" idx="30" hasCustomPrompt="1"/>
          </p:nvPr>
        </p:nvSpPr>
        <p:spPr>
          <a:xfrm>
            <a:off x="4218562" y="3358161"/>
            <a:ext cx="939600" cy="9396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8" name="Text Placeholder 35">
            <a:extLst>
              <a:ext uri="{FF2B5EF4-FFF2-40B4-BE49-F238E27FC236}">
                <a16:creationId xmlns:a16="http://schemas.microsoft.com/office/drawing/2014/main" id="{B2CDFEC6-77B5-48E1-AD00-558860A3B7D7}"/>
              </a:ext>
            </a:extLst>
          </p:cNvPr>
          <p:cNvSpPr>
            <a:spLocks noGrp="1"/>
          </p:cNvSpPr>
          <p:nvPr>
            <p:ph type="body" sz="quarter" idx="33" hasCustomPrompt="1"/>
          </p:nvPr>
        </p:nvSpPr>
        <p:spPr>
          <a:xfrm>
            <a:off x="407989" y="3732450"/>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39" name="Text Placeholder 35">
            <a:extLst>
              <a:ext uri="{FF2B5EF4-FFF2-40B4-BE49-F238E27FC236}">
                <a16:creationId xmlns:a16="http://schemas.microsoft.com/office/drawing/2014/main" id="{6D92BE5C-CD11-4FE3-BBAA-4E269EF03186}"/>
              </a:ext>
            </a:extLst>
          </p:cNvPr>
          <p:cNvSpPr>
            <a:spLocks noGrp="1"/>
          </p:cNvSpPr>
          <p:nvPr>
            <p:ph type="body" sz="quarter" idx="34" hasCustomPrompt="1"/>
          </p:nvPr>
        </p:nvSpPr>
        <p:spPr>
          <a:xfrm>
            <a:off x="407989" y="3328361"/>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0" name="Text Placeholder 35">
            <a:extLst>
              <a:ext uri="{FF2B5EF4-FFF2-40B4-BE49-F238E27FC236}">
                <a16:creationId xmlns:a16="http://schemas.microsoft.com/office/drawing/2014/main" id="{B5A9EE24-117D-4356-9278-0CDA5ECC9B11}"/>
              </a:ext>
            </a:extLst>
          </p:cNvPr>
          <p:cNvSpPr>
            <a:spLocks noGrp="1"/>
          </p:cNvSpPr>
          <p:nvPr>
            <p:ph type="body" sz="quarter" idx="35" hasCustomPrompt="1"/>
          </p:nvPr>
        </p:nvSpPr>
        <p:spPr>
          <a:xfrm>
            <a:off x="407989" y="5142435"/>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1" name="Text Placeholder 35">
            <a:extLst>
              <a:ext uri="{FF2B5EF4-FFF2-40B4-BE49-F238E27FC236}">
                <a16:creationId xmlns:a16="http://schemas.microsoft.com/office/drawing/2014/main" id="{FCECF160-D8C9-495C-A20A-83370080554E}"/>
              </a:ext>
            </a:extLst>
          </p:cNvPr>
          <p:cNvSpPr>
            <a:spLocks noGrp="1"/>
          </p:cNvSpPr>
          <p:nvPr>
            <p:ph type="body" sz="quarter" idx="36" hasCustomPrompt="1"/>
          </p:nvPr>
        </p:nvSpPr>
        <p:spPr>
          <a:xfrm>
            <a:off x="407989" y="4738346"/>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42" name="Text Placeholder 35">
            <a:extLst>
              <a:ext uri="{FF2B5EF4-FFF2-40B4-BE49-F238E27FC236}">
                <a16:creationId xmlns:a16="http://schemas.microsoft.com/office/drawing/2014/main" id="{3576F2D3-5E56-44DC-B72E-E5651D4085EB}"/>
              </a:ext>
            </a:extLst>
          </p:cNvPr>
          <p:cNvSpPr>
            <a:spLocks noGrp="1"/>
          </p:cNvSpPr>
          <p:nvPr>
            <p:ph type="body" sz="quarter" idx="37" hasCustomPrompt="1"/>
          </p:nvPr>
        </p:nvSpPr>
        <p:spPr>
          <a:xfrm>
            <a:off x="8378155" y="5142435"/>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43" name="Text Placeholder 35">
            <a:extLst>
              <a:ext uri="{FF2B5EF4-FFF2-40B4-BE49-F238E27FC236}">
                <a16:creationId xmlns:a16="http://schemas.microsoft.com/office/drawing/2014/main" id="{7FC4BBC1-5DC6-4EB2-B41F-E08BFBDE682F}"/>
              </a:ext>
            </a:extLst>
          </p:cNvPr>
          <p:cNvSpPr>
            <a:spLocks noGrp="1"/>
          </p:cNvSpPr>
          <p:nvPr>
            <p:ph type="body" sz="quarter" idx="38" hasCustomPrompt="1"/>
          </p:nvPr>
        </p:nvSpPr>
        <p:spPr>
          <a:xfrm>
            <a:off x="8378155" y="4738346"/>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55" name="Picture Placeholder 18">
            <a:extLst>
              <a:ext uri="{FF2B5EF4-FFF2-40B4-BE49-F238E27FC236}">
                <a16:creationId xmlns:a16="http://schemas.microsoft.com/office/drawing/2014/main" id="{1C0612FC-2E67-4816-A17C-A913B264C318}"/>
              </a:ext>
            </a:extLst>
          </p:cNvPr>
          <p:cNvSpPr>
            <a:spLocks noGrp="1"/>
          </p:cNvSpPr>
          <p:nvPr>
            <p:ph type="pic" sz="quarter" idx="39" hasCustomPrompt="1"/>
          </p:nvPr>
        </p:nvSpPr>
        <p:spPr>
          <a:xfrm>
            <a:off x="6424558" y="4673294"/>
            <a:ext cx="939600" cy="9396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33" name="Picture Placeholder 18">
            <a:extLst>
              <a:ext uri="{FF2B5EF4-FFF2-40B4-BE49-F238E27FC236}">
                <a16:creationId xmlns:a16="http://schemas.microsoft.com/office/drawing/2014/main" id="{98B8D385-C24B-4777-A949-9567F02FB157}"/>
              </a:ext>
            </a:extLst>
          </p:cNvPr>
          <p:cNvSpPr>
            <a:spLocks noGrp="1"/>
          </p:cNvSpPr>
          <p:nvPr>
            <p:ph type="pic" sz="quarter" idx="21" hasCustomPrompt="1"/>
          </p:nvPr>
        </p:nvSpPr>
        <p:spPr>
          <a:xfrm rot="5400000">
            <a:off x="4714516" y="1909879"/>
            <a:ext cx="1479600" cy="14796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a:solidFill>
                  <a:schemeClr val="tx1"/>
                </a:solidFill>
                <a:latin typeface="+mj-lt"/>
              </a:defRPr>
            </a:lvl1pPr>
          </a:lstStyle>
          <a:p>
            <a:pPr lvl="0" algn="ctr"/>
            <a:r>
              <a:rPr lang="en-US"/>
              <a:t> </a:t>
            </a:r>
          </a:p>
        </p:txBody>
      </p:sp>
      <p:sp>
        <p:nvSpPr>
          <p:cNvPr id="100" name="Text Placeholder 35">
            <a:extLst>
              <a:ext uri="{FF2B5EF4-FFF2-40B4-BE49-F238E27FC236}">
                <a16:creationId xmlns:a16="http://schemas.microsoft.com/office/drawing/2014/main" id="{2FEFE8F0-9BAA-4346-BB21-AE04B912909E}"/>
              </a:ext>
            </a:extLst>
          </p:cNvPr>
          <p:cNvSpPr>
            <a:spLocks noGrp="1"/>
          </p:cNvSpPr>
          <p:nvPr>
            <p:ph type="body" sz="quarter" idx="40" hasCustomPrompt="1"/>
          </p:nvPr>
        </p:nvSpPr>
        <p:spPr>
          <a:xfrm>
            <a:off x="8378155" y="3732450"/>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101" name="Text Placeholder 35">
            <a:extLst>
              <a:ext uri="{FF2B5EF4-FFF2-40B4-BE49-F238E27FC236}">
                <a16:creationId xmlns:a16="http://schemas.microsoft.com/office/drawing/2014/main" id="{C99D92DC-FF86-40FE-B29A-81222ADC7B00}"/>
              </a:ext>
            </a:extLst>
          </p:cNvPr>
          <p:cNvSpPr>
            <a:spLocks noGrp="1"/>
          </p:cNvSpPr>
          <p:nvPr>
            <p:ph type="body" sz="quarter" idx="41" hasCustomPrompt="1"/>
          </p:nvPr>
        </p:nvSpPr>
        <p:spPr>
          <a:xfrm>
            <a:off x="8378155" y="3328361"/>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2" name="Text Placeholder 35">
            <a:extLst>
              <a:ext uri="{FF2B5EF4-FFF2-40B4-BE49-F238E27FC236}">
                <a16:creationId xmlns:a16="http://schemas.microsoft.com/office/drawing/2014/main" id="{B03F4B5C-D836-4E4C-A2EB-DE5761A3FD20}"/>
              </a:ext>
            </a:extLst>
          </p:cNvPr>
          <p:cNvSpPr>
            <a:spLocks noGrp="1"/>
          </p:cNvSpPr>
          <p:nvPr>
            <p:ph type="body" sz="quarter" idx="42" hasCustomPrompt="1"/>
          </p:nvPr>
        </p:nvSpPr>
        <p:spPr>
          <a:xfrm>
            <a:off x="8378155" y="2364941"/>
            <a:ext cx="3405710" cy="889200"/>
          </a:xfrm>
        </p:spPr>
        <p:txBody>
          <a:bodyPr bIns="0" anchor="t"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0" kern="1200" dirty="0" smtClean="0">
                <a:solidFill>
                  <a:schemeClr val="tx1"/>
                </a:solidFill>
                <a:latin typeface="+mn-lt"/>
                <a:ea typeface="+mn-ea"/>
                <a:cs typeface="+mn-cs"/>
              </a:defRPr>
            </a:lvl1pPr>
            <a:lvl2pPr marL="0" indent="0">
              <a:buNone/>
              <a:defRPr/>
            </a:lvl2pPr>
          </a:lstStyle>
          <a:p>
            <a:pPr lvl="0"/>
            <a:r>
              <a:rPr lang="en-US"/>
              <a:t>Click to add text.</a:t>
            </a:r>
            <a:br>
              <a:rPr lang="en-US"/>
            </a:br>
            <a:r>
              <a:rPr lang="en-US"/>
              <a:t>Please change lens </a:t>
            </a:r>
            <a:r>
              <a:rPr lang="en-US" err="1"/>
              <a:t>colour</a:t>
            </a:r>
            <a:r>
              <a:rPr lang="en-US"/>
              <a:t> before adding images or icons. </a:t>
            </a:r>
          </a:p>
        </p:txBody>
      </p:sp>
      <p:sp>
        <p:nvSpPr>
          <p:cNvPr id="103" name="Text Placeholder 35">
            <a:extLst>
              <a:ext uri="{FF2B5EF4-FFF2-40B4-BE49-F238E27FC236}">
                <a16:creationId xmlns:a16="http://schemas.microsoft.com/office/drawing/2014/main" id="{BD7432FC-8E33-4D4A-9C94-1BD0E1D05DF5}"/>
              </a:ext>
            </a:extLst>
          </p:cNvPr>
          <p:cNvSpPr>
            <a:spLocks noGrp="1"/>
          </p:cNvSpPr>
          <p:nvPr>
            <p:ph type="body" sz="quarter" idx="43" hasCustomPrompt="1"/>
          </p:nvPr>
        </p:nvSpPr>
        <p:spPr>
          <a:xfrm>
            <a:off x="8378155" y="1960852"/>
            <a:ext cx="3405710" cy="364129"/>
          </a:xfrm>
        </p:spPr>
        <p:txBody>
          <a:bodyPr bIns="0" anchor="ctr" anchorCtr="0"/>
          <a:lstStyle>
            <a:lvl1pPr marL="0" indent="0" algn="l" defTabSz="914400" rtl="0" eaLnBrk="1" latinLnBrk="0" hangingPunct="1">
              <a:lnSpc>
                <a:spcPct val="100000"/>
              </a:lnSpc>
              <a:spcBef>
                <a:spcPts val="0"/>
              </a:spcBef>
              <a:spcAft>
                <a:spcPts val="600"/>
              </a:spcAft>
              <a:buFont typeface="Arial" panose="020B0604020202020204" pitchFamily="34" charset="0"/>
              <a:buNone/>
              <a:defRPr lang="en-US" sz="1600" b="1" kern="1200" dirty="0" smtClean="0">
                <a:solidFill>
                  <a:schemeClr val="accent1"/>
                </a:solidFill>
                <a:latin typeface="+mn-lt"/>
                <a:ea typeface="+mn-ea"/>
                <a:cs typeface="+mn-cs"/>
              </a:defRPr>
            </a:lvl1pPr>
            <a:lvl2pPr marL="0" indent="0">
              <a:buNone/>
              <a:defRPr/>
            </a:lvl2pPr>
          </a:lstStyle>
          <a:p>
            <a:pPr lvl="0"/>
            <a:r>
              <a:rPr lang="en-US"/>
              <a:t>Click to add heading</a:t>
            </a:r>
          </a:p>
        </p:txBody>
      </p:sp>
      <p:sp>
        <p:nvSpPr>
          <p:cNvPr id="104" name="Picture Placeholder 18">
            <a:extLst>
              <a:ext uri="{FF2B5EF4-FFF2-40B4-BE49-F238E27FC236}">
                <a16:creationId xmlns:a16="http://schemas.microsoft.com/office/drawing/2014/main" id="{EE46A045-14C2-4E61-8827-7C151F1AAFDC}"/>
              </a:ext>
            </a:extLst>
          </p:cNvPr>
          <p:cNvSpPr>
            <a:spLocks noGrp="1"/>
          </p:cNvSpPr>
          <p:nvPr>
            <p:ph type="pic" sz="quarter" idx="44" hasCustomPrompt="1"/>
          </p:nvPr>
        </p:nvSpPr>
        <p:spPr>
          <a:xfrm>
            <a:off x="6755362" y="3088161"/>
            <a:ext cx="1479600" cy="14796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105" name="Picture Placeholder 18">
            <a:extLst>
              <a:ext uri="{FF2B5EF4-FFF2-40B4-BE49-F238E27FC236}">
                <a16:creationId xmlns:a16="http://schemas.microsoft.com/office/drawing/2014/main" id="{BFC280A5-9513-416C-8C61-E8C8CEE671F9}"/>
              </a:ext>
            </a:extLst>
          </p:cNvPr>
          <p:cNvSpPr>
            <a:spLocks noGrp="1"/>
          </p:cNvSpPr>
          <p:nvPr>
            <p:ph type="pic" sz="quarter" idx="45" hasCustomPrompt="1"/>
          </p:nvPr>
        </p:nvSpPr>
        <p:spPr>
          <a:xfrm>
            <a:off x="6426189" y="2043918"/>
            <a:ext cx="939600" cy="9396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nSpc>
                <a:spcPct val="100000"/>
              </a:lnSpc>
              <a:buNone/>
              <a:defRPr lang="en-US" sz="3200" dirty="0">
                <a:solidFill>
                  <a:schemeClr val="tx1"/>
                </a:solidFill>
                <a:latin typeface="+mj-lt"/>
              </a:defRPr>
            </a:lvl1pPr>
          </a:lstStyle>
          <a:p>
            <a:pPr lvl="0" algn="ctr"/>
            <a:r>
              <a:rPr lang="en-US"/>
              <a:t> </a:t>
            </a:r>
          </a:p>
        </p:txBody>
      </p:sp>
      <p:sp>
        <p:nvSpPr>
          <p:cNvPr id="44" name="Text Placeholder 96">
            <a:extLst>
              <a:ext uri="{FF2B5EF4-FFF2-40B4-BE49-F238E27FC236}">
                <a16:creationId xmlns:a16="http://schemas.microsoft.com/office/drawing/2014/main" id="{5767C5E8-2550-48B3-B38B-4A113100B13B}"/>
              </a:ext>
            </a:extLst>
          </p:cNvPr>
          <p:cNvSpPr>
            <a:spLocks noGrp="1"/>
          </p:cNvSpPr>
          <p:nvPr>
            <p:ph type="body" sz="quarter" idx="111" hasCustomPrompt="1"/>
          </p:nvPr>
        </p:nvSpPr>
        <p:spPr>
          <a:xfrm>
            <a:off x="407988" y="6200774"/>
            <a:ext cx="9729787" cy="657225"/>
          </a:xfrm>
        </p:spPr>
        <p:txBody>
          <a:bodyPr anchor="b" anchorCtr="0">
            <a:noAutofit/>
          </a:bodyPr>
          <a:lstStyle>
            <a:lvl1pPr>
              <a:lnSpc>
                <a:spcPct val="100000"/>
              </a:lnSpc>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109625227"/>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 Column Process">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407986" y="2849450"/>
            <a:ext cx="3715200" cy="2876550"/>
          </a:xfrm>
          <a:noFill/>
          <a:ln>
            <a:solidFill>
              <a:schemeClr val="accent1"/>
            </a:solidFill>
          </a:ln>
        </p:spPr>
        <p:txBody>
          <a:bodyPr lIns="180000" tIns="180000" rIns="180000" bIns="180000">
            <a:noAutofit/>
          </a:bodyPr>
          <a:lstStyle>
            <a:lvl1pPr marL="0" indent="0">
              <a:buNone/>
              <a:defRPr sz="2000"/>
            </a:lvl1pPr>
          </a:lstStyle>
          <a:p>
            <a:pPr lvl="0"/>
            <a:r>
              <a:rPr lang="en-US"/>
              <a:t>Click to add text</a:t>
            </a:r>
          </a:p>
        </p:txBody>
      </p:sp>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defRPr/>
            </a:lvl1pPr>
          </a:lstStyle>
          <a:p>
            <a:r>
              <a:rPr lang="en-US"/>
              <a:t>Click to enter title here</a:t>
            </a:r>
          </a:p>
        </p:txBody>
      </p:sp>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p>
            <a:endParaRPr lang="en-GB"/>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31" name="Text Placeholder 30">
            <a:extLst>
              <a:ext uri="{FF2B5EF4-FFF2-40B4-BE49-F238E27FC236}">
                <a16:creationId xmlns:a16="http://schemas.microsoft.com/office/drawing/2014/main" id="{34CD8BC7-181D-40C3-B655-0B1389F83D1B}"/>
              </a:ext>
            </a:extLst>
          </p:cNvPr>
          <p:cNvSpPr>
            <a:spLocks noGrp="1"/>
          </p:cNvSpPr>
          <p:nvPr>
            <p:ph type="body" sz="quarter" idx="13" hasCustomPrompt="1"/>
          </p:nvPr>
        </p:nvSpPr>
        <p:spPr>
          <a:xfrm>
            <a:off x="407987" y="2032113"/>
            <a:ext cx="3846513" cy="817200"/>
          </a:xfrm>
          <a:custGeom>
            <a:avLst/>
            <a:gdLst>
              <a:gd name="connsiteX0" fmla="*/ 0 w 3846513"/>
              <a:gd name="connsiteY0" fmla="*/ 0 h 817200"/>
              <a:gd name="connsiteX1" fmla="*/ 752 w 3846513"/>
              <a:gd name="connsiteY1" fmla="*/ 0 h 817200"/>
              <a:gd name="connsiteX2" fmla="*/ 2175412 w 3846513"/>
              <a:gd name="connsiteY2" fmla="*/ 0 h 817200"/>
              <a:gd name="connsiteX3" fmla="*/ 2785012 w 3846513"/>
              <a:gd name="connsiteY3" fmla="*/ 0 h 817200"/>
              <a:gd name="connsiteX4" fmla="*/ 3715287 w 3846513"/>
              <a:gd name="connsiteY4" fmla="*/ 0 h 817200"/>
              <a:gd name="connsiteX5" fmla="*/ 3846513 w 3846513"/>
              <a:gd name="connsiteY5" fmla="*/ 408600 h 817200"/>
              <a:gd name="connsiteX6" fmla="*/ 3715287 w 3846513"/>
              <a:gd name="connsiteY6" fmla="*/ 817200 h 817200"/>
              <a:gd name="connsiteX7" fmla="*/ 2785012 w 3846513"/>
              <a:gd name="connsiteY7" fmla="*/ 817200 h 817200"/>
              <a:gd name="connsiteX8" fmla="*/ 2175412 w 3846513"/>
              <a:gd name="connsiteY8" fmla="*/ 817200 h 817200"/>
              <a:gd name="connsiteX9" fmla="*/ 752 w 3846513"/>
              <a:gd name="connsiteY9" fmla="*/ 817200 h 817200"/>
              <a:gd name="connsiteX10" fmla="*/ 0 w 3846513"/>
              <a:gd name="connsiteY10" fmla="*/ 8172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46513" h="817200">
                <a:moveTo>
                  <a:pt x="0" y="0"/>
                </a:moveTo>
                <a:lnTo>
                  <a:pt x="752" y="0"/>
                </a:lnTo>
                <a:lnTo>
                  <a:pt x="2175412" y="0"/>
                </a:lnTo>
                <a:lnTo>
                  <a:pt x="2785012" y="0"/>
                </a:lnTo>
                <a:lnTo>
                  <a:pt x="3715287" y="0"/>
                </a:lnTo>
                <a:lnTo>
                  <a:pt x="3846513" y="408600"/>
                </a:lnTo>
                <a:lnTo>
                  <a:pt x="3715287" y="817200"/>
                </a:lnTo>
                <a:lnTo>
                  <a:pt x="2785012" y="817200"/>
                </a:lnTo>
                <a:lnTo>
                  <a:pt x="2175412" y="817200"/>
                </a:lnTo>
                <a:lnTo>
                  <a:pt x="752" y="817200"/>
                </a:lnTo>
                <a:lnTo>
                  <a:pt x="0" y="817200"/>
                </a:lnTo>
                <a:close/>
              </a:path>
            </a:pathLst>
          </a:custGeom>
          <a:solidFill>
            <a:schemeClr val="accent1"/>
          </a:solidFill>
          <a:ln>
            <a:solidFill>
              <a:schemeClr val="accent1"/>
            </a:solidFill>
          </a:ln>
        </p:spPr>
        <p:txBody>
          <a:bodyPr wrap="square" lIns="180000" rIns="180000" anchor="ctr" anchorCtr="0">
            <a:noAutofit/>
          </a:bodyPr>
          <a:lstStyle>
            <a:lvl1pPr marL="0" indent="0">
              <a:buNone/>
              <a:defRPr sz="2000"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4237037" y="2849450"/>
            <a:ext cx="3715200" cy="2876550"/>
          </a:xfrm>
          <a:noFill/>
          <a:ln>
            <a:solidFill>
              <a:schemeClr val="tx2"/>
            </a:solidFill>
          </a:ln>
        </p:spPr>
        <p:txBody>
          <a:bodyPr lIns="180000" tIns="180000" rIns="180000" bIns="180000">
            <a:noAutofit/>
          </a:bodyPr>
          <a:lstStyle>
            <a:lvl1pPr marL="0" indent="0">
              <a:buNone/>
              <a:defRPr sz="2000"/>
            </a:lvl1pPr>
          </a:lstStyle>
          <a:p>
            <a:pPr lvl="0"/>
            <a:r>
              <a:rPr lang="en-US"/>
              <a:t>Click to add text</a:t>
            </a:r>
          </a:p>
        </p:txBody>
      </p:sp>
      <p:sp>
        <p:nvSpPr>
          <p:cNvPr id="30" name="Text Placeholder 29">
            <a:extLst>
              <a:ext uri="{FF2B5EF4-FFF2-40B4-BE49-F238E27FC236}">
                <a16:creationId xmlns:a16="http://schemas.microsoft.com/office/drawing/2014/main" id="{AD429AD1-93FE-42C9-ACB6-DC8300212E78}"/>
              </a:ext>
            </a:extLst>
          </p:cNvPr>
          <p:cNvSpPr>
            <a:spLocks noGrp="1"/>
          </p:cNvSpPr>
          <p:nvPr>
            <p:ph type="body" sz="quarter" idx="17" hasCustomPrompt="1"/>
          </p:nvPr>
        </p:nvSpPr>
        <p:spPr>
          <a:xfrm>
            <a:off x="4237037" y="2032113"/>
            <a:ext cx="3833812" cy="817200"/>
          </a:xfrm>
          <a:custGeom>
            <a:avLst/>
            <a:gdLst>
              <a:gd name="connsiteX0" fmla="*/ 0 w 3833812"/>
              <a:gd name="connsiteY0" fmla="*/ 0 h 817200"/>
              <a:gd name="connsiteX1" fmla="*/ 932575 w 3833812"/>
              <a:gd name="connsiteY1" fmla="*/ 0 h 817200"/>
              <a:gd name="connsiteX2" fmla="*/ 1533695 w 3833812"/>
              <a:gd name="connsiteY2" fmla="*/ 0 h 817200"/>
              <a:gd name="connsiteX3" fmla="*/ 3713545 w 3833812"/>
              <a:gd name="connsiteY3" fmla="*/ 0 h 817200"/>
              <a:gd name="connsiteX4" fmla="*/ 3713546 w 3833812"/>
              <a:gd name="connsiteY4" fmla="*/ 0 h 817200"/>
              <a:gd name="connsiteX5" fmla="*/ 3833812 w 3833812"/>
              <a:gd name="connsiteY5" fmla="*/ 408600 h 817200"/>
              <a:gd name="connsiteX6" fmla="*/ 3713545 w 3833812"/>
              <a:gd name="connsiteY6" fmla="*/ 817200 h 817200"/>
              <a:gd name="connsiteX7" fmla="*/ 1533695 w 3833812"/>
              <a:gd name="connsiteY7" fmla="*/ 817200 h 817200"/>
              <a:gd name="connsiteX8" fmla="*/ 932575 w 3833812"/>
              <a:gd name="connsiteY8" fmla="*/ 817200 h 817200"/>
              <a:gd name="connsiteX9" fmla="*/ 0 w 3833812"/>
              <a:gd name="connsiteY9" fmla="*/ 817200 h 817200"/>
              <a:gd name="connsiteX10" fmla="*/ 120267 w 3833812"/>
              <a:gd name="connsiteY10"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33812" h="817200">
                <a:moveTo>
                  <a:pt x="0" y="0"/>
                </a:moveTo>
                <a:lnTo>
                  <a:pt x="932575" y="0"/>
                </a:lnTo>
                <a:lnTo>
                  <a:pt x="1533695" y="0"/>
                </a:lnTo>
                <a:lnTo>
                  <a:pt x="3713545" y="0"/>
                </a:lnTo>
                <a:lnTo>
                  <a:pt x="3713546" y="0"/>
                </a:lnTo>
                <a:lnTo>
                  <a:pt x="3833812" y="408600"/>
                </a:lnTo>
                <a:lnTo>
                  <a:pt x="3713545" y="817200"/>
                </a:lnTo>
                <a:lnTo>
                  <a:pt x="1533695" y="817200"/>
                </a:lnTo>
                <a:lnTo>
                  <a:pt x="932575" y="817200"/>
                </a:lnTo>
                <a:lnTo>
                  <a:pt x="0" y="817200"/>
                </a:lnTo>
                <a:lnTo>
                  <a:pt x="120267" y="408600"/>
                </a:lnTo>
                <a:close/>
              </a:path>
            </a:pathLst>
          </a:custGeom>
          <a:solidFill>
            <a:schemeClr val="tx2"/>
          </a:solidFill>
          <a:ln>
            <a:solidFill>
              <a:schemeClr val="tx2"/>
            </a:solidFill>
          </a:ln>
        </p:spPr>
        <p:txBody>
          <a:bodyPr wrap="square" lIns="180000" rIns="180000" anchor="ctr" anchorCtr="0">
            <a:noAutofit/>
          </a:bodyPr>
          <a:lstStyle>
            <a:lvl1pPr marL="0" indent="0">
              <a:buNone/>
              <a:defRPr sz="2000"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8068813" y="2849450"/>
            <a:ext cx="3715200" cy="2876550"/>
          </a:xfrm>
          <a:noFill/>
          <a:ln>
            <a:solidFill>
              <a:schemeClr val="accent6"/>
            </a:solidFill>
          </a:ln>
        </p:spPr>
        <p:txBody>
          <a:bodyPr lIns="180000" tIns="180000" rIns="180000" bIns="180000">
            <a:noAutofit/>
          </a:bodyPr>
          <a:lstStyle>
            <a:lvl1pPr marL="0" indent="0">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29" name="Text Placeholder 28">
            <a:extLst>
              <a:ext uri="{FF2B5EF4-FFF2-40B4-BE49-F238E27FC236}">
                <a16:creationId xmlns:a16="http://schemas.microsoft.com/office/drawing/2014/main" id="{FA12C4F6-CA5C-4C9A-BF79-F0FD42EF0468}"/>
              </a:ext>
            </a:extLst>
          </p:cNvPr>
          <p:cNvSpPr>
            <a:spLocks noGrp="1"/>
          </p:cNvSpPr>
          <p:nvPr>
            <p:ph type="body" sz="quarter" idx="21" hasCustomPrompt="1"/>
          </p:nvPr>
        </p:nvSpPr>
        <p:spPr>
          <a:xfrm>
            <a:off x="8066088" y="2032113"/>
            <a:ext cx="3717925" cy="817200"/>
          </a:xfrm>
          <a:custGeom>
            <a:avLst/>
            <a:gdLst>
              <a:gd name="connsiteX0" fmla="*/ 0 w 3717925"/>
              <a:gd name="connsiteY0" fmla="*/ 0 h 817200"/>
              <a:gd name="connsiteX1" fmla="*/ 104986 w 3717925"/>
              <a:gd name="connsiteY1" fmla="*/ 0 h 817200"/>
              <a:gd name="connsiteX2" fmla="*/ 604460 w 3717925"/>
              <a:gd name="connsiteY2" fmla="*/ 0 h 817200"/>
              <a:gd name="connsiteX3" fmla="*/ 818271 w 3717925"/>
              <a:gd name="connsiteY3" fmla="*/ 0 h 817200"/>
              <a:gd name="connsiteX4" fmla="*/ 1417808 w 3717925"/>
              <a:gd name="connsiteY4" fmla="*/ 0 h 817200"/>
              <a:gd name="connsiteX5" fmla="*/ 3597658 w 3717925"/>
              <a:gd name="connsiteY5" fmla="*/ 0 h 817200"/>
              <a:gd name="connsiteX6" fmla="*/ 3597659 w 3717925"/>
              <a:gd name="connsiteY6" fmla="*/ 0 h 817200"/>
              <a:gd name="connsiteX7" fmla="*/ 3717925 w 3717925"/>
              <a:gd name="connsiteY7" fmla="*/ 0 h 817200"/>
              <a:gd name="connsiteX8" fmla="*/ 3717925 w 3717925"/>
              <a:gd name="connsiteY8" fmla="*/ 408600 h 817200"/>
              <a:gd name="connsiteX9" fmla="*/ 3717925 w 3717925"/>
              <a:gd name="connsiteY9" fmla="*/ 817200 h 817200"/>
              <a:gd name="connsiteX10" fmla="*/ 3597658 w 3717925"/>
              <a:gd name="connsiteY10" fmla="*/ 817200 h 817200"/>
              <a:gd name="connsiteX11" fmla="*/ 1417808 w 3717925"/>
              <a:gd name="connsiteY11" fmla="*/ 817200 h 817200"/>
              <a:gd name="connsiteX12" fmla="*/ 818271 w 3717925"/>
              <a:gd name="connsiteY12" fmla="*/ 817200 h 817200"/>
              <a:gd name="connsiteX13" fmla="*/ 61231 w 3717925"/>
              <a:gd name="connsiteY13" fmla="*/ 817200 h 817200"/>
              <a:gd name="connsiteX14" fmla="*/ 61231 w 3717925"/>
              <a:gd name="connsiteY14" fmla="*/ 817199 h 817200"/>
              <a:gd name="connsiteX15" fmla="*/ 104985 w 3717925"/>
              <a:gd name="connsiteY15" fmla="*/ 817199 h 817200"/>
              <a:gd name="connsiteX16" fmla="*/ 104985 w 3717925"/>
              <a:gd name="connsiteY16" fmla="*/ 817198 h 817200"/>
              <a:gd name="connsiteX17" fmla="*/ 0 w 3717925"/>
              <a:gd name="connsiteY17" fmla="*/ 817198 h 817200"/>
              <a:gd name="connsiteX18" fmla="*/ 134895 w 3717925"/>
              <a:gd name="connsiteY18" fmla="*/ 408599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17925" h="817200">
                <a:moveTo>
                  <a:pt x="0" y="0"/>
                </a:moveTo>
                <a:lnTo>
                  <a:pt x="104986" y="0"/>
                </a:lnTo>
                <a:lnTo>
                  <a:pt x="604460" y="0"/>
                </a:lnTo>
                <a:lnTo>
                  <a:pt x="818271" y="0"/>
                </a:lnTo>
                <a:lnTo>
                  <a:pt x="1417808" y="0"/>
                </a:lnTo>
                <a:lnTo>
                  <a:pt x="3597658" y="0"/>
                </a:lnTo>
                <a:lnTo>
                  <a:pt x="3597659" y="0"/>
                </a:lnTo>
                <a:lnTo>
                  <a:pt x="3717925" y="0"/>
                </a:lnTo>
                <a:lnTo>
                  <a:pt x="3717925" y="408600"/>
                </a:lnTo>
                <a:lnTo>
                  <a:pt x="3717925" y="817200"/>
                </a:lnTo>
                <a:lnTo>
                  <a:pt x="3597658" y="817200"/>
                </a:lnTo>
                <a:lnTo>
                  <a:pt x="1417808" y="817200"/>
                </a:lnTo>
                <a:lnTo>
                  <a:pt x="818271" y="817200"/>
                </a:lnTo>
                <a:lnTo>
                  <a:pt x="61231" y="817200"/>
                </a:lnTo>
                <a:lnTo>
                  <a:pt x="61231" y="817199"/>
                </a:lnTo>
                <a:lnTo>
                  <a:pt x="104985" y="817199"/>
                </a:lnTo>
                <a:lnTo>
                  <a:pt x="104985" y="817198"/>
                </a:lnTo>
                <a:lnTo>
                  <a:pt x="0" y="817198"/>
                </a:lnTo>
                <a:lnTo>
                  <a:pt x="134895" y="408599"/>
                </a:lnTo>
                <a:close/>
              </a:path>
            </a:pathLst>
          </a:custGeom>
          <a:solidFill>
            <a:schemeClr val="accent6"/>
          </a:solidFill>
          <a:ln>
            <a:solidFill>
              <a:schemeClr val="accent6"/>
            </a:solidFill>
          </a:ln>
        </p:spPr>
        <p:txBody>
          <a:bodyPr wrap="square" lIns="180000" rIns="180000" anchor="ctr" anchorCtr="0">
            <a:noAutofit/>
          </a:bodyPr>
          <a:lstStyle>
            <a:lvl1pPr marL="0" indent="0">
              <a:buNone/>
              <a:defRPr sz="2000" b="1">
                <a:solidFill>
                  <a:schemeClr val="tx1"/>
                </a:solidFill>
              </a:defRPr>
            </a:lvl1pPr>
            <a:lvl2pPr marL="0" indent="0">
              <a:buNone/>
              <a:defRPr/>
            </a:lvl2pPr>
          </a:lstStyle>
          <a:p>
            <a:pPr lvl="0"/>
            <a:r>
              <a:rPr lang="en-US"/>
              <a:t>Click to add heading</a:t>
            </a:r>
          </a:p>
        </p:txBody>
      </p:sp>
      <p:sp>
        <p:nvSpPr>
          <p:cNvPr id="12" name="Text Placeholder 96">
            <a:extLst>
              <a:ext uri="{FF2B5EF4-FFF2-40B4-BE49-F238E27FC236}">
                <a16:creationId xmlns:a16="http://schemas.microsoft.com/office/drawing/2014/main" id="{2128A043-8396-4954-A094-3A77D92F8D4B}"/>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002284108"/>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 Column Process">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AC83CC72-343E-4818-B724-8F9FEE0BFD09}"/>
              </a:ext>
            </a:extLst>
          </p:cNvPr>
          <p:cNvSpPr>
            <a:spLocks noGrp="1"/>
          </p:cNvSpPr>
          <p:nvPr>
            <p:ph type="body" sz="quarter" idx="20" hasCustomPrompt="1"/>
          </p:nvPr>
        </p:nvSpPr>
        <p:spPr>
          <a:xfrm>
            <a:off x="6130042" y="2032113"/>
            <a:ext cx="2901237" cy="817198"/>
          </a:xfrm>
          <a:custGeom>
            <a:avLst/>
            <a:gdLst>
              <a:gd name="connsiteX0" fmla="*/ 0 w 2901237"/>
              <a:gd name="connsiteY0" fmla="*/ 0 h 817198"/>
              <a:gd name="connsiteX1" fmla="*/ 601120 w 2901237"/>
              <a:gd name="connsiteY1" fmla="*/ 0 h 817198"/>
              <a:gd name="connsiteX2" fmla="*/ 2772401 w 2901237"/>
              <a:gd name="connsiteY2" fmla="*/ 0 h 817198"/>
              <a:gd name="connsiteX3" fmla="*/ 2896346 w 2901237"/>
              <a:gd name="connsiteY3" fmla="*/ 391982 h 817198"/>
              <a:gd name="connsiteX4" fmla="*/ 2901237 w 2901237"/>
              <a:gd name="connsiteY4" fmla="*/ 408600 h 817198"/>
              <a:gd name="connsiteX5" fmla="*/ 2896353 w 2901237"/>
              <a:gd name="connsiteY5" fmla="*/ 425192 h 817198"/>
              <a:gd name="connsiteX6" fmla="*/ 2772401 w 2901237"/>
              <a:gd name="connsiteY6" fmla="*/ 817198 h 817198"/>
              <a:gd name="connsiteX7" fmla="*/ 1 w 2901237"/>
              <a:gd name="connsiteY7" fmla="*/ 817198 h 817198"/>
              <a:gd name="connsiteX8" fmla="*/ 9 w 2901237"/>
              <a:gd name="connsiteY8" fmla="*/ 817171 h 817198"/>
              <a:gd name="connsiteX9" fmla="*/ 129199 w 2901237"/>
              <a:gd name="connsiteY9" fmla="*/ 408599 h 81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01237" h="817198">
                <a:moveTo>
                  <a:pt x="0" y="0"/>
                </a:moveTo>
                <a:lnTo>
                  <a:pt x="601120" y="0"/>
                </a:lnTo>
                <a:lnTo>
                  <a:pt x="2772401" y="0"/>
                </a:lnTo>
                <a:lnTo>
                  <a:pt x="2896346" y="391982"/>
                </a:lnTo>
                <a:lnTo>
                  <a:pt x="2901237" y="408600"/>
                </a:lnTo>
                <a:lnTo>
                  <a:pt x="2896353" y="425192"/>
                </a:lnTo>
                <a:lnTo>
                  <a:pt x="2772401" y="817198"/>
                </a:lnTo>
                <a:lnTo>
                  <a:pt x="1" y="817198"/>
                </a:lnTo>
                <a:lnTo>
                  <a:pt x="9" y="817171"/>
                </a:lnTo>
                <a:lnTo>
                  <a:pt x="129199" y="408599"/>
                </a:lnTo>
                <a:close/>
              </a:path>
            </a:pathLst>
          </a:custGeom>
          <a:solidFill>
            <a:schemeClr val="accent6"/>
          </a:solidFill>
          <a:ln>
            <a:solidFill>
              <a:schemeClr val="accent6"/>
            </a:solidFill>
          </a:ln>
        </p:spPr>
        <p:txBody>
          <a:bodyPr wrap="square" lIns="180000" tIns="0" rIns="180000" bIns="0" anchor="ctr" anchorCtr="0">
            <a:noAutofit/>
          </a:bodyPr>
          <a:lstStyle>
            <a:lvl1pPr marL="0" indent="0">
              <a:buNone/>
              <a:defRPr sz="2000" b="1">
                <a:solidFill>
                  <a:schemeClr val="tx1"/>
                </a:solidFill>
              </a:defRPr>
            </a:lvl1pPr>
            <a:lvl2pPr marL="432000" indent="0">
              <a:buFont typeface="Arial" panose="020B0604020202020204" pitchFamily="34" charset="0"/>
              <a:buNone/>
              <a:defRPr sz="2000" b="1">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heading</a:t>
            </a:r>
          </a:p>
        </p:txBody>
      </p:sp>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407987" y="2849450"/>
            <a:ext cx="2772653" cy="2876550"/>
          </a:xfrm>
          <a:noFill/>
          <a:ln>
            <a:solidFill>
              <a:schemeClr val="accent1"/>
            </a:solidFill>
          </a:ln>
        </p:spPr>
        <p:txBody>
          <a:bodyPr lIns="180000" tIns="180000" rIns="180000" bIns="180000">
            <a:noAutofit/>
          </a:bodyPr>
          <a:lstStyle>
            <a:lvl1pPr marL="0" indent="0">
              <a:buNone/>
              <a:defRPr sz="2000"/>
            </a:lvl1pPr>
          </a:lstStyle>
          <a:p>
            <a:pPr lvl="0"/>
            <a:r>
              <a:rPr lang="en-US"/>
              <a:t>Click to add text</a:t>
            </a:r>
          </a:p>
        </p:txBody>
      </p:sp>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defRPr/>
            </a:lvl1pPr>
          </a:lstStyle>
          <a:p>
            <a:r>
              <a:rPr lang="en-US"/>
              <a:t>Click to enter title here</a:t>
            </a:r>
          </a:p>
        </p:txBody>
      </p:sp>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p>
            <a:endParaRPr lang="en-GB"/>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28" name="Text Placeholder 27">
            <a:extLst>
              <a:ext uri="{FF2B5EF4-FFF2-40B4-BE49-F238E27FC236}">
                <a16:creationId xmlns:a16="http://schemas.microsoft.com/office/drawing/2014/main" id="{4A375546-B5E2-4A34-9E57-6FD13BAC4AC9}"/>
              </a:ext>
            </a:extLst>
          </p:cNvPr>
          <p:cNvSpPr>
            <a:spLocks noGrp="1"/>
          </p:cNvSpPr>
          <p:nvPr>
            <p:ph type="body" sz="quarter" idx="13" hasCustomPrompt="1"/>
          </p:nvPr>
        </p:nvSpPr>
        <p:spPr>
          <a:xfrm>
            <a:off x="407987" y="2032113"/>
            <a:ext cx="2916238" cy="817200"/>
          </a:xfrm>
          <a:custGeom>
            <a:avLst/>
            <a:gdLst>
              <a:gd name="connsiteX0" fmla="*/ 0 w 2916238"/>
              <a:gd name="connsiteY0" fmla="*/ 0 h 817200"/>
              <a:gd name="connsiteX1" fmla="*/ 752 w 2916238"/>
              <a:gd name="connsiteY1" fmla="*/ 0 h 817200"/>
              <a:gd name="connsiteX2" fmla="*/ 2175412 w 2916238"/>
              <a:gd name="connsiteY2" fmla="*/ 0 h 817200"/>
              <a:gd name="connsiteX3" fmla="*/ 2785012 w 2916238"/>
              <a:gd name="connsiteY3" fmla="*/ 0 h 817200"/>
              <a:gd name="connsiteX4" fmla="*/ 2916238 w 2916238"/>
              <a:gd name="connsiteY4" fmla="*/ 408600 h 817200"/>
              <a:gd name="connsiteX5" fmla="*/ 2785012 w 2916238"/>
              <a:gd name="connsiteY5" fmla="*/ 817200 h 817200"/>
              <a:gd name="connsiteX6" fmla="*/ 2175412 w 2916238"/>
              <a:gd name="connsiteY6" fmla="*/ 817200 h 817200"/>
              <a:gd name="connsiteX7" fmla="*/ 752 w 2916238"/>
              <a:gd name="connsiteY7" fmla="*/ 817200 h 817200"/>
              <a:gd name="connsiteX8" fmla="*/ 0 w 2916238"/>
              <a:gd name="connsiteY8" fmla="*/ 8172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16238" h="817200">
                <a:moveTo>
                  <a:pt x="0" y="0"/>
                </a:moveTo>
                <a:lnTo>
                  <a:pt x="752" y="0"/>
                </a:lnTo>
                <a:lnTo>
                  <a:pt x="2175412" y="0"/>
                </a:lnTo>
                <a:lnTo>
                  <a:pt x="2785012" y="0"/>
                </a:lnTo>
                <a:lnTo>
                  <a:pt x="2916238" y="408600"/>
                </a:lnTo>
                <a:lnTo>
                  <a:pt x="2785012" y="817200"/>
                </a:lnTo>
                <a:lnTo>
                  <a:pt x="2175412" y="817200"/>
                </a:lnTo>
                <a:lnTo>
                  <a:pt x="752" y="817200"/>
                </a:lnTo>
                <a:lnTo>
                  <a:pt x="0" y="817200"/>
                </a:lnTo>
                <a:close/>
              </a:path>
            </a:pathLst>
          </a:custGeom>
          <a:solidFill>
            <a:schemeClr val="accent1"/>
          </a:solidFill>
          <a:ln>
            <a:solidFill>
              <a:schemeClr val="accent1"/>
            </a:solidFill>
          </a:ln>
        </p:spPr>
        <p:txBody>
          <a:bodyPr wrap="square" lIns="180000" rIns="180000" anchor="ctr" anchorCtr="0">
            <a:noAutofit/>
          </a:bodyPr>
          <a:lstStyle>
            <a:lvl1pPr marL="0" indent="0">
              <a:buNone/>
              <a:defRPr sz="2000"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3261437" y="2849450"/>
            <a:ext cx="2772653" cy="2876550"/>
          </a:xfrm>
          <a:noFill/>
          <a:ln>
            <a:solidFill>
              <a:schemeClr val="tx2"/>
            </a:solidFill>
          </a:ln>
        </p:spPr>
        <p:txBody>
          <a:bodyPr lIns="180000" tIns="180000" rIns="180000" bIns="180000">
            <a:noAutofit/>
          </a:bodyPr>
          <a:lstStyle>
            <a:lvl1pPr marL="0" indent="0">
              <a:buNone/>
              <a:defRPr sz="2000"/>
            </a:lvl1pPr>
          </a:lstStyle>
          <a:p>
            <a:pPr lvl="0"/>
            <a:r>
              <a:rPr lang="en-US"/>
              <a:t>Click to add text</a:t>
            </a:r>
          </a:p>
        </p:txBody>
      </p:sp>
      <p:sp>
        <p:nvSpPr>
          <p:cNvPr id="27" name="Text Placeholder 26">
            <a:extLst>
              <a:ext uri="{FF2B5EF4-FFF2-40B4-BE49-F238E27FC236}">
                <a16:creationId xmlns:a16="http://schemas.microsoft.com/office/drawing/2014/main" id="{B7D4CF97-9894-4D12-B5CD-6E7A0BEFEBCE}"/>
              </a:ext>
            </a:extLst>
          </p:cNvPr>
          <p:cNvSpPr>
            <a:spLocks noGrp="1"/>
          </p:cNvSpPr>
          <p:nvPr>
            <p:ph type="body" sz="quarter" idx="17" hasCustomPrompt="1"/>
          </p:nvPr>
        </p:nvSpPr>
        <p:spPr>
          <a:xfrm>
            <a:off x="3261438" y="2032113"/>
            <a:ext cx="2901237" cy="817200"/>
          </a:xfrm>
          <a:custGeom>
            <a:avLst/>
            <a:gdLst>
              <a:gd name="connsiteX0" fmla="*/ 0 w 2901237"/>
              <a:gd name="connsiteY0" fmla="*/ 0 h 817200"/>
              <a:gd name="connsiteX1" fmla="*/ 601120 w 2901237"/>
              <a:gd name="connsiteY1" fmla="*/ 0 h 817200"/>
              <a:gd name="connsiteX2" fmla="*/ 2780970 w 2901237"/>
              <a:gd name="connsiteY2" fmla="*/ 0 h 817200"/>
              <a:gd name="connsiteX3" fmla="*/ 2780971 w 2901237"/>
              <a:gd name="connsiteY3" fmla="*/ 0 h 817200"/>
              <a:gd name="connsiteX4" fmla="*/ 2901237 w 2901237"/>
              <a:gd name="connsiteY4" fmla="*/ 408600 h 817200"/>
              <a:gd name="connsiteX5" fmla="*/ 2780970 w 2901237"/>
              <a:gd name="connsiteY5" fmla="*/ 817200 h 817200"/>
              <a:gd name="connsiteX6" fmla="*/ 601120 w 2901237"/>
              <a:gd name="connsiteY6" fmla="*/ 817200 h 817200"/>
              <a:gd name="connsiteX7" fmla="*/ 0 w 2901237"/>
              <a:gd name="connsiteY7" fmla="*/ 817200 h 817200"/>
              <a:gd name="connsiteX8" fmla="*/ 120267 w 2901237"/>
              <a:gd name="connsiteY8"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01237" h="817200">
                <a:moveTo>
                  <a:pt x="0" y="0"/>
                </a:moveTo>
                <a:lnTo>
                  <a:pt x="601120" y="0"/>
                </a:lnTo>
                <a:lnTo>
                  <a:pt x="2780970" y="0"/>
                </a:lnTo>
                <a:lnTo>
                  <a:pt x="2780971" y="0"/>
                </a:lnTo>
                <a:lnTo>
                  <a:pt x="2901237" y="408600"/>
                </a:lnTo>
                <a:lnTo>
                  <a:pt x="2780970" y="817200"/>
                </a:lnTo>
                <a:lnTo>
                  <a:pt x="601120" y="817200"/>
                </a:lnTo>
                <a:lnTo>
                  <a:pt x="0" y="817200"/>
                </a:lnTo>
                <a:lnTo>
                  <a:pt x="120267" y="408600"/>
                </a:lnTo>
                <a:close/>
              </a:path>
            </a:pathLst>
          </a:custGeom>
          <a:solidFill>
            <a:schemeClr val="tx2"/>
          </a:solidFill>
          <a:ln>
            <a:solidFill>
              <a:schemeClr val="tx2"/>
            </a:solidFill>
          </a:ln>
        </p:spPr>
        <p:txBody>
          <a:bodyPr wrap="square" lIns="180000" rIns="180000" anchor="ctr" anchorCtr="0">
            <a:noAutofit/>
          </a:bodyPr>
          <a:lstStyle>
            <a:lvl1pPr marL="0" indent="0">
              <a:buNone/>
              <a:defRPr sz="2000"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6130044" y="2849450"/>
            <a:ext cx="2772656" cy="2876550"/>
          </a:xfrm>
          <a:noFill/>
          <a:ln>
            <a:solidFill>
              <a:schemeClr val="accent6"/>
            </a:solidFill>
          </a:ln>
        </p:spPr>
        <p:txBody>
          <a:bodyPr lIns="180000" tIns="180000" rIns="180000" bIns="180000">
            <a:noAutofit/>
          </a:bodyPr>
          <a:lstStyle>
            <a:lvl1pPr marL="0" indent="0">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26" name="Text Placeholder 25">
            <a:extLst>
              <a:ext uri="{FF2B5EF4-FFF2-40B4-BE49-F238E27FC236}">
                <a16:creationId xmlns:a16="http://schemas.microsoft.com/office/drawing/2014/main" id="{1693F23D-9700-4C2B-8C74-EC7DABC03DE5}"/>
              </a:ext>
            </a:extLst>
          </p:cNvPr>
          <p:cNvSpPr>
            <a:spLocks noGrp="1"/>
          </p:cNvSpPr>
          <p:nvPr>
            <p:ph type="body" sz="quarter" idx="21" hasCustomPrompt="1"/>
          </p:nvPr>
        </p:nvSpPr>
        <p:spPr>
          <a:xfrm>
            <a:off x="8998651" y="2849312"/>
            <a:ext cx="2785359" cy="2876549"/>
          </a:xfrm>
          <a:prstGeom prst="rect">
            <a:avLst/>
          </a:prstGeom>
          <a:noFill/>
          <a:ln>
            <a:solidFill>
              <a:schemeClr val="accent5"/>
            </a:solidFill>
          </a:ln>
        </p:spPr>
        <p:txBody>
          <a:bodyPr wrap="square" lIns="180000" tIns="180000" rIns="180000" bIns="180000" anchor="t" anchorCtr="0">
            <a:noAutofit/>
          </a:bodyPr>
          <a:lstStyle>
            <a:lvl1pPr marL="0" indent="0">
              <a:buNone/>
              <a:defRPr sz="2000" b="0">
                <a:solidFill>
                  <a:schemeClr val="tx1"/>
                </a:solidFill>
              </a:defRPr>
            </a:lvl1pPr>
            <a:lvl2pPr marL="0" indent="0">
              <a:buNone/>
              <a:defRPr/>
            </a:lvl2pPr>
          </a:lstStyle>
          <a:p>
            <a:pPr lvl="0"/>
            <a:r>
              <a:rPr lang="en-US"/>
              <a:t>Click to add heading</a:t>
            </a:r>
          </a:p>
        </p:txBody>
      </p:sp>
      <p:sp>
        <p:nvSpPr>
          <p:cNvPr id="25" name="Text Placeholder 24">
            <a:extLst>
              <a:ext uri="{FF2B5EF4-FFF2-40B4-BE49-F238E27FC236}">
                <a16:creationId xmlns:a16="http://schemas.microsoft.com/office/drawing/2014/main" id="{2FA2D96A-3279-4543-B199-078C69DB5ECC}"/>
              </a:ext>
            </a:extLst>
          </p:cNvPr>
          <p:cNvSpPr>
            <a:spLocks noGrp="1"/>
          </p:cNvSpPr>
          <p:nvPr>
            <p:ph type="body" sz="quarter" idx="22" hasCustomPrompt="1"/>
          </p:nvPr>
        </p:nvSpPr>
        <p:spPr>
          <a:xfrm>
            <a:off x="8998653" y="2032113"/>
            <a:ext cx="2785358" cy="817200"/>
          </a:xfrm>
          <a:custGeom>
            <a:avLst/>
            <a:gdLst>
              <a:gd name="connsiteX0" fmla="*/ 0 w 2785358"/>
              <a:gd name="connsiteY0" fmla="*/ 0 h 817200"/>
              <a:gd name="connsiteX1" fmla="*/ 75364 w 2785358"/>
              <a:gd name="connsiteY1" fmla="*/ 0 h 817200"/>
              <a:gd name="connsiteX2" fmla="*/ 450010 w 2785358"/>
              <a:gd name="connsiteY2" fmla="*/ 0 h 817200"/>
              <a:gd name="connsiteX3" fmla="*/ 485241 w 2785358"/>
              <a:gd name="connsiteY3" fmla="*/ 0 h 817200"/>
              <a:gd name="connsiteX4" fmla="*/ 2665092 w 2785358"/>
              <a:gd name="connsiteY4" fmla="*/ 0 h 817200"/>
              <a:gd name="connsiteX5" fmla="*/ 2785358 w 2785358"/>
              <a:gd name="connsiteY5" fmla="*/ 0 h 817200"/>
              <a:gd name="connsiteX6" fmla="*/ 2785358 w 2785358"/>
              <a:gd name="connsiteY6" fmla="*/ 408600 h 817200"/>
              <a:gd name="connsiteX7" fmla="*/ 2785358 w 2785358"/>
              <a:gd name="connsiteY7" fmla="*/ 817200 h 817200"/>
              <a:gd name="connsiteX8" fmla="*/ 2665091 w 2785358"/>
              <a:gd name="connsiteY8" fmla="*/ 817200 h 817200"/>
              <a:gd name="connsiteX9" fmla="*/ 485241 w 2785358"/>
              <a:gd name="connsiteY9" fmla="*/ 817200 h 817200"/>
              <a:gd name="connsiteX10" fmla="*/ 42544 w 2785358"/>
              <a:gd name="connsiteY10" fmla="*/ 817200 h 817200"/>
              <a:gd name="connsiteX11" fmla="*/ 42544 w 2785358"/>
              <a:gd name="connsiteY11" fmla="*/ 817199 h 817200"/>
              <a:gd name="connsiteX12" fmla="*/ 75363 w 2785358"/>
              <a:gd name="connsiteY12" fmla="*/ 817199 h 817200"/>
              <a:gd name="connsiteX13" fmla="*/ 75363 w 2785358"/>
              <a:gd name="connsiteY13" fmla="*/ 817198 h 817200"/>
              <a:gd name="connsiteX14" fmla="*/ 0 w 2785358"/>
              <a:gd name="connsiteY14" fmla="*/ 817198 h 817200"/>
              <a:gd name="connsiteX15" fmla="*/ 135060 w 2785358"/>
              <a:gd name="connsiteY15" fmla="*/ 408599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85358" h="817200">
                <a:moveTo>
                  <a:pt x="0" y="0"/>
                </a:moveTo>
                <a:lnTo>
                  <a:pt x="75364" y="0"/>
                </a:lnTo>
                <a:lnTo>
                  <a:pt x="450010" y="0"/>
                </a:lnTo>
                <a:lnTo>
                  <a:pt x="485241" y="0"/>
                </a:lnTo>
                <a:lnTo>
                  <a:pt x="2665092" y="0"/>
                </a:lnTo>
                <a:lnTo>
                  <a:pt x="2785358" y="0"/>
                </a:lnTo>
                <a:lnTo>
                  <a:pt x="2785358" y="408600"/>
                </a:lnTo>
                <a:lnTo>
                  <a:pt x="2785358" y="817200"/>
                </a:lnTo>
                <a:lnTo>
                  <a:pt x="2665091" y="817200"/>
                </a:lnTo>
                <a:lnTo>
                  <a:pt x="485241" y="817200"/>
                </a:lnTo>
                <a:lnTo>
                  <a:pt x="42544" y="817200"/>
                </a:lnTo>
                <a:lnTo>
                  <a:pt x="42544" y="817199"/>
                </a:lnTo>
                <a:lnTo>
                  <a:pt x="75363" y="817199"/>
                </a:lnTo>
                <a:lnTo>
                  <a:pt x="75363" y="817198"/>
                </a:lnTo>
                <a:lnTo>
                  <a:pt x="0" y="817198"/>
                </a:lnTo>
                <a:lnTo>
                  <a:pt x="135060" y="408599"/>
                </a:lnTo>
                <a:close/>
              </a:path>
            </a:pathLst>
          </a:custGeom>
          <a:solidFill>
            <a:schemeClr val="accent5"/>
          </a:solidFill>
          <a:ln>
            <a:solidFill>
              <a:schemeClr val="accent5"/>
            </a:solidFill>
          </a:ln>
        </p:spPr>
        <p:txBody>
          <a:bodyPr wrap="square" lIns="180000" rIns="180000" anchor="ctr" anchorCtr="0">
            <a:noAutofit/>
          </a:bodyPr>
          <a:lstStyle>
            <a:lvl1pPr marL="0" indent="0">
              <a:buNone/>
              <a:defRPr sz="2000" b="1">
                <a:solidFill>
                  <a:schemeClr val="tx1"/>
                </a:solidFill>
              </a:defRPr>
            </a:lvl1pPr>
            <a:lvl2pPr marL="0" indent="0">
              <a:buNone/>
              <a:defRPr/>
            </a:lvl2pPr>
          </a:lstStyle>
          <a:p>
            <a:pPr lvl="0"/>
            <a:r>
              <a:rPr lang="en-US"/>
              <a:t>Click to add heading</a:t>
            </a:r>
          </a:p>
        </p:txBody>
      </p:sp>
      <p:sp>
        <p:nvSpPr>
          <p:cNvPr id="16" name="Text Placeholder 96">
            <a:extLst>
              <a:ext uri="{FF2B5EF4-FFF2-40B4-BE49-F238E27FC236}">
                <a16:creationId xmlns:a16="http://schemas.microsoft.com/office/drawing/2014/main" id="{79BF63BD-24FC-4FB2-B627-3C8094934CB3}"/>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55779959"/>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 Column Process">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D5B1D31A-1072-4488-8176-064D101F59B2}"/>
              </a:ext>
            </a:extLst>
          </p:cNvPr>
          <p:cNvSpPr>
            <a:spLocks noGrp="1"/>
          </p:cNvSpPr>
          <p:nvPr>
            <p:ph type="body" sz="quarter" idx="15" hasCustomPrompt="1"/>
          </p:nvPr>
        </p:nvSpPr>
        <p:spPr>
          <a:xfrm>
            <a:off x="407988" y="2849450"/>
            <a:ext cx="2179040" cy="2876550"/>
          </a:xfrm>
          <a:noFill/>
          <a:ln>
            <a:solidFill>
              <a:schemeClr val="accent1"/>
            </a:solidFill>
          </a:ln>
        </p:spPr>
        <p:txBody>
          <a:bodyPr lIns="180000" tIns="180000" rIns="180000" bIns="180000">
            <a:noAutofit/>
          </a:bodyPr>
          <a:lstStyle>
            <a:lvl1pPr marL="0" indent="0">
              <a:buNone/>
              <a:defRPr sz="2000"/>
            </a:lvl1pPr>
          </a:lstStyle>
          <a:p>
            <a:pPr lvl="0"/>
            <a:r>
              <a:rPr lang="en-US"/>
              <a:t>Click to add text</a:t>
            </a:r>
          </a:p>
        </p:txBody>
      </p:sp>
      <p:sp>
        <p:nvSpPr>
          <p:cNvPr id="2" name="Title 1">
            <a:extLst>
              <a:ext uri="{FF2B5EF4-FFF2-40B4-BE49-F238E27FC236}">
                <a16:creationId xmlns:a16="http://schemas.microsoft.com/office/drawing/2014/main" id="{DB849400-E757-4904-B6B0-89D775990C58}"/>
              </a:ext>
            </a:extLst>
          </p:cNvPr>
          <p:cNvSpPr>
            <a:spLocks noGrp="1"/>
          </p:cNvSpPr>
          <p:nvPr>
            <p:ph type="title" hasCustomPrompt="1"/>
          </p:nvPr>
        </p:nvSpPr>
        <p:spPr/>
        <p:txBody>
          <a:bodyPr/>
          <a:lstStyle>
            <a:lvl1pPr>
              <a:defRPr/>
            </a:lvl1pPr>
          </a:lstStyle>
          <a:p>
            <a:r>
              <a:rPr lang="en-US"/>
              <a:t>Click to enter title here</a:t>
            </a:r>
          </a:p>
        </p:txBody>
      </p:sp>
      <p:sp>
        <p:nvSpPr>
          <p:cNvPr id="3" name="Date Placeholder 2">
            <a:extLst>
              <a:ext uri="{FF2B5EF4-FFF2-40B4-BE49-F238E27FC236}">
                <a16:creationId xmlns:a16="http://schemas.microsoft.com/office/drawing/2014/main" id="{7CD3461D-2D14-40AF-A11E-E32A29AD5DDA}"/>
              </a:ext>
            </a:extLst>
          </p:cNvPr>
          <p:cNvSpPr>
            <a:spLocks noGrp="1"/>
          </p:cNvSpPr>
          <p:nvPr>
            <p:ph type="dt" sz="half" idx="10"/>
          </p:nvPr>
        </p:nvSpPr>
        <p:spPr/>
        <p:txBody>
          <a:bodyPr/>
          <a:lstStyle/>
          <a:p>
            <a:endParaRPr lang="en-GB"/>
          </a:p>
        </p:txBody>
      </p:sp>
      <p:sp>
        <p:nvSpPr>
          <p:cNvPr id="5" name="Slide Number Placeholder 4">
            <a:extLst>
              <a:ext uri="{FF2B5EF4-FFF2-40B4-BE49-F238E27FC236}">
                <a16:creationId xmlns:a16="http://schemas.microsoft.com/office/drawing/2014/main" id="{F8382FB9-7D18-4174-9B0A-336A77C9A80A}"/>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39" name="Text Placeholder 38">
            <a:extLst>
              <a:ext uri="{FF2B5EF4-FFF2-40B4-BE49-F238E27FC236}">
                <a16:creationId xmlns:a16="http://schemas.microsoft.com/office/drawing/2014/main" id="{8D6CB9D3-FFF8-41F8-AB84-829079938EC7}"/>
              </a:ext>
            </a:extLst>
          </p:cNvPr>
          <p:cNvSpPr>
            <a:spLocks noGrp="1"/>
          </p:cNvSpPr>
          <p:nvPr>
            <p:ph type="body" sz="quarter" idx="13" hasCustomPrompt="1"/>
          </p:nvPr>
        </p:nvSpPr>
        <p:spPr>
          <a:xfrm>
            <a:off x="408739" y="2032113"/>
            <a:ext cx="2305886" cy="817200"/>
          </a:xfrm>
          <a:custGeom>
            <a:avLst/>
            <a:gdLst>
              <a:gd name="connsiteX0" fmla="*/ 0 w 2305886"/>
              <a:gd name="connsiteY0" fmla="*/ 0 h 817200"/>
              <a:gd name="connsiteX1" fmla="*/ 2174660 w 2305886"/>
              <a:gd name="connsiteY1" fmla="*/ 0 h 817200"/>
              <a:gd name="connsiteX2" fmla="*/ 2305886 w 2305886"/>
              <a:gd name="connsiteY2" fmla="*/ 408600 h 817200"/>
              <a:gd name="connsiteX3" fmla="*/ 2174660 w 2305886"/>
              <a:gd name="connsiteY3" fmla="*/ 817200 h 817200"/>
              <a:gd name="connsiteX4" fmla="*/ 0 w 2305886"/>
              <a:gd name="connsiteY4" fmla="*/ 817200 h 81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886" h="817200">
                <a:moveTo>
                  <a:pt x="0" y="0"/>
                </a:moveTo>
                <a:lnTo>
                  <a:pt x="2174660" y="0"/>
                </a:lnTo>
                <a:lnTo>
                  <a:pt x="2305886" y="408600"/>
                </a:lnTo>
                <a:lnTo>
                  <a:pt x="2174660" y="817200"/>
                </a:lnTo>
                <a:lnTo>
                  <a:pt x="0" y="817200"/>
                </a:lnTo>
                <a:close/>
              </a:path>
            </a:pathLst>
          </a:custGeom>
          <a:solidFill>
            <a:schemeClr val="accent1"/>
          </a:solidFill>
          <a:ln>
            <a:solidFill>
              <a:schemeClr val="accent1"/>
            </a:solidFill>
          </a:ln>
        </p:spPr>
        <p:txBody>
          <a:bodyPr wrap="square" lIns="180000" rIns="180000" anchor="ctr" anchorCtr="0">
            <a:noAutofit/>
          </a:bodyPr>
          <a:lstStyle>
            <a:lvl1pPr marL="0" indent="0">
              <a:buNone/>
              <a:defRPr sz="2000" b="1">
                <a:solidFill>
                  <a:schemeClr val="bg1"/>
                </a:solidFill>
              </a:defRPr>
            </a:lvl1pPr>
            <a:lvl2pPr marL="0" indent="0">
              <a:buNone/>
              <a:defRPr/>
            </a:lvl2pPr>
          </a:lstStyle>
          <a:p>
            <a:pPr lvl="0"/>
            <a:r>
              <a:rPr lang="en-US"/>
              <a:t>Click to add heading</a:t>
            </a:r>
          </a:p>
        </p:txBody>
      </p:sp>
      <p:sp>
        <p:nvSpPr>
          <p:cNvPr id="19" name="Text Placeholder 17">
            <a:extLst>
              <a:ext uri="{FF2B5EF4-FFF2-40B4-BE49-F238E27FC236}">
                <a16:creationId xmlns:a16="http://schemas.microsoft.com/office/drawing/2014/main" id="{10B4C999-11DB-49A6-8AB3-B2F9DC1BC18C}"/>
              </a:ext>
            </a:extLst>
          </p:cNvPr>
          <p:cNvSpPr>
            <a:spLocks noGrp="1"/>
          </p:cNvSpPr>
          <p:nvPr>
            <p:ph type="body" sz="quarter" idx="16" hasCustomPrompt="1"/>
          </p:nvPr>
        </p:nvSpPr>
        <p:spPr>
          <a:xfrm>
            <a:off x="2705101" y="2849450"/>
            <a:ext cx="2179040" cy="2876550"/>
          </a:xfrm>
          <a:noFill/>
          <a:ln>
            <a:solidFill>
              <a:schemeClr val="tx2"/>
            </a:solidFill>
          </a:ln>
        </p:spPr>
        <p:txBody>
          <a:bodyPr lIns="180000" tIns="180000" rIns="180000" bIns="180000">
            <a:noAutofit/>
          </a:bodyPr>
          <a:lstStyle>
            <a:lvl1pPr marL="0" indent="0">
              <a:buNone/>
              <a:defRPr sz="2000"/>
            </a:lvl1pPr>
          </a:lstStyle>
          <a:p>
            <a:pPr lvl="0"/>
            <a:r>
              <a:rPr lang="en-US"/>
              <a:t>Click to add text</a:t>
            </a:r>
          </a:p>
        </p:txBody>
      </p:sp>
      <p:sp>
        <p:nvSpPr>
          <p:cNvPr id="40" name="Text Placeholder 39">
            <a:extLst>
              <a:ext uri="{FF2B5EF4-FFF2-40B4-BE49-F238E27FC236}">
                <a16:creationId xmlns:a16="http://schemas.microsoft.com/office/drawing/2014/main" id="{66C0C20F-32BB-4C0E-AAF8-A6A769147834}"/>
              </a:ext>
            </a:extLst>
          </p:cNvPr>
          <p:cNvSpPr>
            <a:spLocks noGrp="1"/>
          </p:cNvSpPr>
          <p:nvPr>
            <p:ph type="body" sz="quarter" idx="17" hasCustomPrompt="1"/>
          </p:nvPr>
        </p:nvSpPr>
        <p:spPr>
          <a:xfrm>
            <a:off x="2706859" y="2032113"/>
            <a:ext cx="2300117"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tx2"/>
          </a:solidFill>
          <a:ln>
            <a:solidFill>
              <a:schemeClr val="tx2"/>
            </a:solidFill>
          </a:ln>
        </p:spPr>
        <p:txBody>
          <a:bodyPr wrap="square" lIns="180000" rIns="180000" anchor="ctr" anchorCtr="0">
            <a:noAutofit/>
          </a:bodyPr>
          <a:lstStyle>
            <a:lvl1pPr marL="0" indent="0">
              <a:buNone/>
              <a:defRPr sz="2000" b="1">
                <a:solidFill>
                  <a:schemeClr val="bg1"/>
                </a:solidFill>
              </a:defRPr>
            </a:lvl1pPr>
            <a:lvl2pPr marL="0" indent="0">
              <a:buNone/>
              <a:defRPr/>
            </a:lvl2pPr>
          </a:lstStyle>
          <a:p>
            <a:pPr lvl="0"/>
            <a:r>
              <a:rPr lang="en-US"/>
              <a:t>Click to add heading</a:t>
            </a:r>
          </a:p>
        </p:txBody>
      </p:sp>
      <p:sp>
        <p:nvSpPr>
          <p:cNvPr id="21" name="Text Placeholder 17">
            <a:extLst>
              <a:ext uri="{FF2B5EF4-FFF2-40B4-BE49-F238E27FC236}">
                <a16:creationId xmlns:a16="http://schemas.microsoft.com/office/drawing/2014/main" id="{B8A0AAAB-DFCF-4F8D-90DA-DBD02013396C}"/>
              </a:ext>
            </a:extLst>
          </p:cNvPr>
          <p:cNvSpPr>
            <a:spLocks noGrp="1"/>
          </p:cNvSpPr>
          <p:nvPr>
            <p:ph type="body" sz="quarter" idx="18" hasCustomPrompt="1"/>
          </p:nvPr>
        </p:nvSpPr>
        <p:spPr>
          <a:xfrm>
            <a:off x="5002214" y="2849450"/>
            <a:ext cx="2177451" cy="2876550"/>
          </a:xfrm>
          <a:noFill/>
          <a:ln>
            <a:solidFill>
              <a:schemeClr val="accent6"/>
            </a:solidFill>
          </a:ln>
        </p:spPr>
        <p:txBody>
          <a:bodyPr lIns="180000" tIns="180000" rIns="180000" bIns="180000">
            <a:noAutofit/>
          </a:bodyPr>
          <a:lstStyle>
            <a:lvl1pPr marL="0" indent="0">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17" name="Text Placeholder 16">
            <a:extLst>
              <a:ext uri="{FF2B5EF4-FFF2-40B4-BE49-F238E27FC236}">
                <a16:creationId xmlns:a16="http://schemas.microsoft.com/office/drawing/2014/main" id="{30B90539-6EE8-4A3B-99A2-131BECE1E80E}"/>
              </a:ext>
            </a:extLst>
          </p:cNvPr>
          <p:cNvSpPr>
            <a:spLocks noGrp="1"/>
          </p:cNvSpPr>
          <p:nvPr>
            <p:ph type="body" sz="quarter" idx="20" hasCustomPrompt="1"/>
          </p:nvPr>
        </p:nvSpPr>
        <p:spPr>
          <a:xfrm>
            <a:off x="5005418" y="2032113"/>
            <a:ext cx="2300117"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accent6"/>
          </a:solidFill>
          <a:ln>
            <a:solidFill>
              <a:schemeClr val="accent6"/>
            </a:solidFill>
          </a:ln>
        </p:spPr>
        <p:txBody>
          <a:bodyPr wrap="square" lIns="180000" tIns="180000" rIns="180000" bIns="180000">
            <a:noAutofit/>
          </a:bodyPr>
          <a:lstStyle>
            <a:lvl1pPr marL="0" indent="0">
              <a:buNone/>
              <a:defRPr sz="2000" b="1">
                <a:solidFill>
                  <a:schemeClr val="tx1"/>
                </a:solidFill>
              </a:defRPr>
            </a:lvl1pPr>
            <a:lvl2pPr marL="432000" indent="0">
              <a:buFont typeface="Arial" panose="020B0604020202020204" pitchFamily="34" charset="0"/>
              <a:buNone/>
              <a:defRPr sz="2000" b="1">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heading</a:t>
            </a:r>
          </a:p>
        </p:txBody>
      </p:sp>
      <p:sp>
        <p:nvSpPr>
          <p:cNvPr id="41" name="Text Placeholder 40">
            <a:extLst>
              <a:ext uri="{FF2B5EF4-FFF2-40B4-BE49-F238E27FC236}">
                <a16:creationId xmlns:a16="http://schemas.microsoft.com/office/drawing/2014/main" id="{FE232F59-5ADC-46E3-9697-CA7EA3C216B8}"/>
              </a:ext>
            </a:extLst>
          </p:cNvPr>
          <p:cNvSpPr>
            <a:spLocks noGrp="1"/>
          </p:cNvSpPr>
          <p:nvPr>
            <p:ph type="body" sz="quarter" idx="21" hasCustomPrompt="1"/>
          </p:nvPr>
        </p:nvSpPr>
        <p:spPr>
          <a:xfrm>
            <a:off x="7304258" y="2849312"/>
            <a:ext cx="2178000" cy="2876549"/>
          </a:xfrm>
          <a:prstGeom prst="rect">
            <a:avLst/>
          </a:prstGeom>
          <a:noFill/>
          <a:ln>
            <a:solidFill>
              <a:schemeClr val="accent5"/>
            </a:solidFill>
          </a:ln>
        </p:spPr>
        <p:txBody>
          <a:bodyPr wrap="square" lIns="180000" tIns="180000" rIns="180000" bIns="180000" anchor="t" anchorCtr="0">
            <a:noAutofit/>
          </a:bodyPr>
          <a:lstStyle>
            <a:lvl1pPr marL="0" indent="0">
              <a:buNone/>
              <a:defRPr sz="2000" b="0">
                <a:solidFill>
                  <a:schemeClr val="tx1"/>
                </a:solidFill>
              </a:defRPr>
            </a:lvl1pPr>
            <a:lvl2pPr marL="0" indent="0">
              <a:buNone/>
              <a:defRPr/>
            </a:lvl2pPr>
          </a:lstStyle>
          <a:p>
            <a:pPr lvl="0"/>
            <a:r>
              <a:rPr lang="en-US"/>
              <a:t>Click to add text</a:t>
            </a:r>
          </a:p>
        </p:txBody>
      </p:sp>
      <p:sp>
        <p:nvSpPr>
          <p:cNvPr id="42" name="Text Placeholder 41">
            <a:extLst>
              <a:ext uri="{FF2B5EF4-FFF2-40B4-BE49-F238E27FC236}">
                <a16:creationId xmlns:a16="http://schemas.microsoft.com/office/drawing/2014/main" id="{B2F6D8DE-FDAF-4886-9A00-5D9F036F05A5}"/>
              </a:ext>
            </a:extLst>
          </p:cNvPr>
          <p:cNvSpPr>
            <a:spLocks noGrp="1"/>
          </p:cNvSpPr>
          <p:nvPr>
            <p:ph type="body" sz="quarter" idx="22" hasCustomPrompt="1"/>
          </p:nvPr>
        </p:nvSpPr>
        <p:spPr>
          <a:xfrm>
            <a:off x="7304258" y="2032113"/>
            <a:ext cx="2300117" cy="817200"/>
          </a:xfrm>
          <a:custGeom>
            <a:avLst/>
            <a:gdLst>
              <a:gd name="connsiteX0" fmla="*/ 0 w 2300117"/>
              <a:gd name="connsiteY0" fmla="*/ 0 h 817200"/>
              <a:gd name="connsiteX1" fmla="*/ 2179851 w 2300117"/>
              <a:gd name="connsiteY1" fmla="*/ 0 h 817200"/>
              <a:gd name="connsiteX2" fmla="*/ 2300117 w 2300117"/>
              <a:gd name="connsiteY2" fmla="*/ 408600 h 817200"/>
              <a:gd name="connsiteX3" fmla="*/ 2179850 w 2300117"/>
              <a:gd name="connsiteY3" fmla="*/ 817200 h 817200"/>
              <a:gd name="connsiteX4" fmla="*/ 0 w 2300117"/>
              <a:gd name="connsiteY4" fmla="*/ 817200 h 817200"/>
              <a:gd name="connsiteX5" fmla="*/ 120267 w 2300117"/>
              <a:gd name="connsiteY5" fmla="*/ 408600 h 81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0117" h="817200">
                <a:moveTo>
                  <a:pt x="0" y="0"/>
                </a:moveTo>
                <a:lnTo>
                  <a:pt x="2179851" y="0"/>
                </a:lnTo>
                <a:lnTo>
                  <a:pt x="2300117" y="408600"/>
                </a:lnTo>
                <a:lnTo>
                  <a:pt x="2179850" y="817200"/>
                </a:lnTo>
                <a:lnTo>
                  <a:pt x="0" y="817200"/>
                </a:lnTo>
                <a:lnTo>
                  <a:pt x="120267" y="408600"/>
                </a:lnTo>
                <a:close/>
              </a:path>
            </a:pathLst>
          </a:custGeom>
          <a:solidFill>
            <a:schemeClr val="accent5"/>
          </a:solidFill>
          <a:ln>
            <a:solidFill>
              <a:schemeClr val="accent5"/>
            </a:solidFill>
          </a:ln>
        </p:spPr>
        <p:txBody>
          <a:bodyPr wrap="square" lIns="180000" rIns="180000" anchor="ctr" anchorCtr="0">
            <a:noAutofit/>
          </a:bodyPr>
          <a:lstStyle>
            <a:lvl1pPr marL="0" indent="0">
              <a:buNone/>
              <a:defRPr sz="2000" b="1">
                <a:solidFill>
                  <a:schemeClr val="tx1"/>
                </a:solidFill>
              </a:defRPr>
            </a:lvl1pPr>
            <a:lvl2pPr marL="0" indent="0">
              <a:buNone/>
              <a:defRPr/>
            </a:lvl2pPr>
          </a:lstStyle>
          <a:p>
            <a:pPr lvl="0"/>
            <a:r>
              <a:rPr lang="en-US"/>
              <a:t>Click to add heading</a:t>
            </a:r>
          </a:p>
        </p:txBody>
      </p:sp>
      <p:sp>
        <p:nvSpPr>
          <p:cNvPr id="44" name="Text Placeholder 43">
            <a:extLst>
              <a:ext uri="{FF2B5EF4-FFF2-40B4-BE49-F238E27FC236}">
                <a16:creationId xmlns:a16="http://schemas.microsoft.com/office/drawing/2014/main" id="{884ACBA5-0874-4C39-B8D4-EE3612F7CE7F}"/>
              </a:ext>
            </a:extLst>
          </p:cNvPr>
          <p:cNvSpPr>
            <a:spLocks noGrp="1"/>
          </p:cNvSpPr>
          <p:nvPr>
            <p:ph type="body" sz="quarter" idx="23" hasCustomPrompt="1"/>
          </p:nvPr>
        </p:nvSpPr>
        <p:spPr>
          <a:xfrm>
            <a:off x="9603470" y="2032112"/>
            <a:ext cx="2180543" cy="817201"/>
          </a:xfrm>
          <a:custGeom>
            <a:avLst/>
            <a:gdLst>
              <a:gd name="connsiteX0" fmla="*/ 0 w 2180543"/>
              <a:gd name="connsiteY0" fmla="*/ 0 h 817201"/>
              <a:gd name="connsiteX1" fmla="*/ 49503 w 2180543"/>
              <a:gd name="connsiteY1" fmla="*/ 0 h 817201"/>
              <a:gd name="connsiteX2" fmla="*/ 344110 w 2180543"/>
              <a:gd name="connsiteY2" fmla="*/ 0 h 817201"/>
              <a:gd name="connsiteX3" fmla="*/ 2180543 w 2180543"/>
              <a:gd name="connsiteY3" fmla="*/ 0 h 817201"/>
              <a:gd name="connsiteX4" fmla="*/ 2180543 w 2180543"/>
              <a:gd name="connsiteY4" fmla="*/ 408601 h 817201"/>
              <a:gd name="connsiteX5" fmla="*/ 2180543 w 2180543"/>
              <a:gd name="connsiteY5" fmla="*/ 817201 h 817201"/>
              <a:gd name="connsiteX6" fmla="*/ 2079387 w 2180543"/>
              <a:gd name="connsiteY6" fmla="*/ 817201 h 817201"/>
              <a:gd name="connsiteX7" fmla="*/ 245924 w 2180543"/>
              <a:gd name="connsiteY7" fmla="*/ 817201 h 817201"/>
              <a:gd name="connsiteX8" fmla="*/ 23694 w 2180543"/>
              <a:gd name="connsiteY8" fmla="*/ 817201 h 817201"/>
              <a:gd name="connsiteX9" fmla="*/ 23694 w 2180543"/>
              <a:gd name="connsiteY9" fmla="*/ 817200 h 817201"/>
              <a:gd name="connsiteX10" fmla="*/ 49502 w 2180543"/>
              <a:gd name="connsiteY10" fmla="*/ 817200 h 817201"/>
              <a:gd name="connsiteX11" fmla="*/ 49502 w 2180543"/>
              <a:gd name="connsiteY11" fmla="*/ 817199 h 817201"/>
              <a:gd name="connsiteX12" fmla="*/ 0 w 2180543"/>
              <a:gd name="connsiteY12" fmla="*/ 817199 h 817201"/>
              <a:gd name="connsiteX13" fmla="*/ 135079 w 2180543"/>
              <a:gd name="connsiteY13" fmla="*/ 408600 h 817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80543" h="817201">
                <a:moveTo>
                  <a:pt x="0" y="0"/>
                </a:moveTo>
                <a:lnTo>
                  <a:pt x="49503" y="0"/>
                </a:lnTo>
                <a:lnTo>
                  <a:pt x="344110" y="0"/>
                </a:lnTo>
                <a:lnTo>
                  <a:pt x="2180543" y="0"/>
                </a:lnTo>
                <a:lnTo>
                  <a:pt x="2180543" y="408601"/>
                </a:lnTo>
                <a:lnTo>
                  <a:pt x="2180543" y="817201"/>
                </a:lnTo>
                <a:lnTo>
                  <a:pt x="2079387" y="817201"/>
                </a:lnTo>
                <a:lnTo>
                  <a:pt x="245924" y="817201"/>
                </a:lnTo>
                <a:lnTo>
                  <a:pt x="23694" y="817201"/>
                </a:lnTo>
                <a:lnTo>
                  <a:pt x="23694" y="817200"/>
                </a:lnTo>
                <a:lnTo>
                  <a:pt x="49502" y="817200"/>
                </a:lnTo>
                <a:lnTo>
                  <a:pt x="49502" y="817199"/>
                </a:lnTo>
                <a:lnTo>
                  <a:pt x="0" y="817199"/>
                </a:lnTo>
                <a:lnTo>
                  <a:pt x="135079" y="408600"/>
                </a:lnTo>
                <a:close/>
              </a:path>
            </a:pathLst>
          </a:custGeom>
          <a:solidFill>
            <a:schemeClr val="accent3"/>
          </a:solidFill>
          <a:ln>
            <a:solidFill>
              <a:schemeClr val="accent3"/>
            </a:solidFill>
          </a:ln>
        </p:spPr>
        <p:txBody>
          <a:bodyPr wrap="square" lIns="180000" rIns="180000" anchor="ctr" anchorCtr="0">
            <a:noAutofit/>
          </a:bodyPr>
          <a:lstStyle>
            <a:lvl1pPr marL="0" indent="0">
              <a:buNone/>
              <a:defRPr sz="2000" b="1">
                <a:solidFill>
                  <a:schemeClr val="bg1"/>
                </a:solidFill>
              </a:defRPr>
            </a:lvl1pPr>
            <a:lvl2pPr marL="0" indent="0">
              <a:buNone/>
              <a:defRPr/>
            </a:lvl2pPr>
          </a:lstStyle>
          <a:p>
            <a:pPr lvl="0"/>
            <a:r>
              <a:rPr lang="en-US"/>
              <a:t>Click to add heading</a:t>
            </a:r>
          </a:p>
        </p:txBody>
      </p:sp>
      <p:sp>
        <p:nvSpPr>
          <p:cNvPr id="45" name="Text Placeholder 17">
            <a:extLst>
              <a:ext uri="{FF2B5EF4-FFF2-40B4-BE49-F238E27FC236}">
                <a16:creationId xmlns:a16="http://schemas.microsoft.com/office/drawing/2014/main" id="{5D5D2A3B-816B-4063-BC86-43FC8744664B}"/>
              </a:ext>
            </a:extLst>
          </p:cNvPr>
          <p:cNvSpPr>
            <a:spLocks noGrp="1"/>
          </p:cNvSpPr>
          <p:nvPr>
            <p:ph type="body" sz="quarter" idx="24" hasCustomPrompt="1"/>
          </p:nvPr>
        </p:nvSpPr>
        <p:spPr>
          <a:xfrm>
            <a:off x="9603470" y="2849450"/>
            <a:ext cx="2185225" cy="2876550"/>
          </a:xfrm>
          <a:noFill/>
          <a:ln>
            <a:solidFill>
              <a:schemeClr val="accent3"/>
            </a:solidFill>
          </a:ln>
        </p:spPr>
        <p:txBody>
          <a:bodyPr lIns="180000" tIns="180000" rIns="180000" bIns="180000">
            <a:noAutofit/>
          </a:bodyPr>
          <a:lstStyle>
            <a:lvl1pPr marL="0" indent="0">
              <a:buNone/>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add text</a:t>
            </a:r>
          </a:p>
        </p:txBody>
      </p:sp>
      <p:sp>
        <p:nvSpPr>
          <p:cNvPr id="20" name="Text Placeholder 96">
            <a:extLst>
              <a:ext uri="{FF2B5EF4-FFF2-40B4-BE49-F238E27FC236}">
                <a16:creationId xmlns:a16="http://schemas.microsoft.com/office/drawing/2014/main" id="{7790730A-1804-4570-8AF0-4427D8EE38D9}"/>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2207989933"/>
      </p:ext>
    </p:extLst>
  </p:cSld>
  <p:clrMapOvr>
    <a:masterClrMapping/>
  </p:clrMapOvr>
  <p:extLst>
    <p:ext uri="{DCECCB84-F9BA-43D5-87BE-67443E8EF086}">
      <p15:sldGuideLst xmlns:p15="http://schemas.microsoft.com/office/powerpoint/2012/main">
        <p15:guide id="1" orient="horz" pos="890" userDrawn="1">
          <p15:clr>
            <a:srgbClr val="C35EA4"/>
          </p15:clr>
        </p15:guide>
        <p15:guide id="2" orient="horz" pos="981" userDrawn="1">
          <p15:clr>
            <a:srgbClr val="C35EA4"/>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 Step Flow">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667B56B-73D6-4A19-882D-95753699DBDF}"/>
              </a:ext>
            </a:extLst>
          </p:cNvPr>
          <p:cNvSpPr>
            <a:spLocks noGrp="1"/>
          </p:cNvSpPr>
          <p:nvPr>
            <p:ph type="title" hasCustomPrompt="1"/>
          </p:nvPr>
        </p:nvSpPr>
        <p:spPr>
          <a:xfrm>
            <a:off x="0" y="0"/>
            <a:ext cx="3875391" cy="4330699"/>
          </a:xfrm>
          <a:custGeom>
            <a:avLst/>
            <a:gdLst>
              <a:gd name="connsiteX0" fmla="*/ 417122 w 3875391"/>
              <a:gd name="connsiteY0" fmla="*/ 0 h 4330699"/>
              <a:gd name="connsiteX1" fmla="*/ 2700571 w 3875391"/>
              <a:gd name="connsiteY1" fmla="*/ 0 h 4330699"/>
              <a:gd name="connsiteX2" fmla="*/ 2854048 w 3875391"/>
              <a:gd name="connsiteY2" fmla="*/ 93240 h 4330699"/>
              <a:gd name="connsiteX3" fmla="*/ 3870691 w 3875391"/>
              <a:gd name="connsiteY3" fmla="*/ 1865383 h 4330699"/>
              <a:gd name="connsiteX4" fmla="*/ 3875391 w 3875391"/>
              <a:gd name="connsiteY4" fmla="*/ 2014156 h 4330699"/>
              <a:gd name="connsiteX5" fmla="*/ 3868636 w 3875391"/>
              <a:gd name="connsiteY5" fmla="*/ 2192391 h 4330699"/>
              <a:gd name="connsiteX6" fmla="*/ 3479762 w 3875391"/>
              <a:gd name="connsiteY6" fmla="*/ 3309357 h 4330699"/>
              <a:gd name="connsiteX7" fmla="*/ 3457575 w 3875391"/>
              <a:gd name="connsiteY7" fmla="*/ 3339026 h 4330699"/>
              <a:gd name="connsiteX8" fmla="*/ 3457575 w 3875391"/>
              <a:gd name="connsiteY8" fmla="*/ 3339027 h 4330699"/>
              <a:gd name="connsiteX9" fmla="*/ 3457575 w 3875391"/>
              <a:gd name="connsiteY9" fmla="*/ 3343273 h 4330699"/>
              <a:gd name="connsiteX10" fmla="*/ 3457575 w 3875391"/>
              <a:gd name="connsiteY10" fmla="*/ 3343274 h 4330699"/>
              <a:gd name="connsiteX11" fmla="*/ 3454399 w 3875391"/>
              <a:gd name="connsiteY11" fmla="*/ 3343274 h 4330699"/>
              <a:gd name="connsiteX12" fmla="*/ 3454398 w 3875391"/>
              <a:gd name="connsiteY12" fmla="*/ 3343274 h 4330699"/>
              <a:gd name="connsiteX13" fmla="*/ 3346405 w 3875391"/>
              <a:gd name="connsiteY13" fmla="*/ 3487692 h 4330699"/>
              <a:gd name="connsiteX14" fmla="*/ 1558846 w 3875391"/>
              <a:gd name="connsiteY14" fmla="*/ 4330699 h 4330699"/>
              <a:gd name="connsiteX15" fmla="*/ 85309 w 3875391"/>
              <a:gd name="connsiteY15" fmla="*/ 3801713 h 4330699"/>
              <a:gd name="connsiteX16" fmla="*/ 0 w 3875391"/>
              <a:gd name="connsiteY16" fmla="*/ 3724179 h 4330699"/>
              <a:gd name="connsiteX17" fmla="*/ 0 w 3875391"/>
              <a:gd name="connsiteY17" fmla="*/ 304131 h 4330699"/>
              <a:gd name="connsiteX18" fmla="*/ 85309 w 3875391"/>
              <a:gd name="connsiteY18" fmla="*/ 226597 h 4330699"/>
              <a:gd name="connsiteX19" fmla="*/ 263644 w 3875391"/>
              <a:gd name="connsiteY19" fmla="*/ 93240 h 4330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75391" h="4330699">
                <a:moveTo>
                  <a:pt x="417122" y="0"/>
                </a:moveTo>
                <a:lnTo>
                  <a:pt x="2700571" y="0"/>
                </a:lnTo>
                <a:lnTo>
                  <a:pt x="2854048" y="93240"/>
                </a:lnTo>
                <a:cubicBezTo>
                  <a:pt x="3431740" y="483521"/>
                  <a:pt x="3823924" y="1127538"/>
                  <a:pt x="3870691" y="1865383"/>
                </a:cubicBezTo>
                <a:lnTo>
                  <a:pt x="3875391" y="2014156"/>
                </a:lnTo>
                <a:lnTo>
                  <a:pt x="3868636" y="2192391"/>
                </a:lnTo>
                <a:cubicBezTo>
                  <a:pt x="3837305" y="2604167"/>
                  <a:pt x="3698320" y="2985849"/>
                  <a:pt x="3479762" y="3309357"/>
                </a:cubicBezTo>
                <a:lnTo>
                  <a:pt x="3457575" y="3339026"/>
                </a:lnTo>
                <a:lnTo>
                  <a:pt x="3457575" y="3339027"/>
                </a:lnTo>
                <a:lnTo>
                  <a:pt x="3457575" y="3343273"/>
                </a:lnTo>
                <a:lnTo>
                  <a:pt x="3457575" y="3343274"/>
                </a:lnTo>
                <a:lnTo>
                  <a:pt x="3454399" y="3343274"/>
                </a:lnTo>
                <a:lnTo>
                  <a:pt x="3454398" y="3343274"/>
                </a:lnTo>
                <a:lnTo>
                  <a:pt x="3346405" y="3487692"/>
                </a:lnTo>
                <a:cubicBezTo>
                  <a:pt x="2921516" y="4002538"/>
                  <a:pt x="2278504" y="4330699"/>
                  <a:pt x="1558846" y="4330699"/>
                </a:cubicBezTo>
                <a:cubicBezTo>
                  <a:pt x="999112" y="4330699"/>
                  <a:pt x="485745" y="4132182"/>
                  <a:pt x="85309" y="3801713"/>
                </a:cubicBezTo>
                <a:lnTo>
                  <a:pt x="0" y="3724179"/>
                </a:lnTo>
                <a:lnTo>
                  <a:pt x="0" y="304131"/>
                </a:lnTo>
                <a:lnTo>
                  <a:pt x="85309" y="226597"/>
                </a:lnTo>
                <a:cubicBezTo>
                  <a:pt x="142514" y="179387"/>
                  <a:pt x="202023" y="134871"/>
                  <a:pt x="263644" y="93240"/>
                </a:cubicBezTo>
                <a:close/>
              </a:path>
            </a:pathLst>
          </a:custGeom>
          <a:solidFill>
            <a:schemeClr val="accent1"/>
          </a:solidFill>
        </p:spPr>
        <p:txBody>
          <a:bodyPr vert="horz" wrap="square" lIns="396000" tIns="360000" rIns="0" bIns="360000" rtlCol="0" anchor="ctr" anchorCtr="0">
            <a:noAutofit/>
          </a:bodyPr>
          <a:lstStyle>
            <a:lvl1pPr>
              <a:defRPr lang="en-US" sz="4000" dirty="0">
                <a:solidFill>
                  <a:schemeClr val="bg1"/>
                </a:solidFill>
              </a:defRPr>
            </a:lvl1pPr>
          </a:lstStyle>
          <a:p>
            <a:pPr marL="0" lvl="0"/>
            <a:r>
              <a:rPr lang="en-US"/>
              <a:t>Click to enter title here</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4043362" y="1630679"/>
            <a:ext cx="2554207" cy="3344218"/>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lgn="l">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a:t>Click to </a:t>
            </a:r>
            <a:br>
              <a:rPr lang="en-US"/>
            </a:br>
            <a:r>
              <a:rPr lang="en-US"/>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6480290" y="1630679"/>
            <a:ext cx="2710009" cy="3344218"/>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396000" tIns="72000" rIns="72000" bIns="45720" rtlCol="0" anchor="ctr" anchorCtr="0">
            <a:noAutofit/>
          </a:bodyPr>
          <a:lstStyle>
            <a:lvl1pPr marL="0" indent="0">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9088706" y="1630685"/>
            <a:ext cx="2695308" cy="3344218"/>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396000" tIns="72000" rIns="72000" bIns="45720" rtlCol="0" anchor="ctr" anchorCtr="0">
            <a:noAutofit/>
          </a:bodyPr>
          <a:lstStyle>
            <a:lvl1pPr marL="0" indent="0">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a:t>Click to </a:t>
            </a:r>
            <a:br>
              <a:rPr lang="en-US"/>
            </a:br>
            <a:r>
              <a:rPr lang="en-US"/>
              <a:t>add text</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cxnSp>
        <p:nvCxnSpPr>
          <p:cNvPr id="5" name="Straight Connector 4">
            <a:extLst>
              <a:ext uri="{FF2B5EF4-FFF2-40B4-BE49-F238E27FC236}">
                <a16:creationId xmlns:a16="http://schemas.microsoft.com/office/drawing/2014/main" id="{13D3C580-A9B8-4489-B9AC-6B1A250A2E2D}"/>
              </a:ext>
            </a:extLst>
          </p:cNvPr>
          <p:cNvCxnSpPr>
            <a:cxnSpLocks/>
          </p:cNvCxnSpPr>
          <p:nvPr userDrawn="1"/>
        </p:nvCxnSpPr>
        <p:spPr>
          <a:xfrm>
            <a:off x="3540125" y="3688080"/>
            <a:ext cx="0" cy="2521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96">
            <a:extLst>
              <a:ext uri="{FF2B5EF4-FFF2-40B4-BE49-F238E27FC236}">
                <a16:creationId xmlns:a16="http://schemas.microsoft.com/office/drawing/2014/main" id="{1D798A16-3930-4F04-AFA2-82EA4BFB259C}"/>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040208529"/>
      </p:ext>
    </p:extLst>
  </p:cSld>
  <p:clrMapOvr>
    <a:masterClrMapping/>
  </p:clrMapOvr>
  <p:extLst>
    <p:ext uri="{DCECCB84-F9BA-43D5-87BE-67443E8EF086}">
      <p15:sldGuideLst xmlns:p15="http://schemas.microsoft.com/office/powerpoint/2012/main">
        <p15:guide id="1" pos="2230">
          <p15:clr>
            <a:srgbClr val="C35EA4"/>
          </p15:clr>
        </p15:guide>
        <p15:guide id="2" pos="2547" userDrawn="1">
          <p15:clr>
            <a:srgbClr val="C35EA4"/>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 Step Flow">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6787C2F-ABF6-4580-A286-19F5002B6A13}"/>
              </a:ext>
            </a:extLst>
          </p:cNvPr>
          <p:cNvSpPr>
            <a:spLocks noGrp="1"/>
          </p:cNvSpPr>
          <p:nvPr>
            <p:ph type="title" hasCustomPrompt="1"/>
          </p:nvPr>
        </p:nvSpPr>
        <p:spPr>
          <a:xfrm>
            <a:off x="0" y="0"/>
            <a:ext cx="3875391" cy="4330699"/>
          </a:xfrm>
          <a:custGeom>
            <a:avLst/>
            <a:gdLst>
              <a:gd name="connsiteX0" fmla="*/ 417122 w 3875391"/>
              <a:gd name="connsiteY0" fmla="*/ 0 h 4330699"/>
              <a:gd name="connsiteX1" fmla="*/ 2700571 w 3875391"/>
              <a:gd name="connsiteY1" fmla="*/ 0 h 4330699"/>
              <a:gd name="connsiteX2" fmla="*/ 2854048 w 3875391"/>
              <a:gd name="connsiteY2" fmla="*/ 93240 h 4330699"/>
              <a:gd name="connsiteX3" fmla="*/ 3870691 w 3875391"/>
              <a:gd name="connsiteY3" fmla="*/ 1865383 h 4330699"/>
              <a:gd name="connsiteX4" fmla="*/ 3875391 w 3875391"/>
              <a:gd name="connsiteY4" fmla="*/ 2014156 h 4330699"/>
              <a:gd name="connsiteX5" fmla="*/ 3868636 w 3875391"/>
              <a:gd name="connsiteY5" fmla="*/ 2192391 h 4330699"/>
              <a:gd name="connsiteX6" fmla="*/ 3479762 w 3875391"/>
              <a:gd name="connsiteY6" fmla="*/ 3309357 h 4330699"/>
              <a:gd name="connsiteX7" fmla="*/ 3457575 w 3875391"/>
              <a:gd name="connsiteY7" fmla="*/ 3339026 h 4330699"/>
              <a:gd name="connsiteX8" fmla="*/ 3457575 w 3875391"/>
              <a:gd name="connsiteY8" fmla="*/ 3339027 h 4330699"/>
              <a:gd name="connsiteX9" fmla="*/ 3457575 w 3875391"/>
              <a:gd name="connsiteY9" fmla="*/ 3343273 h 4330699"/>
              <a:gd name="connsiteX10" fmla="*/ 3457575 w 3875391"/>
              <a:gd name="connsiteY10" fmla="*/ 3343274 h 4330699"/>
              <a:gd name="connsiteX11" fmla="*/ 3454399 w 3875391"/>
              <a:gd name="connsiteY11" fmla="*/ 3343274 h 4330699"/>
              <a:gd name="connsiteX12" fmla="*/ 3454398 w 3875391"/>
              <a:gd name="connsiteY12" fmla="*/ 3343274 h 4330699"/>
              <a:gd name="connsiteX13" fmla="*/ 3346405 w 3875391"/>
              <a:gd name="connsiteY13" fmla="*/ 3487692 h 4330699"/>
              <a:gd name="connsiteX14" fmla="*/ 1558846 w 3875391"/>
              <a:gd name="connsiteY14" fmla="*/ 4330699 h 4330699"/>
              <a:gd name="connsiteX15" fmla="*/ 85309 w 3875391"/>
              <a:gd name="connsiteY15" fmla="*/ 3801713 h 4330699"/>
              <a:gd name="connsiteX16" fmla="*/ 0 w 3875391"/>
              <a:gd name="connsiteY16" fmla="*/ 3724179 h 4330699"/>
              <a:gd name="connsiteX17" fmla="*/ 0 w 3875391"/>
              <a:gd name="connsiteY17" fmla="*/ 304131 h 4330699"/>
              <a:gd name="connsiteX18" fmla="*/ 85309 w 3875391"/>
              <a:gd name="connsiteY18" fmla="*/ 226597 h 4330699"/>
              <a:gd name="connsiteX19" fmla="*/ 263644 w 3875391"/>
              <a:gd name="connsiteY19" fmla="*/ 93240 h 4330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75391" h="4330699">
                <a:moveTo>
                  <a:pt x="417122" y="0"/>
                </a:moveTo>
                <a:lnTo>
                  <a:pt x="2700571" y="0"/>
                </a:lnTo>
                <a:lnTo>
                  <a:pt x="2854048" y="93240"/>
                </a:lnTo>
                <a:cubicBezTo>
                  <a:pt x="3431740" y="483521"/>
                  <a:pt x="3823924" y="1127538"/>
                  <a:pt x="3870691" y="1865383"/>
                </a:cubicBezTo>
                <a:lnTo>
                  <a:pt x="3875391" y="2014156"/>
                </a:lnTo>
                <a:lnTo>
                  <a:pt x="3868636" y="2192391"/>
                </a:lnTo>
                <a:cubicBezTo>
                  <a:pt x="3837305" y="2604167"/>
                  <a:pt x="3698320" y="2985849"/>
                  <a:pt x="3479762" y="3309357"/>
                </a:cubicBezTo>
                <a:lnTo>
                  <a:pt x="3457575" y="3339026"/>
                </a:lnTo>
                <a:lnTo>
                  <a:pt x="3457575" y="3339027"/>
                </a:lnTo>
                <a:lnTo>
                  <a:pt x="3457575" y="3343273"/>
                </a:lnTo>
                <a:lnTo>
                  <a:pt x="3457575" y="3343274"/>
                </a:lnTo>
                <a:lnTo>
                  <a:pt x="3454399" y="3343274"/>
                </a:lnTo>
                <a:lnTo>
                  <a:pt x="3454398" y="3343274"/>
                </a:lnTo>
                <a:lnTo>
                  <a:pt x="3346405" y="3487692"/>
                </a:lnTo>
                <a:cubicBezTo>
                  <a:pt x="2921516" y="4002538"/>
                  <a:pt x="2278504" y="4330699"/>
                  <a:pt x="1558846" y="4330699"/>
                </a:cubicBezTo>
                <a:cubicBezTo>
                  <a:pt x="999112" y="4330699"/>
                  <a:pt x="485745" y="4132182"/>
                  <a:pt x="85309" y="3801713"/>
                </a:cubicBezTo>
                <a:lnTo>
                  <a:pt x="0" y="3724179"/>
                </a:lnTo>
                <a:lnTo>
                  <a:pt x="0" y="304131"/>
                </a:lnTo>
                <a:lnTo>
                  <a:pt x="85309" y="226597"/>
                </a:lnTo>
                <a:cubicBezTo>
                  <a:pt x="142514" y="179387"/>
                  <a:pt x="202023" y="134871"/>
                  <a:pt x="263644" y="93240"/>
                </a:cubicBezTo>
                <a:close/>
              </a:path>
            </a:pathLst>
          </a:custGeom>
          <a:solidFill>
            <a:schemeClr val="accent1"/>
          </a:solidFill>
        </p:spPr>
        <p:txBody>
          <a:bodyPr vert="horz" wrap="square" lIns="396000" tIns="360000" rIns="0" bIns="360000" rtlCol="0" anchor="ctr" anchorCtr="0">
            <a:noAutofit/>
          </a:bodyPr>
          <a:lstStyle>
            <a:lvl1pPr>
              <a:defRPr lang="en-US" sz="4000" dirty="0">
                <a:solidFill>
                  <a:schemeClr val="bg1"/>
                </a:solidFill>
              </a:defRPr>
            </a:lvl1pPr>
          </a:lstStyle>
          <a:p>
            <a:pPr marL="0" lvl="0"/>
            <a:r>
              <a:rPr lang="en-US"/>
              <a:t>Click to enter title here</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4043362" y="1630686"/>
            <a:ext cx="1874049" cy="3344210"/>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a:t>Click to </a:t>
            </a:r>
            <a:br>
              <a:rPr lang="en-US"/>
            </a:br>
            <a:r>
              <a:rPr lang="en-US"/>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5863249" y="1630686"/>
            <a:ext cx="2009699" cy="3344210"/>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3" name="Text Placeholder 22">
            <a:extLst>
              <a:ext uri="{FF2B5EF4-FFF2-40B4-BE49-F238E27FC236}">
                <a16:creationId xmlns:a16="http://schemas.microsoft.com/office/drawing/2014/main" id="{853D9384-AD84-40BB-8BF1-5FD39C560DEE}"/>
              </a:ext>
            </a:extLst>
          </p:cNvPr>
          <p:cNvSpPr>
            <a:spLocks noGrp="1"/>
          </p:cNvSpPr>
          <p:nvPr>
            <p:ph type="body" sz="quarter" idx="17" hasCustomPrompt="1"/>
          </p:nvPr>
        </p:nvSpPr>
        <p:spPr>
          <a:xfrm>
            <a:off x="7818782" y="1630686"/>
            <a:ext cx="2009699" cy="3344210"/>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9774314" y="1630687"/>
            <a:ext cx="2009699" cy="3344214"/>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252000" tIns="72000" rIns="72000" bIns="45720" rtlCol="0" anchor="ctr" anchorCtr="0">
            <a:noAutofit/>
          </a:bodyPr>
          <a:lstStyle>
            <a:lvl1pPr marL="0" indent="0">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a:t>Click to </a:t>
            </a:r>
            <a:br>
              <a:rPr lang="en-US"/>
            </a:br>
            <a:r>
              <a:rPr lang="en-US"/>
              <a:t>add text</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cxnSp>
        <p:nvCxnSpPr>
          <p:cNvPr id="9" name="Straight Connector 8">
            <a:extLst>
              <a:ext uri="{FF2B5EF4-FFF2-40B4-BE49-F238E27FC236}">
                <a16:creationId xmlns:a16="http://schemas.microsoft.com/office/drawing/2014/main" id="{21040238-DCC8-4532-9AE6-EB7C834F336E}"/>
              </a:ext>
            </a:extLst>
          </p:cNvPr>
          <p:cNvCxnSpPr>
            <a:cxnSpLocks/>
          </p:cNvCxnSpPr>
          <p:nvPr userDrawn="1"/>
        </p:nvCxnSpPr>
        <p:spPr>
          <a:xfrm>
            <a:off x="3540125" y="3688080"/>
            <a:ext cx="0" cy="2521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96">
            <a:extLst>
              <a:ext uri="{FF2B5EF4-FFF2-40B4-BE49-F238E27FC236}">
                <a16:creationId xmlns:a16="http://schemas.microsoft.com/office/drawing/2014/main" id="{3E274903-3C98-4D30-B827-CF2B37D16C98}"/>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677093418"/>
      </p:ext>
    </p:extLst>
  </p:cSld>
  <p:clrMapOvr>
    <a:masterClrMapping/>
  </p:clrMapOvr>
  <p:extLst>
    <p:ext uri="{DCECCB84-F9BA-43D5-87BE-67443E8EF086}">
      <p15:sldGuideLst xmlns:p15="http://schemas.microsoft.com/office/powerpoint/2012/main">
        <p15:guide id="1" pos="2230">
          <p15:clr>
            <a:srgbClr val="C35EA4"/>
          </p15:clr>
        </p15:guide>
        <p15:guide id="2" pos="2547" userDrawn="1">
          <p15:clr>
            <a:srgbClr val="C35E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 Step Flow">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8340F0A6-2BF6-40C8-B334-1CA3D3443EC4}"/>
              </a:ext>
            </a:extLst>
          </p:cNvPr>
          <p:cNvSpPr>
            <a:spLocks noGrp="1"/>
          </p:cNvSpPr>
          <p:nvPr>
            <p:ph type="title" hasCustomPrompt="1"/>
          </p:nvPr>
        </p:nvSpPr>
        <p:spPr>
          <a:xfrm>
            <a:off x="0" y="0"/>
            <a:ext cx="3875391" cy="4330699"/>
          </a:xfrm>
          <a:custGeom>
            <a:avLst/>
            <a:gdLst>
              <a:gd name="connsiteX0" fmla="*/ 417122 w 3875391"/>
              <a:gd name="connsiteY0" fmla="*/ 0 h 4330699"/>
              <a:gd name="connsiteX1" fmla="*/ 2700571 w 3875391"/>
              <a:gd name="connsiteY1" fmla="*/ 0 h 4330699"/>
              <a:gd name="connsiteX2" fmla="*/ 2854048 w 3875391"/>
              <a:gd name="connsiteY2" fmla="*/ 93240 h 4330699"/>
              <a:gd name="connsiteX3" fmla="*/ 3870691 w 3875391"/>
              <a:gd name="connsiteY3" fmla="*/ 1865383 h 4330699"/>
              <a:gd name="connsiteX4" fmla="*/ 3875391 w 3875391"/>
              <a:gd name="connsiteY4" fmla="*/ 2014156 h 4330699"/>
              <a:gd name="connsiteX5" fmla="*/ 3868636 w 3875391"/>
              <a:gd name="connsiteY5" fmla="*/ 2192391 h 4330699"/>
              <a:gd name="connsiteX6" fmla="*/ 3479762 w 3875391"/>
              <a:gd name="connsiteY6" fmla="*/ 3309357 h 4330699"/>
              <a:gd name="connsiteX7" fmla="*/ 3457575 w 3875391"/>
              <a:gd name="connsiteY7" fmla="*/ 3339026 h 4330699"/>
              <a:gd name="connsiteX8" fmla="*/ 3457575 w 3875391"/>
              <a:gd name="connsiteY8" fmla="*/ 3339027 h 4330699"/>
              <a:gd name="connsiteX9" fmla="*/ 3457575 w 3875391"/>
              <a:gd name="connsiteY9" fmla="*/ 3343273 h 4330699"/>
              <a:gd name="connsiteX10" fmla="*/ 3457575 w 3875391"/>
              <a:gd name="connsiteY10" fmla="*/ 3343274 h 4330699"/>
              <a:gd name="connsiteX11" fmla="*/ 3454399 w 3875391"/>
              <a:gd name="connsiteY11" fmla="*/ 3343274 h 4330699"/>
              <a:gd name="connsiteX12" fmla="*/ 3454398 w 3875391"/>
              <a:gd name="connsiteY12" fmla="*/ 3343274 h 4330699"/>
              <a:gd name="connsiteX13" fmla="*/ 3346405 w 3875391"/>
              <a:gd name="connsiteY13" fmla="*/ 3487692 h 4330699"/>
              <a:gd name="connsiteX14" fmla="*/ 1558846 w 3875391"/>
              <a:gd name="connsiteY14" fmla="*/ 4330699 h 4330699"/>
              <a:gd name="connsiteX15" fmla="*/ 85309 w 3875391"/>
              <a:gd name="connsiteY15" fmla="*/ 3801713 h 4330699"/>
              <a:gd name="connsiteX16" fmla="*/ 0 w 3875391"/>
              <a:gd name="connsiteY16" fmla="*/ 3724179 h 4330699"/>
              <a:gd name="connsiteX17" fmla="*/ 0 w 3875391"/>
              <a:gd name="connsiteY17" fmla="*/ 304131 h 4330699"/>
              <a:gd name="connsiteX18" fmla="*/ 85309 w 3875391"/>
              <a:gd name="connsiteY18" fmla="*/ 226597 h 4330699"/>
              <a:gd name="connsiteX19" fmla="*/ 263644 w 3875391"/>
              <a:gd name="connsiteY19" fmla="*/ 93240 h 4330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75391" h="4330699">
                <a:moveTo>
                  <a:pt x="417122" y="0"/>
                </a:moveTo>
                <a:lnTo>
                  <a:pt x="2700571" y="0"/>
                </a:lnTo>
                <a:lnTo>
                  <a:pt x="2854048" y="93240"/>
                </a:lnTo>
                <a:cubicBezTo>
                  <a:pt x="3431740" y="483521"/>
                  <a:pt x="3823924" y="1127538"/>
                  <a:pt x="3870691" y="1865383"/>
                </a:cubicBezTo>
                <a:lnTo>
                  <a:pt x="3875391" y="2014156"/>
                </a:lnTo>
                <a:lnTo>
                  <a:pt x="3868636" y="2192391"/>
                </a:lnTo>
                <a:cubicBezTo>
                  <a:pt x="3837305" y="2604167"/>
                  <a:pt x="3698320" y="2985849"/>
                  <a:pt x="3479762" y="3309357"/>
                </a:cubicBezTo>
                <a:lnTo>
                  <a:pt x="3457575" y="3339026"/>
                </a:lnTo>
                <a:lnTo>
                  <a:pt x="3457575" y="3339027"/>
                </a:lnTo>
                <a:lnTo>
                  <a:pt x="3457575" y="3343273"/>
                </a:lnTo>
                <a:lnTo>
                  <a:pt x="3457575" y="3343274"/>
                </a:lnTo>
                <a:lnTo>
                  <a:pt x="3454399" y="3343274"/>
                </a:lnTo>
                <a:lnTo>
                  <a:pt x="3454398" y="3343274"/>
                </a:lnTo>
                <a:lnTo>
                  <a:pt x="3346405" y="3487692"/>
                </a:lnTo>
                <a:cubicBezTo>
                  <a:pt x="2921516" y="4002538"/>
                  <a:pt x="2278504" y="4330699"/>
                  <a:pt x="1558846" y="4330699"/>
                </a:cubicBezTo>
                <a:cubicBezTo>
                  <a:pt x="999112" y="4330699"/>
                  <a:pt x="485745" y="4132182"/>
                  <a:pt x="85309" y="3801713"/>
                </a:cubicBezTo>
                <a:lnTo>
                  <a:pt x="0" y="3724179"/>
                </a:lnTo>
                <a:lnTo>
                  <a:pt x="0" y="304131"/>
                </a:lnTo>
                <a:lnTo>
                  <a:pt x="85309" y="226597"/>
                </a:lnTo>
                <a:cubicBezTo>
                  <a:pt x="142514" y="179387"/>
                  <a:pt x="202023" y="134871"/>
                  <a:pt x="263644" y="93240"/>
                </a:cubicBezTo>
                <a:close/>
              </a:path>
            </a:pathLst>
          </a:custGeom>
          <a:solidFill>
            <a:schemeClr val="accent1"/>
          </a:solidFill>
        </p:spPr>
        <p:txBody>
          <a:bodyPr vert="horz" wrap="square" lIns="396000" tIns="360000" rIns="0" bIns="360000" rtlCol="0" anchor="ctr" anchorCtr="0">
            <a:noAutofit/>
          </a:bodyPr>
          <a:lstStyle>
            <a:lvl1pPr>
              <a:defRPr lang="en-US" sz="4000" dirty="0">
                <a:solidFill>
                  <a:schemeClr val="bg1"/>
                </a:solidFill>
              </a:defRPr>
            </a:lvl1pPr>
          </a:lstStyle>
          <a:p>
            <a:pPr marL="0" lvl="0"/>
            <a:r>
              <a:rPr lang="en-US"/>
              <a:t>Click to enter title here</a:t>
            </a:r>
          </a:p>
        </p:txBody>
      </p:sp>
      <p:sp>
        <p:nvSpPr>
          <p:cNvPr id="21" name="Text Placeholder 20">
            <a:extLst>
              <a:ext uri="{FF2B5EF4-FFF2-40B4-BE49-F238E27FC236}">
                <a16:creationId xmlns:a16="http://schemas.microsoft.com/office/drawing/2014/main" id="{8AEA7459-78C6-469B-A437-C1B22EA0A9EF}"/>
              </a:ext>
            </a:extLst>
          </p:cNvPr>
          <p:cNvSpPr>
            <a:spLocks noGrp="1"/>
          </p:cNvSpPr>
          <p:nvPr>
            <p:ph type="body" sz="quarter" idx="15" hasCustomPrompt="1"/>
          </p:nvPr>
        </p:nvSpPr>
        <p:spPr>
          <a:xfrm>
            <a:off x="4043362" y="1630680"/>
            <a:ext cx="1497901" cy="3344222"/>
          </a:xfrm>
          <a:custGeom>
            <a:avLst/>
            <a:gdLst>
              <a:gd name="connsiteX0" fmla="*/ 0 w 1575047"/>
              <a:gd name="connsiteY0" fmla="*/ 0 h 5129420"/>
              <a:gd name="connsiteX1" fmla="*/ 1412990 w 1575047"/>
              <a:gd name="connsiteY1" fmla="*/ 0 h 5129420"/>
              <a:gd name="connsiteX2" fmla="*/ 1575047 w 1575047"/>
              <a:gd name="connsiteY2" fmla="*/ 2564710 h 5129420"/>
              <a:gd name="connsiteX3" fmla="*/ 1412990 w 1575047"/>
              <a:gd name="connsiteY3" fmla="*/ 5129420 h 5129420"/>
              <a:gd name="connsiteX4" fmla="*/ 0 w 1575047"/>
              <a:gd name="connsiteY4" fmla="*/ 5129420 h 5129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5047" h="5129420">
                <a:moveTo>
                  <a:pt x="0" y="0"/>
                </a:moveTo>
                <a:lnTo>
                  <a:pt x="1412990" y="0"/>
                </a:lnTo>
                <a:lnTo>
                  <a:pt x="1575047" y="2564710"/>
                </a:lnTo>
                <a:lnTo>
                  <a:pt x="1412990" y="5129420"/>
                </a:lnTo>
                <a:lnTo>
                  <a:pt x="0" y="5129420"/>
                </a:lnTo>
                <a:close/>
              </a:path>
            </a:pathLst>
          </a:custGeom>
          <a:noFill/>
          <a:ln>
            <a:solidFill>
              <a:schemeClr val="accent1"/>
            </a:solidFill>
          </a:ln>
        </p:spPr>
        <p:txBody>
          <a:bodyPr wrap="square" lIns="108000" tIns="72000" rIns="72000" anchor="ctr" anchorCtr="0">
            <a:noAutofit/>
          </a:bodyPr>
          <a:lstStyle>
            <a:lvl1pPr marL="0" indent="0">
              <a:buNone/>
              <a:defRPr sz="2000" b="1">
                <a:solidFill>
                  <a:schemeClr val="accent1"/>
                </a:solidFill>
              </a:defRPr>
            </a:lvl1pPr>
            <a:lvl2pPr>
              <a:defRPr sz="2000" b="1">
                <a:solidFill>
                  <a:schemeClr val="accent1"/>
                </a:solidFill>
              </a:defRPr>
            </a:lvl2pPr>
            <a:lvl3pPr>
              <a:defRPr sz="2000" b="1">
                <a:solidFill>
                  <a:schemeClr val="accent1"/>
                </a:solidFill>
              </a:defRPr>
            </a:lvl3pPr>
            <a:lvl4pPr>
              <a:defRPr sz="2000" b="1">
                <a:solidFill>
                  <a:schemeClr val="accent1"/>
                </a:solidFill>
              </a:defRPr>
            </a:lvl4pPr>
            <a:lvl5pPr>
              <a:defRPr sz="1800" b="1">
                <a:solidFill>
                  <a:schemeClr val="accent1"/>
                </a:solidFill>
              </a:defRPr>
            </a:lvl5pPr>
          </a:lstStyle>
          <a:p>
            <a:pPr lvl="0"/>
            <a:r>
              <a:rPr lang="en-US"/>
              <a:t>Click to </a:t>
            </a:r>
            <a:br>
              <a:rPr lang="en-US"/>
            </a:br>
            <a:r>
              <a:rPr lang="en-US"/>
              <a:t>add text</a:t>
            </a:r>
          </a:p>
        </p:txBody>
      </p:sp>
      <p:sp>
        <p:nvSpPr>
          <p:cNvPr id="22" name="Text Placeholder 21">
            <a:extLst>
              <a:ext uri="{FF2B5EF4-FFF2-40B4-BE49-F238E27FC236}">
                <a16:creationId xmlns:a16="http://schemas.microsoft.com/office/drawing/2014/main" id="{B50D33B4-5BA5-4F77-BDD2-E8ADA00C500C}"/>
              </a:ext>
            </a:extLst>
          </p:cNvPr>
          <p:cNvSpPr>
            <a:spLocks noGrp="1"/>
          </p:cNvSpPr>
          <p:nvPr>
            <p:ph type="body" sz="quarter" idx="16" hasCustomPrompt="1"/>
          </p:nvPr>
        </p:nvSpPr>
        <p:spPr>
          <a:xfrm>
            <a:off x="5499032" y="1630680"/>
            <a:ext cx="1596712"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3" name="Text Placeholder 22">
            <a:extLst>
              <a:ext uri="{FF2B5EF4-FFF2-40B4-BE49-F238E27FC236}">
                <a16:creationId xmlns:a16="http://schemas.microsoft.com/office/drawing/2014/main" id="{853D9384-AD84-40BB-8BF1-5FD39C560DEE}"/>
              </a:ext>
            </a:extLst>
          </p:cNvPr>
          <p:cNvSpPr>
            <a:spLocks noGrp="1"/>
          </p:cNvSpPr>
          <p:nvPr>
            <p:ph type="body" sz="quarter" idx="17" hasCustomPrompt="1"/>
          </p:nvPr>
        </p:nvSpPr>
        <p:spPr>
          <a:xfrm>
            <a:off x="7061686" y="1630680"/>
            <a:ext cx="1606825"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4" name="Text Placeholder 23">
            <a:extLst>
              <a:ext uri="{FF2B5EF4-FFF2-40B4-BE49-F238E27FC236}">
                <a16:creationId xmlns:a16="http://schemas.microsoft.com/office/drawing/2014/main" id="{D205E639-54B0-4870-A015-7D3CAC5DF406}"/>
              </a:ext>
            </a:extLst>
          </p:cNvPr>
          <p:cNvSpPr>
            <a:spLocks noGrp="1"/>
          </p:cNvSpPr>
          <p:nvPr>
            <p:ph type="body" sz="quarter" idx="18" hasCustomPrompt="1"/>
          </p:nvPr>
        </p:nvSpPr>
        <p:spPr>
          <a:xfrm>
            <a:off x="8624342" y="1630680"/>
            <a:ext cx="1598649" cy="3344222"/>
          </a:xfrm>
          <a:custGeom>
            <a:avLst/>
            <a:gdLst>
              <a:gd name="connsiteX0" fmla="*/ 0 w 1681059"/>
              <a:gd name="connsiteY0" fmla="*/ 0 h 5129420"/>
              <a:gd name="connsiteX1" fmla="*/ 1531008 w 1681059"/>
              <a:gd name="connsiteY1" fmla="*/ 0 h 5129420"/>
              <a:gd name="connsiteX2" fmla="*/ 1681059 w 1681059"/>
              <a:gd name="connsiteY2" fmla="*/ 2564710 h 5129420"/>
              <a:gd name="connsiteX3" fmla="*/ 1531008 w 1681059"/>
              <a:gd name="connsiteY3" fmla="*/ 5129420 h 5129420"/>
              <a:gd name="connsiteX4" fmla="*/ 0 w 1681059"/>
              <a:gd name="connsiteY4" fmla="*/ 5129420 h 5129420"/>
              <a:gd name="connsiteX5" fmla="*/ 150051 w 1681059"/>
              <a:gd name="connsiteY5" fmla="*/ 2564710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1059" h="5129420">
                <a:moveTo>
                  <a:pt x="0" y="0"/>
                </a:moveTo>
                <a:lnTo>
                  <a:pt x="1531008" y="0"/>
                </a:lnTo>
                <a:lnTo>
                  <a:pt x="1681059" y="2564710"/>
                </a:lnTo>
                <a:lnTo>
                  <a:pt x="1531008" y="5129420"/>
                </a:lnTo>
                <a:lnTo>
                  <a:pt x="0" y="5129420"/>
                </a:lnTo>
                <a:lnTo>
                  <a:pt x="150051" y="2564710"/>
                </a:lnTo>
                <a:close/>
              </a:path>
            </a:pathLst>
          </a:custGeom>
          <a:noFill/>
          <a:ln>
            <a:solidFill>
              <a:schemeClr val="accent1"/>
            </a:solidFill>
          </a:ln>
        </p:spPr>
        <p:txBody>
          <a:bodyPr vert="horz" wrap="square" lIns="252000" tIns="72000" rIns="72000" bIns="45720" rtlCol="0" anchor="ctr" anchorCtr="0">
            <a:noAutofit/>
          </a:bodyPr>
          <a:lstStyle>
            <a:lvl1pPr marL="0" indent="0">
              <a:buNone/>
              <a:defRPr lang="en-US" sz="2000" b="1" dirty="0" smtClean="0">
                <a:solidFill>
                  <a:schemeClr val="accent1"/>
                </a:solidFill>
              </a:defRPr>
            </a:lvl1pPr>
            <a:lvl2pPr>
              <a:defRPr lang="en-US" sz="2000" b="1" dirty="0" smtClean="0">
                <a:solidFill>
                  <a:schemeClr val="accent1"/>
                </a:solidFill>
              </a:defRPr>
            </a:lvl2pPr>
            <a:lvl3pPr>
              <a:defRPr lang="en-US" sz="2000" b="1" dirty="0" smtClean="0">
                <a:solidFill>
                  <a:schemeClr val="accent1"/>
                </a:solidFill>
              </a:defRPr>
            </a:lvl3pPr>
            <a:lvl4pPr>
              <a:defRPr lang="en-US" sz="2000" b="1" dirty="0" smtClean="0">
                <a:solidFill>
                  <a:schemeClr val="accent1"/>
                </a:solidFill>
              </a:defRPr>
            </a:lvl4pPr>
            <a:lvl5pPr>
              <a:defRPr lang="en-US" sz="1800" b="1" dirty="0">
                <a:solidFill>
                  <a:schemeClr val="accent1"/>
                </a:solidFill>
              </a:defRPr>
            </a:lvl5pPr>
          </a:lstStyle>
          <a:p>
            <a:pPr lvl="0"/>
            <a:r>
              <a:rPr lang="en-US"/>
              <a:t>Click to </a:t>
            </a:r>
            <a:br>
              <a:rPr lang="en-US"/>
            </a:br>
            <a:r>
              <a:rPr lang="en-US"/>
              <a:t>add text</a:t>
            </a:r>
          </a:p>
        </p:txBody>
      </p:sp>
      <p:sp>
        <p:nvSpPr>
          <p:cNvPr id="25" name="Text Placeholder 24">
            <a:extLst>
              <a:ext uri="{FF2B5EF4-FFF2-40B4-BE49-F238E27FC236}">
                <a16:creationId xmlns:a16="http://schemas.microsoft.com/office/drawing/2014/main" id="{6E3127B0-7884-40E5-9D04-0F2C52D4DC60}"/>
              </a:ext>
            </a:extLst>
          </p:cNvPr>
          <p:cNvSpPr>
            <a:spLocks noGrp="1"/>
          </p:cNvSpPr>
          <p:nvPr>
            <p:ph type="body" sz="quarter" idx="19" hasCustomPrompt="1"/>
          </p:nvPr>
        </p:nvSpPr>
        <p:spPr>
          <a:xfrm>
            <a:off x="10186997" y="1630686"/>
            <a:ext cx="1597017" cy="3344222"/>
          </a:xfrm>
          <a:custGeom>
            <a:avLst/>
            <a:gdLst>
              <a:gd name="connsiteX0" fmla="*/ 1 w 1673985"/>
              <a:gd name="connsiteY0" fmla="*/ 0 h 5129420"/>
              <a:gd name="connsiteX1" fmla="*/ 118006 w 1673985"/>
              <a:gd name="connsiteY1" fmla="*/ 0 h 5129420"/>
              <a:gd name="connsiteX2" fmla="*/ 1673985 w 1673985"/>
              <a:gd name="connsiteY2" fmla="*/ 0 h 5129420"/>
              <a:gd name="connsiteX3" fmla="*/ 1673985 w 1673985"/>
              <a:gd name="connsiteY3" fmla="*/ 5129420 h 5129420"/>
              <a:gd name="connsiteX4" fmla="*/ 0 w 1673985"/>
              <a:gd name="connsiteY4" fmla="*/ 5129414 h 5129420"/>
              <a:gd name="connsiteX5" fmla="*/ 150052 w 1673985"/>
              <a:gd name="connsiteY5" fmla="*/ 2564704 h 512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73985" h="5129420">
                <a:moveTo>
                  <a:pt x="1" y="0"/>
                </a:moveTo>
                <a:lnTo>
                  <a:pt x="118006" y="0"/>
                </a:lnTo>
                <a:lnTo>
                  <a:pt x="1673985" y="0"/>
                </a:lnTo>
                <a:lnTo>
                  <a:pt x="1673985" y="5129420"/>
                </a:lnTo>
                <a:lnTo>
                  <a:pt x="0" y="5129414"/>
                </a:lnTo>
                <a:lnTo>
                  <a:pt x="150052" y="2564704"/>
                </a:lnTo>
                <a:close/>
              </a:path>
            </a:pathLst>
          </a:custGeom>
          <a:noFill/>
          <a:ln>
            <a:solidFill>
              <a:schemeClr val="accent1"/>
            </a:solidFill>
          </a:ln>
        </p:spPr>
        <p:txBody>
          <a:bodyPr vert="horz" wrap="square" lIns="252000" tIns="72000" rIns="72000" bIns="45720" rtlCol="0" anchor="ctr" anchorCtr="0">
            <a:noAutofit/>
          </a:bodyPr>
          <a:lstStyle>
            <a:lvl1pPr marL="0" indent="0">
              <a:buNone/>
              <a:defRPr lang="en-US" sz="2000" b="1" smtClean="0">
                <a:solidFill>
                  <a:schemeClr val="accent1"/>
                </a:solidFill>
              </a:defRPr>
            </a:lvl1pPr>
            <a:lvl2pPr>
              <a:defRPr lang="en-US" sz="2000" b="1" smtClean="0">
                <a:solidFill>
                  <a:schemeClr val="accent1"/>
                </a:solidFill>
              </a:defRPr>
            </a:lvl2pPr>
            <a:lvl3pPr>
              <a:defRPr lang="en-US" sz="2000" b="1" smtClean="0">
                <a:solidFill>
                  <a:schemeClr val="accent1"/>
                </a:solidFill>
              </a:defRPr>
            </a:lvl3pPr>
            <a:lvl4pPr>
              <a:defRPr lang="en-US" sz="2000" b="1" smtClean="0">
                <a:solidFill>
                  <a:schemeClr val="accent1"/>
                </a:solidFill>
              </a:defRPr>
            </a:lvl4pPr>
            <a:lvl5pPr>
              <a:defRPr lang="en-US" sz="1800" b="1">
                <a:solidFill>
                  <a:schemeClr val="accent1"/>
                </a:solidFill>
              </a:defRPr>
            </a:lvl5pPr>
          </a:lstStyle>
          <a:p>
            <a:pPr lvl="0"/>
            <a:r>
              <a:rPr lang="en-US"/>
              <a:t>Click to </a:t>
            </a:r>
            <a:br>
              <a:rPr lang="en-US"/>
            </a:br>
            <a:r>
              <a:rPr lang="en-US"/>
              <a:t>add text</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cxnSp>
        <p:nvCxnSpPr>
          <p:cNvPr id="3" name="Straight Connector 2">
            <a:extLst>
              <a:ext uri="{FF2B5EF4-FFF2-40B4-BE49-F238E27FC236}">
                <a16:creationId xmlns:a16="http://schemas.microsoft.com/office/drawing/2014/main" id="{3E9D847E-4947-4071-B074-4D68F0551734}"/>
              </a:ext>
            </a:extLst>
          </p:cNvPr>
          <p:cNvCxnSpPr>
            <a:cxnSpLocks/>
          </p:cNvCxnSpPr>
          <p:nvPr userDrawn="1"/>
        </p:nvCxnSpPr>
        <p:spPr>
          <a:xfrm>
            <a:off x="3540125" y="3688080"/>
            <a:ext cx="0" cy="2521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96">
            <a:extLst>
              <a:ext uri="{FF2B5EF4-FFF2-40B4-BE49-F238E27FC236}">
                <a16:creationId xmlns:a16="http://schemas.microsoft.com/office/drawing/2014/main" id="{663299E0-114F-4CE4-B2F9-405E73283CF5}"/>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906061015"/>
      </p:ext>
    </p:extLst>
  </p:cSld>
  <p:clrMapOvr>
    <a:masterClrMapping/>
  </p:clrMapOvr>
  <p:extLst>
    <p:ext uri="{DCECCB84-F9BA-43D5-87BE-67443E8EF086}">
      <p15:sldGuideLst xmlns:p15="http://schemas.microsoft.com/office/powerpoint/2012/main">
        <p15:guide id="1" pos="2230">
          <p15:clr>
            <a:srgbClr val="C35EA4"/>
          </p15:clr>
        </p15:guide>
        <p15:guide id="2" pos="2547" userDrawn="1">
          <p15:clr>
            <a:srgbClr val="C35EA4"/>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 Part Venn">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6E74C9D-A30B-4D20-BC99-B3E335271591}"/>
              </a:ext>
            </a:extLst>
          </p:cNvPr>
          <p:cNvSpPr>
            <a:spLocks noGrp="1"/>
          </p:cNvSpPr>
          <p:nvPr>
            <p:ph type="title" hasCustomPrompt="1"/>
          </p:nvPr>
        </p:nvSpPr>
        <p:spPr>
          <a:xfrm>
            <a:off x="0" y="0"/>
            <a:ext cx="3875391" cy="4330699"/>
          </a:xfrm>
          <a:custGeom>
            <a:avLst/>
            <a:gdLst>
              <a:gd name="connsiteX0" fmla="*/ 417122 w 3875391"/>
              <a:gd name="connsiteY0" fmla="*/ 0 h 4330699"/>
              <a:gd name="connsiteX1" fmla="*/ 2700571 w 3875391"/>
              <a:gd name="connsiteY1" fmla="*/ 0 h 4330699"/>
              <a:gd name="connsiteX2" fmla="*/ 2854048 w 3875391"/>
              <a:gd name="connsiteY2" fmla="*/ 93240 h 4330699"/>
              <a:gd name="connsiteX3" fmla="*/ 3870691 w 3875391"/>
              <a:gd name="connsiteY3" fmla="*/ 1865383 h 4330699"/>
              <a:gd name="connsiteX4" fmla="*/ 3875391 w 3875391"/>
              <a:gd name="connsiteY4" fmla="*/ 2014156 h 4330699"/>
              <a:gd name="connsiteX5" fmla="*/ 3868636 w 3875391"/>
              <a:gd name="connsiteY5" fmla="*/ 2192391 h 4330699"/>
              <a:gd name="connsiteX6" fmla="*/ 3479762 w 3875391"/>
              <a:gd name="connsiteY6" fmla="*/ 3309357 h 4330699"/>
              <a:gd name="connsiteX7" fmla="*/ 3457575 w 3875391"/>
              <a:gd name="connsiteY7" fmla="*/ 3339026 h 4330699"/>
              <a:gd name="connsiteX8" fmla="*/ 3457575 w 3875391"/>
              <a:gd name="connsiteY8" fmla="*/ 3339027 h 4330699"/>
              <a:gd name="connsiteX9" fmla="*/ 3457575 w 3875391"/>
              <a:gd name="connsiteY9" fmla="*/ 3343273 h 4330699"/>
              <a:gd name="connsiteX10" fmla="*/ 3457575 w 3875391"/>
              <a:gd name="connsiteY10" fmla="*/ 3343274 h 4330699"/>
              <a:gd name="connsiteX11" fmla="*/ 3454399 w 3875391"/>
              <a:gd name="connsiteY11" fmla="*/ 3343274 h 4330699"/>
              <a:gd name="connsiteX12" fmla="*/ 3454398 w 3875391"/>
              <a:gd name="connsiteY12" fmla="*/ 3343274 h 4330699"/>
              <a:gd name="connsiteX13" fmla="*/ 3346405 w 3875391"/>
              <a:gd name="connsiteY13" fmla="*/ 3487692 h 4330699"/>
              <a:gd name="connsiteX14" fmla="*/ 1558846 w 3875391"/>
              <a:gd name="connsiteY14" fmla="*/ 4330699 h 4330699"/>
              <a:gd name="connsiteX15" fmla="*/ 85309 w 3875391"/>
              <a:gd name="connsiteY15" fmla="*/ 3801713 h 4330699"/>
              <a:gd name="connsiteX16" fmla="*/ 0 w 3875391"/>
              <a:gd name="connsiteY16" fmla="*/ 3724179 h 4330699"/>
              <a:gd name="connsiteX17" fmla="*/ 0 w 3875391"/>
              <a:gd name="connsiteY17" fmla="*/ 304131 h 4330699"/>
              <a:gd name="connsiteX18" fmla="*/ 85309 w 3875391"/>
              <a:gd name="connsiteY18" fmla="*/ 226597 h 4330699"/>
              <a:gd name="connsiteX19" fmla="*/ 263644 w 3875391"/>
              <a:gd name="connsiteY19" fmla="*/ 93240 h 4330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75391" h="4330699">
                <a:moveTo>
                  <a:pt x="417122" y="0"/>
                </a:moveTo>
                <a:lnTo>
                  <a:pt x="2700571" y="0"/>
                </a:lnTo>
                <a:lnTo>
                  <a:pt x="2854048" y="93240"/>
                </a:lnTo>
                <a:cubicBezTo>
                  <a:pt x="3431740" y="483521"/>
                  <a:pt x="3823924" y="1127538"/>
                  <a:pt x="3870691" y="1865383"/>
                </a:cubicBezTo>
                <a:lnTo>
                  <a:pt x="3875391" y="2014156"/>
                </a:lnTo>
                <a:lnTo>
                  <a:pt x="3868636" y="2192391"/>
                </a:lnTo>
                <a:cubicBezTo>
                  <a:pt x="3837305" y="2604167"/>
                  <a:pt x="3698320" y="2985849"/>
                  <a:pt x="3479762" y="3309357"/>
                </a:cubicBezTo>
                <a:lnTo>
                  <a:pt x="3457575" y="3339026"/>
                </a:lnTo>
                <a:lnTo>
                  <a:pt x="3457575" y="3339027"/>
                </a:lnTo>
                <a:lnTo>
                  <a:pt x="3457575" y="3343273"/>
                </a:lnTo>
                <a:lnTo>
                  <a:pt x="3457575" y="3343274"/>
                </a:lnTo>
                <a:lnTo>
                  <a:pt x="3454399" y="3343274"/>
                </a:lnTo>
                <a:lnTo>
                  <a:pt x="3454398" y="3343274"/>
                </a:lnTo>
                <a:lnTo>
                  <a:pt x="3346405" y="3487692"/>
                </a:lnTo>
                <a:cubicBezTo>
                  <a:pt x="2921516" y="4002538"/>
                  <a:pt x="2278504" y="4330699"/>
                  <a:pt x="1558846" y="4330699"/>
                </a:cubicBezTo>
                <a:cubicBezTo>
                  <a:pt x="999112" y="4330699"/>
                  <a:pt x="485745" y="4132182"/>
                  <a:pt x="85309" y="3801713"/>
                </a:cubicBezTo>
                <a:lnTo>
                  <a:pt x="0" y="3724179"/>
                </a:lnTo>
                <a:lnTo>
                  <a:pt x="0" y="304131"/>
                </a:lnTo>
                <a:lnTo>
                  <a:pt x="85309" y="226597"/>
                </a:lnTo>
                <a:cubicBezTo>
                  <a:pt x="142514" y="179387"/>
                  <a:pt x="202023" y="134871"/>
                  <a:pt x="263644" y="93240"/>
                </a:cubicBezTo>
                <a:close/>
              </a:path>
            </a:pathLst>
          </a:custGeom>
          <a:solidFill>
            <a:schemeClr val="accent1"/>
          </a:solidFill>
        </p:spPr>
        <p:txBody>
          <a:bodyPr vert="horz" wrap="square" lIns="396000" tIns="360000" rIns="0" bIns="360000" rtlCol="0" anchor="ctr" anchorCtr="0">
            <a:noAutofit/>
          </a:bodyPr>
          <a:lstStyle>
            <a:lvl1pPr>
              <a:defRPr lang="en-US" sz="4000" dirty="0">
                <a:solidFill>
                  <a:schemeClr val="bg1"/>
                </a:solidFill>
              </a:defRPr>
            </a:lvl1pPr>
          </a:lstStyle>
          <a:p>
            <a:pPr marL="0" lvl="0"/>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10" name="Text Placeholder 9">
            <a:extLst>
              <a:ext uri="{FF2B5EF4-FFF2-40B4-BE49-F238E27FC236}">
                <a16:creationId xmlns:a16="http://schemas.microsoft.com/office/drawing/2014/main" id="{E0AC320E-1DF9-44A2-A51A-436D6C7AB1E3}"/>
              </a:ext>
            </a:extLst>
          </p:cNvPr>
          <p:cNvSpPr>
            <a:spLocks noGrp="1"/>
          </p:cNvSpPr>
          <p:nvPr>
            <p:ph type="body" sz="quarter" idx="17" hasCustomPrompt="1"/>
          </p:nvPr>
        </p:nvSpPr>
        <p:spPr>
          <a:xfrm>
            <a:off x="7091365" y="5721531"/>
            <a:ext cx="4692647" cy="479244"/>
          </a:xfrm>
        </p:spPr>
        <p:txBody>
          <a:bodyPr anchor="ctr" anchorCtr="0"/>
          <a:lstStyle>
            <a:lvl1pPr marL="0" indent="0" algn="r">
              <a:buNone/>
              <a:defRPr b="1">
                <a:solidFill>
                  <a:schemeClr val="accent3"/>
                </a:solidFill>
              </a:defRPr>
            </a:lvl1pPr>
          </a:lstStyle>
          <a:p>
            <a:pPr lvl="0"/>
            <a:r>
              <a:rPr lang="en-US"/>
              <a:t>Area 2</a:t>
            </a:r>
          </a:p>
        </p:txBody>
      </p:sp>
      <p:sp>
        <p:nvSpPr>
          <p:cNvPr id="27" name="Text Placeholder 9">
            <a:extLst>
              <a:ext uri="{FF2B5EF4-FFF2-40B4-BE49-F238E27FC236}">
                <a16:creationId xmlns:a16="http://schemas.microsoft.com/office/drawing/2014/main" id="{925C54A2-C6A7-453B-A026-DE720519F8D4}"/>
              </a:ext>
            </a:extLst>
          </p:cNvPr>
          <p:cNvSpPr>
            <a:spLocks noGrp="1"/>
          </p:cNvSpPr>
          <p:nvPr>
            <p:ph type="body" sz="quarter" idx="18" hasCustomPrompt="1"/>
          </p:nvPr>
        </p:nvSpPr>
        <p:spPr>
          <a:xfrm>
            <a:off x="4043363" y="413521"/>
            <a:ext cx="4966039" cy="479244"/>
          </a:xfrm>
        </p:spPr>
        <p:txBody>
          <a:bodyPr anchor="ctr" anchorCtr="0"/>
          <a:lstStyle>
            <a:lvl1pPr marL="0" indent="0" algn="l">
              <a:buNone/>
              <a:defRPr b="1">
                <a:solidFill>
                  <a:schemeClr val="tx2"/>
                </a:solidFill>
              </a:defRPr>
            </a:lvl1pPr>
          </a:lstStyle>
          <a:p>
            <a:pPr lvl="0"/>
            <a:r>
              <a:rPr lang="en-US"/>
              <a:t>Area 1</a:t>
            </a:r>
          </a:p>
        </p:txBody>
      </p:sp>
      <p:sp>
        <p:nvSpPr>
          <p:cNvPr id="16" name="Text Placeholder 15">
            <a:extLst>
              <a:ext uri="{FF2B5EF4-FFF2-40B4-BE49-F238E27FC236}">
                <a16:creationId xmlns:a16="http://schemas.microsoft.com/office/drawing/2014/main" id="{7E177C92-B54F-4A6C-BEC0-3BCCA571DAA8}"/>
              </a:ext>
            </a:extLst>
          </p:cNvPr>
          <p:cNvSpPr>
            <a:spLocks noGrp="1"/>
          </p:cNvSpPr>
          <p:nvPr>
            <p:ph type="body" sz="quarter" idx="20" hasCustomPrompt="1"/>
          </p:nvPr>
        </p:nvSpPr>
        <p:spPr>
          <a:xfrm>
            <a:off x="4043363" y="1025839"/>
            <a:ext cx="4744814" cy="4744814"/>
          </a:xfrm>
          <a:custGeom>
            <a:avLst/>
            <a:gdLst>
              <a:gd name="connsiteX0" fmla="*/ 2372407 w 4744814"/>
              <a:gd name="connsiteY0" fmla="*/ 0 h 4744814"/>
              <a:gd name="connsiteX1" fmla="*/ 4744814 w 4744814"/>
              <a:gd name="connsiteY1" fmla="*/ 2372407 h 4744814"/>
              <a:gd name="connsiteX2" fmla="*/ 2372407 w 4744814"/>
              <a:gd name="connsiteY2" fmla="*/ 4744814 h 4744814"/>
              <a:gd name="connsiteX3" fmla="*/ 0 w 4744814"/>
              <a:gd name="connsiteY3" fmla="*/ 2372407 h 4744814"/>
              <a:gd name="connsiteX4" fmla="*/ 2372407 w 4744814"/>
              <a:gd name="connsiteY4" fmla="*/ 0 h 4744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14" h="4744814">
                <a:moveTo>
                  <a:pt x="2372407" y="0"/>
                </a:moveTo>
                <a:cubicBezTo>
                  <a:pt x="3682651" y="0"/>
                  <a:pt x="4744814" y="1062163"/>
                  <a:pt x="4744814" y="2372407"/>
                </a:cubicBezTo>
                <a:cubicBezTo>
                  <a:pt x="4744814" y="3682651"/>
                  <a:pt x="3682651" y="4744814"/>
                  <a:pt x="2372407" y="4744814"/>
                </a:cubicBezTo>
                <a:cubicBezTo>
                  <a:pt x="1062163" y="4744814"/>
                  <a:pt x="0" y="3682651"/>
                  <a:pt x="0" y="2372407"/>
                </a:cubicBezTo>
                <a:cubicBezTo>
                  <a:pt x="0" y="1062163"/>
                  <a:pt x="1062163" y="0"/>
                  <a:pt x="2372407" y="0"/>
                </a:cubicBezTo>
                <a:close/>
              </a:path>
            </a:pathLst>
          </a:custGeom>
          <a:noFill/>
          <a:ln w="38100">
            <a:solidFill>
              <a:schemeClr val="tx2"/>
            </a:solidFill>
          </a:ln>
        </p:spPr>
        <p:txBody>
          <a:bodyPr wrap="square" lIns="216000" tIns="216000" rIns="216000" bIns="216000" anchor="ctr" anchorCtr="0">
            <a:noAutofit/>
          </a:bodyPr>
          <a:lstStyle>
            <a:lvl1pPr marL="0" indent="0" algn="l">
              <a:buNone/>
              <a:defRPr sz="2000"/>
            </a:lvl1pPr>
            <a:lvl2pPr marL="288000" indent="0" algn="ctr">
              <a:buNone/>
              <a:defRPr/>
            </a:lvl2pPr>
            <a:lvl3pPr algn="ctr">
              <a:defRPr/>
            </a:lvl3pPr>
            <a:lvl4pPr algn="ctr">
              <a:defRPr/>
            </a:lvl4pPr>
            <a:lvl5pPr algn="ctr">
              <a:defRPr/>
            </a:lvl5pPr>
          </a:lstStyle>
          <a:p>
            <a:pPr lvl="0"/>
            <a:r>
              <a:rPr lang="en-US"/>
              <a:t>Click to add content</a:t>
            </a:r>
          </a:p>
        </p:txBody>
      </p:sp>
      <p:sp>
        <p:nvSpPr>
          <p:cNvPr id="18" name="Text Placeholder 17">
            <a:extLst>
              <a:ext uri="{FF2B5EF4-FFF2-40B4-BE49-F238E27FC236}">
                <a16:creationId xmlns:a16="http://schemas.microsoft.com/office/drawing/2014/main" id="{6952B587-0295-454B-801F-369445E17E75}"/>
              </a:ext>
            </a:extLst>
          </p:cNvPr>
          <p:cNvSpPr>
            <a:spLocks noGrp="1"/>
          </p:cNvSpPr>
          <p:nvPr>
            <p:ph type="body" sz="quarter" idx="21" hasCustomPrompt="1"/>
          </p:nvPr>
        </p:nvSpPr>
        <p:spPr>
          <a:xfrm>
            <a:off x="7091365" y="1025840"/>
            <a:ext cx="4551996" cy="4551996"/>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chemeClr val="accent3"/>
            </a:solidFill>
          </a:ln>
        </p:spPr>
        <p:txBody>
          <a:bodyPr wrap="square" lIns="216000" tIns="216000" rIns="216000" bIns="216000" anchor="ctr" anchorCtr="0">
            <a:noAutofit/>
          </a:bodyPr>
          <a:lstStyle>
            <a:lvl1pPr marL="0" indent="0" algn="r">
              <a:buNone/>
              <a:defRPr sz="2000"/>
            </a:lvl1pPr>
            <a:lvl2pPr marL="288000" indent="0" algn="ctr">
              <a:buNone/>
              <a:defRPr/>
            </a:lvl2pPr>
            <a:lvl3pPr algn="ctr">
              <a:defRPr/>
            </a:lvl3pPr>
            <a:lvl4pPr algn="ctr">
              <a:defRPr/>
            </a:lvl4pPr>
            <a:lvl5pPr algn="ctr">
              <a:defRPr/>
            </a:lvl5pPr>
          </a:lstStyle>
          <a:p>
            <a:pPr lvl="0"/>
            <a:r>
              <a:rPr lang="en-US"/>
              <a:t>Click to add content</a:t>
            </a:r>
          </a:p>
        </p:txBody>
      </p:sp>
      <p:cxnSp>
        <p:nvCxnSpPr>
          <p:cNvPr id="3" name="Straight Connector 2">
            <a:extLst>
              <a:ext uri="{FF2B5EF4-FFF2-40B4-BE49-F238E27FC236}">
                <a16:creationId xmlns:a16="http://schemas.microsoft.com/office/drawing/2014/main" id="{AC7B1CBC-795C-40FD-9D3D-FA3EE67BC869}"/>
              </a:ext>
            </a:extLst>
          </p:cNvPr>
          <p:cNvCxnSpPr>
            <a:cxnSpLocks/>
          </p:cNvCxnSpPr>
          <p:nvPr userDrawn="1"/>
        </p:nvCxnSpPr>
        <p:spPr>
          <a:xfrm>
            <a:off x="3540125" y="3688080"/>
            <a:ext cx="0" cy="2521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96">
            <a:extLst>
              <a:ext uri="{FF2B5EF4-FFF2-40B4-BE49-F238E27FC236}">
                <a16:creationId xmlns:a16="http://schemas.microsoft.com/office/drawing/2014/main" id="{032A8305-0A77-4646-B111-53EF169406A5}"/>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3936808420"/>
      </p:ext>
    </p:extLst>
  </p:cSld>
  <p:clrMapOvr>
    <a:masterClrMapping/>
  </p:clrMapOvr>
  <p:extLst>
    <p:ext uri="{DCECCB84-F9BA-43D5-87BE-67443E8EF086}">
      <p15:sldGuideLst xmlns:p15="http://schemas.microsoft.com/office/powerpoint/2012/main">
        <p15:guide id="1" pos="2230">
          <p15:clr>
            <a:srgbClr val="C35EA4"/>
          </p15:clr>
        </p15:guide>
        <p15:guide id="2" pos="2547" userDrawn="1">
          <p15:clr>
            <a:srgbClr val="C35EA4"/>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 Part Venn">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56E74C9D-A30B-4D20-BC99-B3E335271591}"/>
              </a:ext>
            </a:extLst>
          </p:cNvPr>
          <p:cNvSpPr>
            <a:spLocks noGrp="1"/>
          </p:cNvSpPr>
          <p:nvPr>
            <p:ph type="title" hasCustomPrompt="1"/>
          </p:nvPr>
        </p:nvSpPr>
        <p:spPr>
          <a:xfrm>
            <a:off x="0" y="0"/>
            <a:ext cx="3875391" cy="4330699"/>
          </a:xfrm>
          <a:custGeom>
            <a:avLst/>
            <a:gdLst>
              <a:gd name="connsiteX0" fmla="*/ 417122 w 3875391"/>
              <a:gd name="connsiteY0" fmla="*/ 0 h 4330699"/>
              <a:gd name="connsiteX1" fmla="*/ 2700571 w 3875391"/>
              <a:gd name="connsiteY1" fmla="*/ 0 h 4330699"/>
              <a:gd name="connsiteX2" fmla="*/ 2854048 w 3875391"/>
              <a:gd name="connsiteY2" fmla="*/ 93240 h 4330699"/>
              <a:gd name="connsiteX3" fmla="*/ 3870691 w 3875391"/>
              <a:gd name="connsiteY3" fmla="*/ 1865383 h 4330699"/>
              <a:gd name="connsiteX4" fmla="*/ 3875391 w 3875391"/>
              <a:gd name="connsiteY4" fmla="*/ 2014156 h 4330699"/>
              <a:gd name="connsiteX5" fmla="*/ 3868636 w 3875391"/>
              <a:gd name="connsiteY5" fmla="*/ 2192391 h 4330699"/>
              <a:gd name="connsiteX6" fmla="*/ 3479762 w 3875391"/>
              <a:gd name="connsiteY6" fmla="*/ 3309357 h 4330699"/>
              <a:gd name="connsiteX7" fmla="*/ 3457575 w 3875391"/>
              <a:gd name="connsiteY7" fmla="*/ 3339026 h 4330699"/>
              <a:gd name="connsiteX8" fmla="*/ 3457575 w 3875391"/>
              <a:gd name="connsiteY8" fmla="*/ 3339027 h 4330699"/>
              <a:gd name="connsiteX9" fmla="*/ 3457575 w 3875391"/>
              <a:gd name="connsiteY9" fmla="*/ 3343273 h 4330699"/>
              <a:gd name="connsiteX10" fmla="*/ 3457575 w 3875391"/>
              <a:gd name="connsiteY10" fmla="*/ 3343274 h 4330699"/>
              <a:gd name="connsiteX11" fmla="*/ 3454399 w 3875391"/>
              <a:gd name="connsiteY11" fmla="*/ 3343274 h 4330699"/>
              <a:gd name="connsiteX12" fmla="*/ 3454398 w 3875391"/>
              <a:gd name="connsiteY12" fmla="*/ 3343274 h 4330699"/>
              <a:gd name="connsiteX13" fmla="*/ 3346405 w 3875391"/>
              <a:gd name="connsiteY13" fmla="*/ 3487692 h 4330699"/>
              <a:gd name="connsiteX14" fmla="*/ 1558846 w 3875391"/>
              <a:gd name="connsiteY14" fmla="*/ 4330699 h 4330699"/>
              <a:gd name="connsiteX15" fmla="*/ 85309 w 3875391"/>
              <a:gd name="connsiteY15" fmla="*/ 3801713 h 4330699"/>
              <a:gd name="connsiteX16" fmla="*/ 0 w 3875391"/>
              <a:gd name="connsiteY16" fmla="*/ 3724179 h 4330699"/>
              <a:gd name="connsiteX17" fmla="*/ 0 w 3875391"/>
              <a:gd name="connsiteY17" fmla="*/ 304131 h 4330699"/>
              <a:gd name="connsiteX18" fmla="*/ 85309 w 3875391"/>
              <a:gd name="connsiteY18" fmla="*/ 226597 h 4330699"/>
              <a:gd name="connsiteX19" fmla="*/ 263644 w 3875391"/>
              <a:gd name="connsiteY19" fmla="*/ 93240 h 4330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75391" h="4330699">
                <a:moveTo>
                  <a:pt x="417122" y="0"/>
                </a:moveTo>
                <a:lnTo>
                  <a:pt x="2700571" y="0"/>
                </a:lnTo>
                <a:lnTo>
                  <a:pt x="2854048" y="93240"/>
                </a:lnTo>
                <a:cubicBezTo>
                  <a:pt x="3431740" y="483521"/>
                  <a:pt x="3823924" y="1127538"/>
                  <a:pt x="3870691" y="1865383"/>
                </a:cubicBezTo>
                <a:lnTo>
                  <a:pt x="3875391" y="2014156"/>
                </a:lnTo>
                <a:lnTo>
                  <a:pt x="3868636" y="2192391"/>
                </a:lnTo>
                <a:cubicBezTo>
                  <a:pt x="3837305" y="2604167"/>
                  <a:pt x="3698320" y="2985849"/>
                  <a:pt x="3479762" y="3309357"/>
                </a:cubicBezTo>
                <a:lnTo>
                  <a:pt x="3457575" y="3339026"/>
                </a:lnTo>
                <a:lnTo>
                  <a:pt x="3457575" y="3339027"/>
                </a:lnTo>
                <a:lnTo>
                  <a:pt x="3457575" y="3343273"/>
                </a:lnTo>
                <a:lnTo>
                  <a:pt x="3457575" y="3343274"/>
                </a:lnTo>
                <a:lnTo>
                  <a:pt x="3454399" y="3343274"/>
                </a:lnTo>
                <a:lnTo>
                  <a:pt x="3454398" y="3343274"/>
                </a:lnTo>
                <a:lnTo>
                  <a:pt x="3346405" y="3487692"/>
                </a:lnTo>
                <a:cubicBezTo>
                  <a:pt x="2921516" y="4002538"/>
                  <a:pt x="2278504" y="4330699"/>
                  <a:pt x="1558846" y="4330699"/>
                </a:cubicBezTo>
                <a:cubicBezTo>
                  <a:pt x="999112" y="4330699"/>
                  <a:pt x="485745" y="4132182"/>
                  <a:pt x="85309" y="3801713"/>
                </a:cubicBezTo>
                <a:lnTo>
                  <a:pt x="0" y="3724179"/>
                </a:lnTo>
                <a:lnTo>
                  <a:pt x="0" y="304131"/>
                </a:lnTo>
                <a:lnTo>
                  <a:pt x="85309" y="226597"/>
                </a:lnTo>
                <a:cubicBezTo>
                  <a:pt x="142514" y="179387"/>
                  <a:pt x="202023" y="134871"/>
                  <a:pt x="263644" y="93240"/>
                </a:cubicBezTo>
                <a:close/>
              </a:path>
            </a:pathLst>
          </a:custGeom>
          <a:solidFill>
            <a:schemeClr val="accent1"/>
          </a:solidFill>
        </p:spPr>
        <p:txBody>
          <a:bodyPr vert="horz" wrap="square" lIns="396000" tIns="360000" rIns="0" bIns="360000" rtlCol="0" anchor="ctr" anchorCtr="0">
            <a:noAutofit/>
          </a:bodyPr>
          <a:lstStyle>
            <a:lvl1pPr>
              <a:defRPr lang="en-US" sz="4000" dirty="0">
                <a:solidFill>
                  <a:schemeClr val="bg1"/>
                </a:solidFill>
              </a:defRPr>
            </a:lvl1pPr>
          </a:lstStyle>
          <a:p>
            <a:pPr marL="0" lvl="0"/>
            <a:r>
              <a:rPr lang="en-US"/>
              <a:t>Click to enter title here</a:t>
            </a:r>
          </a:p>
        </p:txBody>
      </p:sp>
      <p:sp>
        <p:nvSpPr>
          <p:cNvPr id="6" name="Date Placeholder 5">
            <a:extLst>
              <a:ext uri="{FF2B5EF4-FFF2-40B4-BE49-F238E27FC236}">
                <a16:creationId xmlns:a16="http://schemas.microsoft.com/office/drawing/2014/main" id="{98CF1364-95FC-4822-BD65-0519B5DD9BCE}"/>
              </a:ext>
            </a:extLst>
          </p:cNvPr>
          <p:cNvSpPr>
            <a:spLocks noGrp="1"/>
          </p:cNvSpPr>
          <p:nvPr>
            <p:ph type="dt" sz="half" idx="10"/>
          </p:nvPr>
        </p:nvSpPr>
        <p:spPr/>
        <p:txBody>
          <a:bodyPr/>
          <a:lstStyle/>
          <a:p>
            <a:endParaRPr lang="en-GB"/>
          </a:p>
        </p:txBody>
      </p:sp>
      <p:sp>
        <p:nvSpPr>
          <p:cNvPr id="8" name="Slide Number Placeholder 7">
            <a:extLst>
              <a:ext uri="{FF2B5EF4-FFF2-40B4-BE49-F238E27FC236}">
                <a16:creationId xmlns:a16="http://schemas.microsoft.com/office/drawing/2014/main" id="{B7FF9A92-5BDB-40F9-8C9E-94BECF288EF4}"/>
              </a:ext>
            </a:extLst>
          </p:cNvPr>
          <p:cNvSpPr>
            <a:spLocks noGrp="1"/>
          </p:cNvSpPr>
          <p:nvPr>
            <p:ph type="sldNum" sz="quarter" idx="12"/>
          </p:nvPr>
        </p:nvSpPr>
        <p:spPr/>
        <p:txBody>
          <a:bodyPr/>
          <a:lstStyle/>
          <a:p>
            <a:fld id="{F8E47D07-9D1E-4FE9-B31A-2F5863681021}" type="slidenum">
              <a:rPr lang="en-GB" smtClean="0"/>
              <a:pPr/>
              <a:t>‹#›</a:t>
            </a:fld>
            <a:endParaRPr lang="en-GB"/>
          </a:p>
        </p:txBody>
      </p:sp>
      <p:sp>
        <p:nvSpPr>
          <p:cNvPr id="10" name="Text Placeholder 9">
            <a:extLst>
              <a:ext uri="{FF2B5EF4-FFF2-40B4-BE49-F238E27FC236}">
                <a16:creationId xmlns:a16="http://schemas.microsoft.com/office/drawing/2014/main" id="{E0AC320E-1DF9-44A2-A51A-436D6C7AB1E3}"/>
              </a:ext>
            </a:extLst>
          </p:cNvPr>
          <p:cNvSpPr>
            <a:spLocks noGrp="1"/>
          </p:cNvSpPr>
          <p:nvPr>
            <p:ph type="body" sz="quarter" idx="17" hasCustomPrompt="1"/>
          </p:nvPr>
        </p:nvSpPr>
        <p:spPr>
          <a:xfrm>
            <a:off x="9098413" y="5762415"/>
            <a:ext cx="2685600" cy="424732"/>
          </a:xfrm>
        </p:spPr>
        <p:txBody>
          <a:bodyPr anchor="b" anchorCtr="0"/>
          <a:lstStyle>
            <a:lvl1pPr marL="0" indent="0" algn="r">
              <a:buNone/>
              <a:defRPr b="1">
                <a:solidFill>
                  <a:schemeClr val="accent3"/>
                </a:solidFill>
              </a:defRPr>
            </a:lvl1pPr>
          </a:lstStyle>
          <a:p>
            <a:pPr lvl="0"/>
            <a:r>
              <a:rPr lang="en-US"/>
              <a:t>Area 2</a:t>
            </a:r>
          </a:p>
        </p:txBody>
      </p:sp>
      <p:sp>
        <p:nvSpPr>
          <p:cNvPr id="27" name="Text Placeholder 9">
            <a:extLst>
              <a:ext uri="{FF2B5EF4-FFF2-40B4-BE49-F238E27FC236}">
                <a16:creationId xmlns:a16="http://schemas.microsoft.com/office/drawing/2014/main" id="{925C54A2-C6A7-453B-A026-DE720519F8D4}"/>
              </a:ext>
            </a:extLst>
          </p:cNvPr>
          <p:cNvSpPr>
            <a:spLocks noGrp="1"/>
          </p:cNvSpPr>
          <p:nvPr>
            <p:ph type="body" sz="quarter" idx="18" hasCustomPrompt="1"/>
          </p:nvPr>
        </p:nvSpPr>
        <p:spPr>
          <a:xfrm>
            <a:off x="4043363" y="413521"/>
            <a:ext cx="2685600" cy="424732"/>
          </a:xfrm>
        </p:spPr>
        <p:txBody>
          <a:bodyPr anchor="t" anchorCtr="0"/>
          <a:lstStyle>
            <a:lvl1pPr marL="0" indent="0" algn="l">
              <a:buNone/>
              <a:defRPr b="1">
                <a:solidFill>
                  <a:schemeClr val="tx2"/>
                </a:solidFill>
              </a:defRPr>
            </a:lvl1pPr>
          </a:lstStyle>
          <a:p>
            <a:pPr lvl="0"/>
            <a:r>
              <a:rPr lang="en-US"/>
              <a:t>Area 1</a:t>
            </a:r>
          </a:p>
        </p:txBody>
      </p:sp>
      <p:sp>
        <p:nvSpPr>
          <p:cNvPr id="16" name="Text Placeholder 15">
            <a:extLst>
              <a:ext uri="{FF2B5EF4-FFF2-40B4-BE49-F238E27FC236}">
                <a16:creationId xmlns:a16="http://schemas.microsoft.com/office/drawing/2014/main" id="{7E177C92-B54F-4A6C-BEC0-3BCCA571DAA8}"/>
              </a:ext>
            </a:extLst>
          </p:cNvPr>
          <p:cNvSpPr>
            <a:spLocks noGrp="1"/>
          </p:cNvSpPr>
          <p:nvPr>
            <p:ph type="body" sz="quarter" idx="20" hasCustomPrompt="1"/>
          </p:nvPr>
        </p:nvSpPr>
        <p:spPr>
          <a:xfrm>
            <a:off x="6231600" y="450000"/>
            <a:ext cx="3322800" cy="3322800"/>
          </a:xfrm>
          <a:custGeom>
            <a:avLst/>
            <a:gdLst>
              <a:gd name="connsiteX0" fmla="*/ 2372407 w 4744814"/>
              <a:gd name="connsiteY0" fmla="*/ 0 h 4744814"/>
              <a:gd name="connsiteX1" fmla="*/ 4744814 w 4744814"/>
              <a:gd name="connsiteY1" fmla="*/ 2372407 h 4744814"/>
              <a:gd name="connsiteX2" fmla="*/ 2372407 w 4744814"/>
              <a:gd name="connsiteY2" fmla="*/ 4744814 h 4744814"/>
              <a:gd name="connsiteX3" fmla="*/ 0 w 4744814"/>
              <a:gd name="connsiteY3" fmla="*/ 2372407 h 4744814"/>
              <a:gd name="connsiteX4" fmla="*/ 2372407 w 4744814"/>
              <a:gd name="connsiteY4" fmla="*/ 0 h 4744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14" h="4744814">
                <a:moveTo>
                  <a:pt x="2372407" y="0"/>
                </a:moveTo>
                <a:cubicBezTo>
                  <a:pt x="3682651" y="0"/>
                  <a:pt x="4744814" y="1062163"/>
                  <a:pt x="4744814" y="2372407"/>
                </a:cubicBezTo>
                <a:cubicBezTo>
                  <a:pt x="4744814" y="3682651"/>
                  <a:pt x="3682651" y="4744814"/>
                  <a:pt x="2372407" y="4744814"/>
                </a:cubicBezTo>
                <a:cubicBezTo>
                  <a:pt x="1062163" y="4744814"/>
                  <a:pt x="0" y="3682651"/>
                  <a:pt x="0" y="2372407"/>
                </a:cubicBezTo>
                <a:cubicBezTo>
                  <a:pt x="0" y="1062163"/>
                  <a:pt x="1062163" y="0"/>
                  <a:pt x="2372407" y="0"/>
                </a:cubicBezTo>
                <a:close/>
              </a:path>
            </a:pathLst>
          </a:custGeom>
          <a:noFill/>
          <a:ln w="38100">
            <a:solidFill>
              <a:schemeClr val="tx2"/>
            </a:solidFill>
          </a:ln>
        </p:spPr>
        <p:txBody>
          <a:bodyPr wrap="square" lIns="216000" tIns="216000" rIns="216000" bIns="216000" anchor="t" anchorCtr="0">
            <a:noAutofit/>
          </a:bodyPr>
          <a:lstStyle>
            <a:lvl1pPr marL="0" indent="0" algn="ctr">
              <a:buNone/>
              <a:defRPr sz="2000"/>
            </a:lvl1pPr>
            <a:lvl2pPr marL="288000" indent="0" algn="ctr">
              <a:buNone/>
              <a:defRPr/>
            </a:lvl2pPr>
            <a:lvl3pPr algn="ctr">
              <a:defRPr/>
            </a:lvl3pPr>
            <a:lvl4pPr algn="ctr">
              <a:defRPr/>
            </a:lvl4pPr>
            <a:lvl5pPr algn="ctr">
              <a:defRPr/>
            </a:lvl5pPr>
          </a:lstStyle>
          <a:p>
            <a:pPr lvl="0"/>
            <a:r>
              <a:rPr lang="en-US"/>
              <a:t>Click to add </a:t>
            </a:r>
            <a:br>
              <a:rPr lang="en-US"/>
            </a:br>
            <a:r>
              <a:rPr lang="en-US"/>
              <a:t>content</a:t>
            </a:r>
          </a:p>
        </p:txBody>
      </p:sp>
      <p:sp>
        <p:nvSpPr>
          <p:cNvPr id="18" name="Text Placeholder 17">
            <a:extLst>
              <a:ext uri="{FF2B5EF4-FFF2-40B4-BE49-F238E27FC236}">
                <a16:creationId xmlns:a16="http://schemas.microsoft.com/office/drawing/2014/main" id="{6952B587-0295-454B-801F-369445E17E75}"/>
              </a:ext>
            </a:extLst>
          </p:cNvPr>
          <p:cNvSpPr>
            <a:spLocks noGrp="1"/>
          </p:cNvSpPr>
          <p:nvPr>
            <p:ph type="body" sz="quarter" idx="21" hasCustomPrompt="1"/>
          </p:nvPr>
        </p:nvSpPr>
        <p:spPr>
          <a:xfrm>
            <a:off x="7423200" y="2397600"/>
            <a:ext cx="3322800" cy="3322800"/>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chemeClr val="accent3"/>
            </a:solidFill>
          </a:ln>
        </p:spPr>
        <p:txBody>
          <a:bodyPr wrap="square" lIns="216000" tIns="216000" rIns="216000" bIns="216000" anchor="ctr" anchorCtr="0">
            <a:noAutofit/>
          </a:bodyPr>
          <a:lstStyle>
            <a:lvl1pPr marL="0" indent="0" algn="r">
              <a:buNone/>
              <a:defRPr sz="2000"/>
            </a:lvl1pPr>
            <a:lvl2pPr marL="288000" indent="0" algn="ctr">
              <a:buNone/>
              <a:defRPr/>
            </a:lvl2pPr>
            <a:lvl3pPr algn="ctr">
              <a:defRPr/>
            </a:lvl3pPr>
            <a:lvl4pPr algn="ctr">
              <a:defRPr/>
            </a:lvl4pPr>
            <a:lvl5pPr algn="ctr">
              <a:defRPr/>
            </a:lvl5pPr>
          </a:lstStyle>
          <a:p>
            <a:pPr lvl="0"/>
            <a:r>
              <a:rPr lang="en-US"/>
              <a:t>Click to add </a:t>
            </a:r>
            <a:br>
              <a:rPr lang="en-US"/>
            </a:br>
            <a:r>
              <a:rPr lang="en-US"/>
              <a:t>content</a:t>
            </a:r>
          </a:p>
        </p:txBody>
      </p:sp>
      <p:cxnSp>
        <p:nvCxnSpPr>
          <p:cNvPr id="3" name="Straight Connector 2">
            <a:extLst>
              <a:ext uri="{FF2B5EF4-FFF2-40B4-BE49-F238E27FC236}">
                <a16:creationId xmlns:a16="http://schemas.microsoft.com/office/drawing/2014/main" id="{AC7B1CBC-795C-40FD-9D3D-FA3EE67BC869}"/>
              </a:ext>
            </a:extLst>
          </p:cNvPr>
          <p:cNvCxnSpPr>
            <a:cxnSpLocks/>
          </p:cNvCxnSpPr>
          <p:nvPr userDrawn="1"/>
        </p:nvCxnSpPr>
        <p:spPr>
          <a:xfrm>
            <a:off x="3540125" y="3688080"/>
            <a:ext cx="0" cy="25216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44FC366A-0CEA-4CD0-9B38-E42E5FC1B96B}"/>
              </a:ext>
            </a:extLst>
          </p:cNvPr>
          <p:cNvSpPr>
            <a:spLocks noGrp="1"/>
          </p:cNvSpPr>
          <p:nvPr>
            <p:ph type="body" sz="quarter" idx="22" hasCustomPrompt="1"/>
          </p:nvPr>
        </p:nvSpPr>
        <p:spPr>
          <a:xfrm>
            <a:off x="4043363" y="5762415"/>
            <a:ext cx="2685600" cy="424732"/>
          </a:xfrm>
        </p:spPr>
        <p:txBody>
          <a:bodyPr anchor="b" anchorCtr="0"/>
          <a:lstStyle>
            <a:lvl1pPr marL="0" indent="0" algn="l">
              <a:buNone/>
              <a:defRPr b="1">
                <a:solidFill>
                  <a:schemeClr val="accent2"/>
                </a:solidFill>
              </a:defRPr>
            </a:lvl1pPr>
          </a:lstStyle>
          <a:p>
            <a:pPr lvl="0"/>
            <a:r>
              <a:rPr lang="en-US"/>
              <a:t>Area 3</a:t>
            </a:r>
          </a:p>
        </p:txBody>
      </p:sp>
      <p:sp>
        <p:nvSpPr>
          <p:cNvPr id="12" name="Text Placeholder 17">
            <a:extLst>
              <a:ext uri="{FF2B5EF4-FFF2-40B4-BE49-F238E27FC236}">
                <a16:creationId xmlns:a16="http://schemas.microsoft.com/office/drawing/2014/main" id="{9F52DAA3-7E10-4B57-9351-33AF3DEFB419}"/>
              </a:ext>
            </a:extLst>
          </p:cNvPr>
          <p:cNvSpPr>
            <a:spLocks noGrp="1"/>
          </p:cNvSpPr>
          <p:nvPr>
            <p:ph type="body" sz="quarter" idx="23" hasCustomPrompt="1"/>
          </p:nvPr>
        </p:nvSpPr>
        <p:spPr>
          <a:xfrm>
            <a:off x="5040000" y="2397600"/>
            <a:ext cx="3322800" cy="3322800"/>
          </a:xfrm>
          <a:custGeom>
            <a:avLst/>
            <a:gdLst>
              <a:gd name="connsiteX0" fmla="*/ 2275998 w 4551996"/>
              <a:gd name="connsiteY0" fmla="*/ 0 h 4551996"/>
              <a:gd name="connsiteX1" fmla="*/ 4551996 w 4551996"/>
              <a:gd name="connsiteY1" fmla="*/ 2275998 h 4551996"/>
              <a:gd name="connsiteX2" fmla="*/ 2275998 w 4551996"/>
              <a:gd name="connsiteY2" fmla="*/ 4551996 h 4551996"/>
              <a:gd name="connsiteX3" fmla="*/ 0 w 4551996"/>
              <a:gd name="connsiteY3" fmla="*/ 2275998 h 4551996"/>
              <a:gd name="connsiteX4" fmla="*/ 2275998 w 4551996"/>
              <a:gd name="connsiteY4" fmla="*/ 0 h 4551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1996" h="4551996">
                <a:moveTo>
                  <a:pt x="2275998" y="0"/>
                </a:moveTo>
                <a:cubicBezTo>
                  <a:pt x="3532997" y="0"/>
                  <a:pt x="4551996" y="1018999"/>
                  <a:pt x="4551996" y="2275998"/>
                </a:cubicBezTo>
                <a:cubicBezTo>
                  <a:pt x="4551996" y="3532997"/>
                  <a:pt x="3532997" y="4551996"/>
                  <a:pt x="2275998" y="4551996"/>
                </a:cubicBezTo>
                <a:cubicBezTo>
                  <a:pt x="1018999" y="4551996"/>
                  <a:pt x="0" y="3532997"/>
                  <a:pt x="0" y="2275998"/>
                </a:cubicBezTo>
                <a:cubicBezTo>
                  <a:pt x="0" y="1018999"/>
                  <a:pt x="1018999" y="0"/>
                  <a:pt x="2275998" y="0"/>
                </a:cubicBezTo>
                <a:close/>
              </a:path>
            </a:pathLst>
          </a:custGeom>
          <a:noFill/>
          <a:ln w="38100">
            <a:solidFill>
              <a:schemeClr val="accent2"/>
            </a:solidFill>
          </a:ln>
        </p:spPr>
        <p:txBody>
          <a:bodyPr wrap="square" lIns="216000" tIns="216000" rIns="216000" bIns="216000" anchor="ctr" anchorCtr="0">
            <a:noAutofit/>
          </a:bodyPr>
          <a:lstStyle>
            <a:lvl1pPr marL="0" indent="0" algn="l">
              <a:buNone/>
              <a:defRPr sz="2000"/>
            </a:lvl1pPr>
            <a:lvl2pPr marL="288000" indent="0" algn="ctr">
              <a:buNone/>
              <a:defRPr/>
            </a:lvl2pPr>
            <a:lvl3pPr algn="ctr">
              <a:defRPr/>
            </a:lvl3pPr>
            <a:lvl4pPr algn="ctr">
              <a:defRPr/>
            </a:lvl4pPr>
            <a:lvl5pPr algn="ctr">
              <a:defRPr/>
            </a:lvl5pPr>
          </a:lstStyle>
          <a:p>
            <a:pPr lvl="0"/>
            <a:r>
              <a:rPr lang="en-US"/>
              <a:t>Click to add </a:t>
            </a:r>
            <a:br>
              <a:rPr lang="en-US"/>
            </a:br>
            <a:r>
              <a:rPr lang="en-US"/>
              <a:t>content</a:t>
            </a:r>
          </a:p>
        </p:txBody>
      </p:sp>
      <p:sp>
        <p:nvSpPr>
          <p:cNvPr id="13" name="Text Placeholder 96">
            <a:extLst>
              <a:ext uri="{FF2B5EF4-FFF2-40B4-BE49-F238E27FC236}">
                <a16:creationId xmlns:a16="http://schemas.microsoft.com/office/drawing/2014/main" id="{2135C828-3151-41FA-8348-153EF07735DC}"/>
              </a:ext>
            </a:extLst>
          </p:cNvPr>
          <p:cNvSpPr>
            <a:spLocks noGrp="1"/>
          </p:cNvSpPr>
          <p:nvPr>
            <p:ph type="body" sz="quarter" idx="111" hasCustomPrompt="1"/>
          </p:nvPr>
        </p:nvSpPr>
        <p:spPr>
          <a:xfrm>
            <a:off x="407988" y="6200774"/>
            <a:ext cx="9729787" cy="657225"/>
          </a:xfrm>
        </p:spPr>
        <p:txBody>
          <a:bodyPr anchor="b" anchorCtr="0">
            <a:noAutofit/>
          </a:bodyPr>
          <a:lstStyle>
            <a:lvl1pPr>
              <a:spcAft>
                <a:spcPts val="300"/>
              </a:spcAft>
              <a:buNone/>
              <a:defRPr sz="800"/>
            </a:lvl1pPr>
          </a:lstStyle>
          <a:p>
            <a:pPr lvl="0"/>
            <a:r>
              <a:rPr lang="en-US"/>
              <a:t>Footnotes</a:t>
            </a:r>
          </a:p>
        </p:txBody>
      </p:sp>
    </p:spTree>
    <p:custDataLst>
      <p:tags r:id="rId1"/>
    </p:custDataLst>
    <p:extLst>
      <p:ext uri="{BB962C8B-B14F-4D97-AF65-F5344CB8AC3E}">
        <p14:creationId xmlns:p14="http://schemas.microsoft.com/office/powerpoint/2010/main" val="1589936035"/>
      </p:ext>
    </p:extLst>
  </p:cSld>
  <p:clrMapOvr>
    <a:masterClrMapping/>
  </p:clrMapOvr>
  <p:extLst>
    <p:ext uri="{DCECCB84-F9BA-43D5-87BE-67443E8EF086}">
      <p15:sldGuideLst xmlns:p15="http://schemas.microsoft.com/office/powerpoint/2012/main">
        <p15:guide id="1" pos="2230">
          <p15:clr>
            <a:srgbClr val="C35EA4"/>
          </p15:clr>
        </p15:guide>
        <p15:guide id="2" pos="2547" userDrawn="1">
          <p15:clr>
            <a:srgbClr val="C35EA4"/>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END">
    <p:bg>
      <p:bgPr>
        <a:solidFill>
          <a:schemeClr val="tx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22DA5D-EC7E-40C3-8862-3E3748AD6C3A}"/>
              </a:ext>
            </a:extLst>
          </p:cNvPr>
          <p:cNvSpPr txBox="1">
            <a:spLocks/>
          </p:cNvSpPr>
          <p:nvPr userDrawn="1"/>
        </p:nvSpPr>
        <p:spPr>
          <a:xfrm>
            <a:off x="1257304" y="769811"/>
            <a:ext cx="9677394" cy="5318379"/>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bg1"/>
                </a:solidFill>
                <a:latin typeface="+mj-lt"/>
                <a:ea typeface="+mj-ea"/>
                <a:cs typeface="+mj-cs"/>
              </a:defRPr>
            </a:lvl1pPr>
          </a:lstStyle>
          <a:p>
            <a:r>
              <a:rPr lang="en-US" sz="9600"/>
              <a:t>Do not use layouts</a:t>
            </a:r>
            <a:br>
              <a:rPr lang="en-US" sz="9600"/>
            </a:br>
            <a:r>
              <a:rPr lang="en-US" sz="9600"/>
              <a:t>in this section appearing after this point. </a:t>
            </a:r>
          </a:p>
        </p:txBody>
      </p:sp>
      <p:sp>
        <p:nvSpPr>
          <p:cNvPr id="3" name="DO NOT DELETE (BRANDIN)">
            <a:extLst>
              <a:ext uri="{FF2B5EF4-FFF2-40B4-BE49-F238E27FC236}">
                <a16:creationId xmlns:a16="http://schemas.microsoft.com/office/drawing/2014/main" id="{7C53197B-02C6-4AD6-B28A-D02CB72559FA}"/>
              </a:ext>
            </a:extLst>
          </p:cNvPr>
          <p:cNvSpPr/>
          <p:nvPr userDrawn="1"/>
        </p:nvSpPr>
        <p:spPr>
          <a:xfrm>
            <a:off x="0" y="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lnSpc>
                <a:spcPct val="90000"/>
              </a:lnSpc>
              <a:spcAft>
                <a:spcPts val="600"/>
              </a:spcAft>
            </a:pPr>
            <a:endParaRPr lang="en-US" err="1"/>
          </a:p>
        </p:txBody>
      </p:sp>
    </p:spTree>
    <p:custDataLst>
      <p:custData r:id="rId1"/>
      <p:tags r:id="rId2"/>
    </p:custDataLst>
    <p:extLst>
      <p:ext uri="{BB962C8B-B14F-4D97-AF65-F5344CB8AC3E}">
        <p14:creationId xmlns:p14="http://schemas.microsoft.com/office/powerpoint/2010/main" val="1142580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17"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image" Target="../media/image1.emf"/><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oleObject" Target="../embeddings/oleObject2.bin"/><Relationship Id="rId2" Type="http://schemas.openxmlformats.org/officeDocument/2006/relationships/slideLayout" Target="../slideLayouts/slideLayout12.xml"/><Relationship Id="rId16" Type="http://schemas.openxmlformats.org/officeDocument/2006/relationships/tags" Target="../tags/tag15.xml"/><Relationship Id="rId20" Type="http://schemas.openxmlformats.org/officeDocument/2006/relationships/image" Target="../media/image3.svg"/><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tags" Target="../tags/tag14.xml"/><Relationship Id="rId10" Type="http://schemas.openxmlformats.org/officeDocument/2006/relationships/slideLayout" Target="../slideLayouts/slideLayout20.xml"/><Relationship Id="rId19" Type="http://schemas.openxmlformats.org/officeDocument/2006/relationships/image" Target="../media/image2.png"/><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ags" Target="../tags/tag29.xml"/><Relationship Id="rId18" Type="http://schemas.openxmlformats.org/officeDocument/2006/relationships/image" Target="../media/image3.sv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17" Type="http://schemas.openxmlformats.org/officeDocument/2006/relationships/image" Target="../media/image2.png"/><Relationship Id="rId2" Type="http://schemas.openxmlformats.org/officeDocument/2006/relationships/slideLayout" Target="../slideLayouts/slideLayout25.xml"/><Relationship Id="rId16" Type="http://schemas.openxmlformats.org/officeDocument/2006/relationships/image" Target="../media/image1.emf"/><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oleObject" Target="../embeddings/oleObject3.bin"/><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ags" Target="../tags/tag30.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image" Target="../media/image3.svg"/><Relationship Id="rId3" Type="http://schemas.openxmlformats.org/officeDocument/2006/relationships/slideLayout" Target="../slideLayouts/slideLayout37.xml"/><Relationship Id="rId7" Type="http://schemas.openxmlformats.org/officeDocument/2006/relationships/theme" Target="../theme/theme4.xml"/><Relationship Id="rId12" Type="http://schemas.openxmlformats.org/officeDocument/2006/relationships/image" Target="../media/image2.png"/><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image" Target="../media/image1.emf"/><Relationship Id="rId5" Type="http://schemas.openxmlformats.org/officeDocument/2006/relationships/slideLayout" Target="../slideLayouts/slideLayout39.xml"/><Relationship Id="rId10" Type="http://schemas.openxmlformats.org/officeDocument/2006/relationships/oleObject" Target="../embeddings/oleObject4.bin"/><Relationship Id="rId4" Type="http://schemas.openxmlformats.org/officeDocument/2006/relationships/slideLayout" Target="../slideLayouts/slideLayout38.xml"/><Relationship Id="rId9" Type="http://schemas.openxmlformats.org/officeDocument/2006/relationships/tags" Target="../tags/tag43.xml"/></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3.svg"/><Relationship Id="rId3" Type="http://schemas.openxmlformats.org/officeDocument/2006/relationships/slideLayout" Target="../slideLayouts/slideLayout43.xml"/><Relationship Id="rId7" Type="http://schemas.openxmlformats.org/officeDocument/2006/relationships/theme" Target="../theme/theme5.xml"/><Relationship Id="rId12" Type="http://schemas.openxmlformats.org/officeDocument/2006/relationships/image" Target="../media/image2.png"/><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image" Target="../media/image1.emf"/><Relationship Id="rId5" Type="http://schemas.openxmlformats.org/officeDocument/2006/relationships/slideLayout" Target="../slideLayouts/slideLayout45.xml"/><Relationship Id="rId10" Type="http://schemas.openxmlformats.org/officeDocument/2006/relationships/oleObject" Target="../embeddings/oleObject5.bin"/><Relationship Id="rId4" Type="http://schemas.openxmlformats.org/officeDocument/2006/relationships/slideLayout" Target="../slideLayouts/slideLayout44.xml"/><Relationship Id="rId9" Type="http://schemas.openxmlformats.org/officeDocument/2006/relationships/tags" Target="../tags/tag51.xml"/></Relationships>
</file>

<file path=ppt/slideMasters/_rels/slideMaster6.xml.rels><?xml version="1.0" encoding="UTF-8" standalone="yes"?>
<Relationships xmlns="http://schemas.openxmlformats.org/package/2006/relationships"><Relationship Id="rId8" Type="http://schemas.openxmlformats.org/officeDocument/2006/relationships/tags" Target="../tags/tag59.xml"/><Relationship Id="rId3" Type="http://schemas.openxmlformats.org/officeDocument/2006/relationships/slideLayout" Target="../slideLayouts/slideLayout49.xml"/><Relationship Id="rId7" Type="http://schemas.openxmlformats.org/officeDocument/2006/relationships/tags" Target="../tags/tag58.xml"/><Relationship Id="rId12" Type="http://schemas.openxmlformats.org/officeDocument/2006/relationships/image" Target="../media/image3.sv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theme" Target="../theme/theme6.xml"/><Relationship Id="rId11" Type="http://schemas.openxmlformats.org/officeDocument/2006/relationships/image" Target="../media/image2.png"/><Relationship Id="rId5" Type="http://schemas.openxmlformats.org/officeDocument/2006/relationships/slideLayout" Target="../slideLayouts/slideLayout51.xml"/><Relationship Id="rId10" Type="http://schemas.openxmlformats.org/officeDocument/2006/relationships/image" Target="../media/image1.emf"/><Relationship Id="rId4" Type="http://schemas.openxmlformats.org/officeDocument/2006/relationships/slideLayout" Target="../slideLayouts/slideLayout50.xml"/><Relationship Id="rId9" Type="http://schemas.openxmlformats.org/officeDocument/2006/relationships/oleObject" Target="../embeddings/oleObject6.bin"/></Relationships>
</file>

<file path=ppt/slideMasters/_rels/slideMaster7.xml.rels><?xml version="1.0" encoding="UTF-8" standalone="yes"?>
<Relationships xmlns="http://schemas.openxmlformats.org/package/2006/relationships"><Relationship Id="rId8" Type="http://schemas.openxmlformats.org/officeDocument/2006/relationships/tags" Target="../tags/tag66.xml"/><Relationship Id="rId3" Type="http://schemas.openxmlformats.org/officeDocument/2006/relationships/slideLayout" Target="../slideLayouts/slideLayout54.xml"/><Relationship Id="rId7" Type="http://schemas.openxmlformats.org/officeDocument/2006/relationships/tags" Target="../tags/tag65.xml"/><Relationship Id="rId12" Type="http://schemas.openxmlformats.org/officeDocument/2006/relationships/image" Target="../media/image3.svg"/><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theme" Target="../theme/theme7.xml"/><Relationship Id="rId11" Type="http://schemas.openxmlformats.org/officeDocument/2006/relationships/image" Target="../media/image2.png"/><Relationship Id="rId5" Type="http://schemas.openxmlformats.org/officeDocument/2006/relationships/slideLayout" Target="../slideLayouts/slideLayout56.xml"/><Relationship Id="rId10" Type="http://schemas.openxmlformats.org/officeDocument/2006/relationships/image" Target="../media/image1.emf"/><Relationship Id="rId4" Type="http://schemas.openxmlformats.org/officeDocument/2006/relationships/slideLayout" Target="../slideLayouts/slideLayout55.xml"/><Relationship Id="rId9" Type="http://schemas.openxmlformats.org/officeDocument/2006/relationships/oleObject" Target="../embeddings/oleObject7.bin"/></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59.xml"/><Relationship Id="rId7" Type="http://schemas.openxmlformats.org/officeDocument/2006/relationships/oleObject" Target="../embeddings/oleObject8.bin"/><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tags" Target="../tags/tag73.xml"/><Relationship Id="rId5" Type="http://schemas.openxmlformats.org/officeDocument/2006/relationships/tags" Target="../tags/tag72.xml"/><Relationship Id="rId10" Type="http://schemas.openxmlformats.org/officeDocument/2006/relationships/image" Target="../media/image3.svg"/><Relationship Id="rId4" Type="http://schemas.openxmlformats.org/officeDocument/2006/relationships/theme" Target="../theme/theme8.xml"/><Relationship Id="rId9" Type="http://schemas.openxmlformats.org/officeDocument/2006/relationships/image" Target="../media/image2.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image" Target="../media/image1.emf"/><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oleObject" Target="../embeddings/oleObject9.bin"/><Relationship Id="rId2" Type="http://schemas.openxmlformats.org/officeDocument/2006/relationships/slideLayout" Target="../slideLayouts/slideLayout61.xml"/><Relationship Id="rId16" Type="http://schemas.openxmlformats.org/officeDocument/2006/relationships/tags" Target="../tags/tag78.xml"/><Relationship Id="rId20" Type="http://schemas.openxmlformats.org/officeDocument/2006/relationships/image" Target="../media/image3.svg"/><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ags" Target="../tags/tag77.xml"/><Relationship Id="rId10" Type="http://schemas.openxmlformats.org/officeDocument/2006/relationships/slideLayout" Target="../slideLayouts/slideLayout69.xml"/><Relationship Id="rId19" Type="http://schemas.openxmlformats.org/officeDocument/2006/relationships/image" Target="../media/image2.png"/><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theme" Target="../theme/theme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D3D29B3-9CD9-480E-88AD-46EDB6134FDF}"/>
              </a:ext>
            </a:extLst>
          </p:cNvPr>
          <p:cNvGraphicFramePr>
            <a:graphicFrameLocks noChangeAspect="1"/>
          </p:cNvGraphicFramePr>
          <p:nvPr userDrawn="1">
            <p:custDataLst>
              <p:tags r:id="rId13"/>
            </p:custDataLst>
            <p:extLst>
              <p:ext uri="{D42A27DB-BD31-4B8C-83A1-F6EECF244321}">
                <p14:modId xmlns:p14="http://schemas.microsoft.com/office/powerpoint/2010/main" val="3975975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473" imgH="476" progId="TCLayout.ActiveDocument.1">
                  <p:embed/>
                </p:oleObj>
              </mc:Choice>
              <mc:Fallback>
                <p:oleObj name="think-cell Slide" r:id="rId14" imgW="473" imgH="476" progId="TCLayout.ActiveDocument.1">
                  <p:embed/>
                  <p:pic>
                    <p:nvPicPr>
                      <p:cNvPr id="5" name="Object 4" hidden="1">
                        <a:extLst>
                          <a:ext uri="{FF2B5EF4-FFF2-40B4-BE49-F238E27FC236}">
                            <a16:creationId xmlns:a16="http://schemas.microsoft.com/office/drawing/2014/main" id="{ED3D29B3-9CD9-480E-88AD-46EDB6134FDF}"/>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6258"/>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6258"/>
            <a:ext cx="407988"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16">
              <a:extLst>
                <a:ext uri="{96DAC541-7B7A-43D3-8B79-37D633B846F1}">
                  <asvg:svgBlip xmlns:asvg="http://schemas.microsoft.com/office/drawing/2016/SVG/main" r:embed="rId17"/>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57337"/>
            <a:ext cx="11376025" cy="4643437"/>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lvl="2"/>
            <a:r>
              <a:rPr lang="en-US"/>
              <a:t>Third level</a:t>
            </a:r>
          </a:p>
          <a:p>
            <a:pPr lvl="3"/>
            <a:r>
              <a:rPr lang="en-US"/>
              <a:t>Fourth level</a:t>
            </a:r>
          </a:p>
          <a:p>
            <a:pPr lvl="4"/>
            <a:r>
              <a:rPr lang="en-US"/>
              <a:t>Fifth level</a:t>
            </a:r>
          </a:p>
        </p:txBody>
      </p:sp>
    </p:spTree>
    <p:custDataLst>
      <p:tags r:id="rId12"/>
    </p:custDataLst>
    <p:extLst>
      <p:ext uri="{BB962C8B-B14F-4D97-AF65-F5344CB8AC3E}">
        <p14:creationId xmlns:p14="http://schemas.microsoft.com/office/powerpoint/2010/main" val="2125873824"/>
      </p:ext>
    </p:extLst>
  </p:cSld>
  <p:clrMap bg1="lt1" tx1="dk1" bg2="lt2" tx2="dk2" accent1="accent1" accent2="accent2" accent3="accent3" accent4="accent4" accent5="accent5" accent6="accent6" hlink="hlink" folHlink="folHlink"/>
  <p:sldLayoutIdLst>
    <p:sldLayoutId id="2147484049" r:id="rId1"/>
    <p:sldLayoutId id="2147483846" r:id="rId2"/>
    <p:sldLayoutId id="2147483987" r:id="rId3"/>
    <p:sldLayoutId id="2147483840" r:id="rId4"/>
    <p:sldLayoutId id="2147483850" r:id="rId5"/>
    <p:sldLayoutId id="2147483950" r:id="rId6"/>
    <p:sldLayoutId id="2147483849" r:id="rId7"/>
    <p:sldLayoutId id="2147483851" r:id="rId8"/>
    <p:sldLayoutId id="2147483949" r:id="rId9"/>
    <p:sldLayoutId id="2147483852" r:id="rId10"/>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792000" indent="-2160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3pPr>
      <a:lvl4pPr marL="972000" indent="-2160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smtClean="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userDrawn="1">
          <p15:clr>
            <a:srgbClr val="C35EA4"/>
          </p15:clr>
        </p15:guide>
        <p15:guide id="2" pos="7423" userDrawn="1">
          <p15:clr>
            <a:srgbClr val="C35EA4"/>
          </p15:clr>
        </p15:guide>
        <p15:guide id="3" orient="horz" pos="3906" userDrawn="1">
          <p15:clr>
            <a:srgbClr val="C35EA4"/>
          </p15:clr>
        </p15:guide>
        <p15:guide id="4" orient="horz" pos="255"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8B8633C-F4BC-485F-8493-6D1D4E6EE85E}"/>
              </a:ext>
            </a:extLst>
          </p:cNvPr>
          <p:cNvGraphicFramePr>
            <a:graphicFrameLocks noChangeAspect="1"/>
          </p:cNvGraphicFramePr>
          <p:nvPr userDrawn="1">
            <p:custDataLst>
              <p:tags r:id="rId16"/>
            </p:custDataLst>
            <p:extLst>
              <p:ext uri="{D42A27DB-BD31-4B8C-83A1-F6EECF244321}">
                <p14:modId xmlns:p14="http://schemas.microsoft.com/office/powerpoint/2010/main" val="144881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73" imgH="476" progId="TCLayout.ActiveDocument.1">
                  <p:embed/>
                </p:oleObj>
              </mc:Choice>
              <mc:Fallback>
                <p:oleObj name="think-cell Slide" r:id="rId17" imgW="473" imgH="476" progId="TCLayout.ActiveDocument.1">
                  <p:embed/>
                  <p:pic>
                    <p:nvPicPr>
                      <p:cNvPr id="5" name="Object 4" hidden="1">
                        <a:extLst>
                          <a:ext uri="{FF2B5EF4-FFF2-40B4-BE49-F238E27FC236}">
                            <a16:creationId xmlns:a16="http://schemas.microsoft.com/office/drawing/2014/main" id="{28B8633C-F4BC-485F-8493-6D1D4E6EE85E}"/>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4800"/>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4800"/>
            <a:ext cx="407987"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19">
              <a:extLst>
                <a:ext uri="{96DAC541-7B7A-43D3-8B79-37D633B846F1}">
                  <asvg:svgBlip xmlns:asvg="http://schemas.microsoft.com/office/drawing/2016/SVG/main" r:embed="rId20"/>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67813"/>
            <a:ext cx="11376025" cy="463296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Tree>
    <p:custDataLst>
      <p:tags r:id="rId15"/>
    </p:custDataLst>
    <p:extLst>
      <p:ext uri="{BB962C8B-B14F-4D97-AF65-F5344CB8AC3E}">
        <p14:creationId xmlns:p14="http://schemas.microsoft.com/office/powerpoint/2010/main" val="2532496191"/>
      </p:ext>
    </p:extLst>
  </p:cSld>
  <p:clrMap bg1="lt1" tx1="dk1" bg2="lt2" tx2="dk2" accent1="accent1" accent2="accent2" accent3="accent3" accent4="accent4" accent5="accent5" accent6="accent6" hlink="hlink" folHlink="folHlink"/>
  <p:sldLayoutIdLst>
    <p:sldLayoutId id="2147483986" r:id="rId1"/>
    <p:sldLayoutId id="2147483904" r:id="rId2"/>
    <p:sldLayoutId id="2147483848" r:id="rId3"/>
    <p:sldLayoutId id="2147484116" r:id="rId4"/>
    <p:sldLayoutId id="2147484114" r:id="rId5"/>
    <p:sldLayoutId id="2147484115" r:id="rId6"/>
    <p:sldLayoutId id="2147483993" r:id="rId7"/>
    <p:sldLayoutId id="2147483994" r:id="rId8"/>
    <p:sldLayoutId id="2147484101" r:id="rId9"/>
    <p:sldLayoutId id="2147484102" r:id="rId10"/>
    <p:sldLayoutId id="2147484103" r:id="rId11"/>
    <p:sldLayoutId id="2147484104" r:id="rId12"/>
    <p:sldLayoutId id="2147483985" r:id="rId13"/>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91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109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C35EA4"/>
          </p15:clr>
        </p15:guide>
        <p15:guide id="2" pos="7423">
          <p15:clr>
            <a:srgbClr val="C35EA4"/>
          </p15:clr>
        </p15:guide>
        <p15:guide id="3" orient="horz" pos="3906">
          <p15:clr>
            <a:srgbClr val="C35EA4"/>
          </p15:clr>
        </p15:guide>
        <p15:guide id="4" orient="horz" pos="255">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0BAED52-245E-435B-932C-77D60BF9161B}"/>
              </a:ext>
            </a:extLst>
          </p:cNvPr>
          <p:cNvGraphicFramePr>
            <a:graphicFrameLocks noChangeAspect="1"/>
          </p:cNvGraphicFramePr>
          <p:nvPr userDrawn="1">
            <p:custDataLst>
              <p:tags r:id="rId14"/>
            </p:custDataLst>
            <p:extLst>
              <p:ext uri="{D42A27DB-BD31-4B8C-83A1-F6EECF244321}">
                <p14:modId xmlns:p14="http://schemas.microsoft.com/office/powerpoint/2010/main" val="22911325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73" imgH="476" progId="TCLayout.ActiveDocument.1">
                  <p:embed/>
                </p:oleObj>
              </mc:Choice>
              <mc:Fallback>
                <p:oleObj name="think-cell Slide" r:id="rId15" imgW="473" imgH="476" progId="TCLayout.ActiveDocument.1">
                  <p:embed/>
                  <p:pic>
                    <p:nvPicPr>
                      <p:cNvPr id="5" name="Object 4" hidden="1">
                        <a:extLst>
                          <a:ext uri="{FF2B5EF4-FFF2-40B4-BE49-F238E27FC236}">
                            <a16:creationId xmlns:a16="http://schemas.microsoft.com/office/drawing/2014/main" id="{20BAED52-245E-435B-932C-77D60BF9161B}"/>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4800"/>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4800"/>
            <a:ext cx="407987"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17">
              <a:extLst>
                <a:ext uri="{96DAC541-7B7A-43D3-8B79-37D633B846F1}">
                  <asvg:svgBlip xmlns:asvg="http://schemas.microsoft.com/office/drawing/2016/SVG/main" r:embed="rId18"/>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67813"/>
            <a:ext cx="11376025" cy="463296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Tree>
    <p:custDataLst>
      <p:tags r:id="rId13"/>
    </p:custDataLst>
    <p:extLst>
      <p:ext uri="{BB962C8B-B14F-4D97-AF65-F5344CB8AC3E}">
        <p14:creationId xmlns:p14="http://schemas.microsoft.com/office/powerpoint/2010/main" val="391238310"/>
      </p:ext>
    </p:extLst>
  </p:cSld>
  <p:clrMap bg1="lt1" tx1="dk1" bg2="lt2" tx2="dk2" accent1="accent1" accent2="accent2" accent3="accent3" accent4="accent4" accent5="accent5" accent6="accent6" hlink="hlink" folHlink="folHlink"/>
  <p:sldLayoutIdLst>
    <p:sldLayoutId id="2147484091" r:id="rId1"/>
    <p:sldLayoutId id="2147484105" r:id="rId2"/>
    <p:sldLayoutId id="2147484092" r:id="rId3"/>
    <p:sldLayoutId id="2147484093" r:id="rId4"/>
    <p:sldLayoutId id="2147484094" r:id="rId5"/>
    <p:sldLayoutId id="2147484095" r:id="rId6"/>
    <p:sldLayoutId id="2147484096" r:id="rId7"/>
    <p:sldLayoutId id="2147484097" r:id="rId8"/>
    <p:sldLayoutId id="2147484098" r:id="rId9"/>
    <p:sldLayoutId id="2147484099" r:id="rId10"/>
    <p:sldLayoutId id="2147484100" r:id="rId11"/>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91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109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C35EA4"/>
          </p15:clr>
        </p15:guide>
        <p15:guide id="2" pos="7423">
          <p15:clr>
            <a:srgbClr val="C35EA4"/>
          </p15:clr>
        </p15:guide>
        <p15:guide id="3" orient="horz" pos="3906">
          <p15:clr>
            <a:srgbClr val="C35EA4"/>
          </p15:clr>
        </p15:guide>
        <p15:guide id="4" orient="horz" pos="255">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28C25628-AE79-4CF4-AD62-A09DBB38C6D6}"/>
              </a:ext>
            </a:extLst>
          </p:cNvPr>
          <p:cNvGraphicFramePr>
            <a:graphicFrameLocks noChangeAspect="1"/>
          </p:cNvGraphicFramePr>
          <p:nvPr userDrawn="1">
            <p:custDataLst>
              <p:tags r:id="rId9"/>
            </p:custDataLst>
            <p:extLst>
              <p:ext uri="{D42A27DB-BD31-4B8C-83A1-F6EECF244321}">
                <p14:modId xmlns:p14="http://schemas.microsoft.com/office/powerpoint/2010/main" val="39129731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73" imgH="476" progId="TCLayout.ActiveDocument.1">
                  <p:embed/>
                </p:oleObj>
              </mc:Choice>
              <mc:Fallback>
                <p:oleObj name="think-cell Slide" r:id="rId10" imgW="473" imgH="476" progId="TCLayout.ActiveDocument.1">
                  <p:embed/>
                  <p:pic>
                    <p:nvPicPr>
                      <p:cNvPr id="5" name="Object 4" hidden="1">
                        <a:extLst>
                          <a:ext uri="{FF2B5EF4-FFF2-40B4-BE49-F238E27FC236}">
                            <a16:creationId xmlns:a16="http://schemas.microsoft.com/office/drawing/2014/main" id="{28C25628-AE79-4CF4-AD62-A09DBB38C6D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4800"/>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4800"/>
            <a:ext cx="407988"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12">
              <a:extLst>
                <a:ext uri="{96DAC541-7B7A-43D3-8B79-37D633B846F1}">
                  <asvg:svgBlip xmlns:asvg="http://schemas.microsoft.com/office/drawing/2016/SVG/main" r:embed="rId13"/>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67813"/>
            <a:ext cx="11376025" cy="463296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Tree>
    <p:custDataLst>
      <p:tags r:id="rId8"/>
    </p:custDataLst>
    <p:extLst>
      <p:ext uri="{BB962C8B-B14F-4D97-AF65-F5344CB8AC3E}">
        <p14:creationId xmlns:p14="http://schemas.microsoft.com/office/powerpoint/2010/main" val="3754330271"/>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50" r:id="rId3"/>
    <p:sldLayoutId id="2147484108" r:id="rId4"/>
    <p:sldLayoutId id="2147484006" r:id="rId5"/>
    <p:sldLayoutId id="2147484008" r:id="rId6"/>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91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109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C35EA4"/>
          </p15:clr>
        </p15:guide>
        <p15:guide id="2" pos="7423">
          <p15:clr>
            <a:srgbClr val="C35EA4"/>
          </p15:clr>
        </p15:guide>
        <p15:guide id="3" orient="horz" pos="3906">
          <p15:clr>
            <a:srgbClr val="C35EA4"/>
          </p15:clr>
        </p15:guide>
        <p15:guide id="4" orient="horz" pos="255">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60E356B-E65B-4BAD-8D48-8A686A2EA28D}"/>
              </a:ext>
            </a:extLst>
          </p:cNvPr>
          <p:cNvGraphicFramePr>
            <a:graphicFrameLocks noChangeAspect="1"/>
          </p:cNvGraphicFramePr>
          <p:nvPr userDrawn="1">
            <p:custDataLst>
              <p:tags r:id="rId9"/>
            </p:custDataLst>
            <p:extLst>
              <p:ext uri="{D42A27DB-BD31-4B8C-83A1-F6EECF244321}">
                <p14:modId xmlns:p14="http://schemas.microsoft.com/office/powerpoint/2010/main" val="4966869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0" imgW="473" imgH="476" progId="TCLayout.ActiveDocument.1">
                  <p:embed/>
                </p:oleObj>
              </mc:Choice>
              <mc:Fallback>
                <p:oleObj name="think-cell Slide" r:id="rId10" imgW="473" imgH="476" progId="TCLayout.ActiveDocument.1">
                  <p:embed/>
                  <p:pic>
                    <p:nvPicPr>
                      <p:cNvPr id="5" name="Object 4" hidden="1">
                        <a:extLst>
                          <a:ext uri="{FF2B5EF4-FFF2-40B4-BE49-F238E27FC236}">
                            <a16:creationId xmlns:a16="http://schemas.microsoft.com/office/drawing/2014/main" id="{A60E356B-E65B-4BAD-8D48-8A686A2EA28D}"/>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4800"/>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4800"/>
            <a:ext cx="407988"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12">
              <a:extLst>
                <a:ext uri="{96DAC541-7B7A-43D3-8B79-37D633B846F1}">
                  <asvg:svgBlip xmlns:asvg="http://schemas.microsoft.com/office/drawing/2016/SVG/main" r:embed="rId13"/>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67813"/>
            <a:ext cx="11376025" cy="463296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Tree>
    <p:custDataLst>
      <p:tags r:id="rId8"/>
    </p:custDataLst>
    <p:extLst>
      <p:ext uri="{BB962C8B-B14F-4D97-AF65-F5344CB8AC3E}">
        <p14:creationId xmlns:p14="http://schemas.microsoft.com/office/powerpoint/2010/main" val="2327450278"/>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117" r:id="rId5"/>
    <p:sldLayoutId id="2147484019" r:id="rId6"/>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91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109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C35EA4"/>
          </p15:clr>
        </p15:guide>
        <p15:guide id="2" pos="7423">
          <p15:clr>
            <a:srgbClr val="C35EA4"/>
          </p15:clr>
        </p15:guide>
        <p15:guide id="3" orient="horz" pos="3906">
          <p15:clr>
            <a:srgbClr val="C35EA4"/>
          </p15:clr>
        </p15:guide>
        <p15:guide id="4" orient="horz" pos="255">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5D5CE4D-35CE-4BE6-BAFB-833A175D918C}"/>
              </a:ext>
            </a:extLst>
          </p:cNvPr>
          <p:cNvGraphicFramePr>
            <a:graphicFrameLocks noChangeAspect="1"/>
          </p:cNvGraphicFramePr>
          <p:nvPr userDrawn="1">
            <p:custDataLst>
              <p:tags r:id="rId8"/>
            </p:custDataLst>
            <p:extLst>
              <p:ext uri="{D42A27DB-BD31-4B8C-83A1-F6EECF244321}">
                <p14:modId xmlns:p14="http://schemas.microsoft.com/office/powerpoint/2010/main" val="2348322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5" name="Object 4" hidden="1">
                        <a:extLst>
                          <a:ext uri="{FF2B5EF4-FFF2-40B4-BE49-F238E27FC236}">
                            <a16:creationId xmlns:a16="http://schemas.microsoft.com/office/drawing/2014/main" id="{E5D5CE4D-35CE-4BE6-BAFB-833A175D918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4800"/>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4800"/>
            <a:ext cx="407988"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11">
              <a:extLst>
                <a:ext uri="{96DAC541-7B7A-43D3-8B79-37D633B846F1}">
                  <asvg:svgBlip xmlns:asvg="http://schemas.microsoft.com/office/drawing/2016/SVG/main" r:embed="rId12"/>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67813"/>
            <a:ext cx="11376025" cy="463296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Tree>
    <p:custDataLst>
      <p:tags r:id="rId7"/>
    </p:custDataLst>
    <p:extLst>
      <p:ext uri="{BB962C8B-B14F-4D97-AF65-F5344CB8AC3E}">
        <p14:creationId xmlns:p14="http://schemas.microsoft.com/office/powerpoint/2010/main" val="4245213269"/>
      </p:ext>
    </p:extLst>
  </p:cSld>
  <p:clrMap bg1="lt1" tx1="dk1" bg2="lt2" tx2="dk2" accent1="accent1" accent2="accent2" accent3="accent3" accent4="accent4" accent5="accent5" accent6="accent6" hlink="hlink" folHlink="folHlink"/>
  <p:sldLayoutIdLst>
    <p:sldLayoutId id="2147484109" r:id="rId1"/>
    <p:sldLayoutId id="2147484113" r:id="rId2"/>
    <p:sldLayoutId id="2147484111" r:id="rId3"/>
    <p:sldLayoutId id="2147484112" r:id="rId4"/>
    <p:sldLayoutId id="2147484025" r:id="rId5"/>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91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109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C35EA4"/>
          </p15:clr>
        </p15:guide>
        <p15:guide id="2" pos="7423">
          <p15:clr>
            <a:srgbClr val="C35EA4"/>
          </p15:clr>
        </p15:guide>
        <p15:guide id="3" orient="horz" pos="3906">
          <p15:clr>
            <a:srgbClr val="C35EA4"/>
          </p15:clr>
        </p15:guide>
        <p15:guide id="4" orient="horz" pos="255">
          <p15:clr>
            <a:srgbClr val="C35E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17ECA9A-9B17-4D82-AD72-73DCF3BB1EB7}"/>
              </a:ext>
            </a:extLst>
          </p:cNvPr>
          <p:cNvGraphicFramePr>
            <a:graphicFrameLocks noChangeAspect="1"/>
          </p:cNvGraphicFramePr>
          <p:nvPr userDrawn="1">
            <p:custDataLst>
              <p:tags r:id="rId8"/>
            </p:custDataLst>
            <p:extLst>
              <p:ext uri="{D42A27DB-BD31-4B8C-83A1-F6EECF244321}">
                <p14:modId xmlns:p14="http://schemas.microsoft.com/office/powerpoint/2010/main" val="35055433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5" name="Object 4" hidden="1">
                        <a:extLst>
                          <a:ext uri="{FF2B5EF4-FFF2-40B4-BE49-F238E27FC236}">
                            <a16:creationId xmlns:a16="http://schemas.microsoft.com/office/drawing/2014/main" id="{F17ECA9A-9B17-4D82-AD72-73DCF3BB1EB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4800"/>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4800"/>
            <a:ext cx="407987"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11">
              <a:extLst>
                <a:ext uri="{96DAC541-7B7A-43D3-8B79-37D633B846F1}">
                  <asvg:svgBlip xmlns:asvg="http://schemas.microsoft.com/office/drawing/2016/SVG/main" r:embed="rId12"/>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67813"/>
            <a:ext cx="11376025" cy="463296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Tree>
    <p:custDataLst>
      <p:tags r:id="rId7"/>
    </p:custDataLst>
    <p:extLst>
      <p:ext uri="{BB962C8B-B14F-4D97-AF65-F5344CB8AC3E}">
        <p14:creationId xmlns:p14="http://schemas.microsoft.com/office/powerpoint/2010/main" val="442645784"/>
      </p:ext>
    </p:extLst>
  </p:cSld>
  <p:clrMap bg1="lt1" tx1="dk1" bg2="lt2" tx2="dk2" accent1="accent1" accent2="accent2" accent3="accent3" accent4="accent4" accent5="accent5" accent6="accent6" hlink="hlink" folHlink="folHlink"/>
  <p:sldLayoutIdLst>
    <p:sldLayoutId id="2147484027" r:id="rId1"/>
    <p:sldLayoutId id="2147484118" r:id="rId2"/>
    <p:sldLayoutId id="2147484119" r:id="rId3"/>
    <p:sldLayoutId id="2147484120" r:id="rId4"/>
    <p:sldLayoutId id="2147484031" r:id="rId5"/>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91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109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C35EA4"/>
          </p15:clr>
        </p15:guide>
        <p15:guide id="2" pos="7423">
          <p15:clr>
            <a:srgbClr val="C35EA4"/>
          </p15:clr>
        </p15:guide>
        <p15:guide id="3" orient="horz" pos="3906">
          <p15:clr>
            <a:srgbClr val="C35EA4"/>
          </p15:clr>
        </p15:guide>
        <p15:guide id="4" orient="horz" pos="255">
          <p15:clr>
            <a:srgbClr val="C35E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D917782-BF95-402A-BE40-5D44A215EEA7}"/>
              </a:ext>
            </a:extLst>
          </p:cNvPr>
          <p:cNvGraphicFramePr>
            <a:graphicFrameLocks noChangeAspect="1"/>
          </p:cNvGraphicFramePr>
          <p:nvPr userDrawn="1">
            <p:custDataLst>
              <p:tags r:id="rId6"/>
            </p:custDataLst>
            <p:extLst>
              <p:ext uri="{D42A27DB-BD31-4B8C-83A1-F6EECF244321}">
                <p14:modId xmlns:p14="http://schemas.microsoft.com/office/powerpoint/2010/main" val="12226425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73" imgH="476" progId="TCLayout.ActiveDocument.1">
                  <p:embed/>
                </p:oleObj>
              </mc:Choice>
              <mc:Fallback>
                <p:oleObj name="think-cell Slide" r:id="rId7" imgW="473" imgH="476" progId="TCLayout.ActiveDocument.1">
                  <p:embed/>
                  <p:pic>
                    <p:nvPicPr>
                      <p:cNvPr id="5" name="Object 4" hidden="1">
                        <a:extLst>
                          <a:ext uri="{FF2B5EF4-FFF2-40B4-BE49-F238E27FC236}">
                            <a16:creationId xmlns:a16="http://schemas.microsoft.com/office/drawing/2014/main" id="{5D917782-BF95-402A-BE40-5D44A215EEA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4800"/>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4800"/>
            <a:ext cx="407987"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9">
              <a:extLst>
                <a:ext uri="{96DAC541-7B7A-43D3-8B79-37D633B846F1}">
                  <asvg:svgBlip xmlns:asvg="http://schemas.microsoft.com/office/drawing/2016/SVG/main" r:embed="rId10"/>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67813"/>
            <a:ext cx="11376025" cy="463296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Tree>
    <p:custDataLst>
      <p:tags r:id="rId5"/>
    </p:custDataLst>
    <p:extLst>
      <p:ext uri="{BB962C8B-B14F-4D97-AF65-F5344CB8AC3E}">
        <p14:creationId xmlns:p14="http://schemas.microsoft.com/office/powerpoint/2010/main" val="423571043"/>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dirty="0">
          <a:solidFill>
            <a:schemeClr val="tx1"/>
          </a:solidFill>
          <a:latin typeface="+mn-lt"/>
          <a:ea typeface="+mn-ea"/>
          <a:cs typeface="+mn-cs"/>
        </a:defRPr>
      </a:lvl2pPr>
      <a:lvl3pPr marL="91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109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C35EA4"/>
          </p15:clr>
        </p15:guide>
        <p15:guide id="2" pos="7423">
          <p15:clr>
            <a:srgbClr val="C35EA4"/>
          </p15:clr>
        </p15:guide>
        <p15:guide id="3" orient="horz" pos="3906">
          <p15:clr>
            <a:srgbClr val="C35EA4"/>
          </p15:clr>
        </p15:guide>
        <p15:guide id="4" orient="horz" pos="255">
          <p15:clr>
            <a:srgbClr val="C35EA4"/>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4779C0B-F669-464E-A7FB-0A967E8C3DBA}"/>
              </a:ext>
            </a:extLst>
          </p:cNvPr>
          <p:cNvGraphicFramePr>
            <a:graphicFrameLocks noChangeAspect="1"/>
          </p:cNvGraphicFramePr>
          <p:nvPr userDrawn="1">
            <p:custDataLst>
              <p:tags r:id="rId16"/>
            </p:custDataLst>
            <p:extLst>
              <p:ext uri="{D42A27DB-BD31-4B8C-83A1-F6EECF244321}">
                <p14:modId xmlns:p14="http://schemas.microsoft.com/office/powerpoint/2010/main" val="25652625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73" imgH="476" progId="TCLayout.ActiveDocument.1">
                  <p:embed/>
                </p:oleObj>
              </mc:Choice>
              <mc:Fallback>
                <p:oleObj name="think-cell Slide" r:id="rId17" imgW="473" imgH="476" progId="TCLayout.ActiveDocument.1">
                  <p:embed/>
                  <p:pic>
                    <p:nvPicPr>
                      <p:cNvPr id="5" name="Object 4" hidden="1">
                        <a:extLst>
                          <a:ext uri="{FF2B5EF4-FFF2-40B4-BE49-F238E27FC236}">
                            <a16:creationId xmlns:a16="http://schemas.microsoft.com/office/drawing/2014/main" id="{04779C0B-F669-464E-A7FB-0A967E8C3DBA}"/>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65884D0-6C0A-4957-A521-E7AECDD8A627}"/>
              </a:ext>
            </a:extLst>
          </p:cNvPr>
          <p:cNvSpPr>
            <a:spLocks noGrp="1"/>
          </p:cNvSpPr>
          <p:nvPr>
            <p:ph type="title"/>
          </p:nvPr>
        </p:nvSpPr>
        <p:spPr>
          <a:xfrm>
            <a:off x="407987" y="404812"/>
            <a:ext cx="11376025" cy="1007427"/>
          </a:xfrm>
          <a:prstGeom prst="rect">
            <a:avLst/>
          </a:prstGeom>
        </p:spPr>
        <p:txBody>
          <a:bodyPr vert="horz" lIns="0" tIns="0" rIns="0" bIns="0" rtlCol="0" anchor="t">
            <a:normAutofit/>
          </a:bodyPr>
          <a:lstStyle/>
          <a:p>
            <a:r>
              <a:rPr lang="en-US"/>
              <a:t>Click to enter title here</a:t>
            </a:r>
            <a:endParaRPr lang="en-GB"/>
          </a:p>
        </p:txBody>
      </p:sp>
      <p:sp>
        <p:nvSpPr>
          <p:cNvPr id="4" name="Date Placeholder 3">
            <a:extLst>
              <a:ext uri="{FF2B5EF4-FFF2-40B4-BE49-F238E27FC236}">
                <a16:creationId xmlns:a16="http://schemas.microsoft.com/office/drawing/2014/main" id="{FD78F6B2-FAF9-4D08-B8BD-F2646AEF396C}"/>
              </a:ext>
            </a:extLst>
          </p:cNvPr>
          <p:cNvSpPr>
            <a:spLocks noGrp="1"/>
          </p:cNvSpPr>
          <p:nvPr>
            <p:ph type="dt" sz="half" idx="2"/>
          </p:nvPr>
        </p:nvSpPr>
        <p:spPr>
          <a:xfrm>
            <a:off x="10137663" y="6454800"/>
            <a:ext cx="1279358" cy="309145"/>
          </a:xfrm>
          <a:prstGeom prst="rect">
            <a:avLst/>
          </a:prstGeom>
        </p:spPr>
        <p:txBody>
          <a:bodyPr vert="horz" lIns="91440" tIns="45720" rIns="91440" bIns="72000" rtlCol="0" anchor="b" anchorCtr="0">
            <a:noAutofit/>
          </a:bodyPr>
          <a:lstStyle>
            <a:lvl1pPr algn="r">
              <a:lnSpc>
                <a:spcPct val="100000"/>
              </a:lnSpc>
              <a:spcBef>
                <a:spcPts val="0"/>
              </a:spcBef>
              <a:spcAft>
                <a:spcPts val="0"/>
              </a:spcAft>
              <a:defRPr sz="1050">
                <a:solidFill>
                  <a:schemeClr val="tx1"/>
                </a:solidFill>
              </a:defRPr>
            </a:lvl1pPr>
          </a:lstStyle>
          <a:p>
            <a:endParaRPr lang="en-GB"/>
          </a:p>
        </p:txBody>
      </p:sp>
      <p:sp>
        <p:nvSpPr>
          <p:cNvPr id="6" name="Slide Number Placeholder 5">
            <a:extLst>
              <a:ext uri="{FF2B5EF4-FFF2-40B4-BE49-F238E27FC236}">
                <a16:creationId xmlns:a16="http://schemas.microsoft.com/office/drawing/2014/main" id="{6410E024-D0BA-4349-981A-F74D8D6124B4}"/>
              </a:ext>
            </a:extLst>
          </p:cNvPr>
          <p:cNvSpPr>
            <a:spLocks noGrp="1"/>
          </p:cNvSpPr>
          <p:nvPr>
            <p:ph type="sldNum" sz="quarter" idx="4"/>
          </p:nvPr>
        </p:nvSpPr>
        <p:spPr>
          <a:xfrm>
            <a:off x="0" y="6454800"/>
            <a:ext cx="407987" cy="309145"/>
          </a:xfrm>
          <a:prstGeom prst="rect">
            <a:avLst/>
          </a:prstGeom>
        </p:spPr>
        <p:txBody>
          <a:bodyPr vert="horz" lIns="0" tIns="0" rIns="0" bIns="72000" rtlCol="0" anchor="b" anchorCtr="0">
            <a:noAutofit/>
          </a:bodyPr>
          <a:lstStyle>
            <a:lvl1pPr algn="r">
              <a:lnSpc>
                <a:spcPct val="100000"/>
              </a:lnSpc>
              <a:spcBef>
                <a:spcPts val="0"/>
              </a:spcBef>
              <a:spcAft>
                <a:spcPts val="0"/>
              </a:spcAft>
              <a:defRPr sz="1050">
                <a:solidFill>
                  <a:schemeClr val="tx1"/>
                </a:solidFill>
              </a:defRPr>
            </a:lvl1pPr>
          </a:lstStyle>
          <a:p>
            <a:fld id="{F8E47D07-9D1E-4FE9-B31A-2F5863681021}" type="slidenum">
              <a:rPr lang="en-GB" smtClean="0"/>
              <a:pPr/>
              <a:t>‹#›</a:t>
            </a:fld>
            <a:endParaRPr lang="en-GB"/>
          </a:p>
        </p:txBody>
      </p:sp>
      <p:sp>
        <p:nvSpPr>
          <p:cNvPr id="20" name="Text Placeholder 30">
            <a:extLst>
              <a:ext uri="{FF2B5EF4-FFF2-40B4-BE49-F238E27FC236}">
                <a16:creationId xmlns:a16="http://schemas.microsoft.com/office/drawing/2014/main" id="{611C7859-08D9-4DAD-BB25-DD22F6761BE3}"/>
              </a:ext>
            </a:extLst>
          </p:cNvPr>
          <p:cNvSpPr txBox="1">
            <a:spLocks/>
          </p:cNvSpPr>
          <p:nvPr/>
        </p:nvSpPr>
        <p:spPr>
          <a:xfrm>
            <a:off x="11597151" y="6303999"/>
            <a:ext cx="294812" cy="355098"/>
          </a:xfrm>
          <a:prstGeom prst="rect">
            <a:avLst/>
          </a:prstGeom>
          <a:blipFill>
            <a:blip r:embed="rId19">
              <a:extLst>
                <a:ext uri="{96DAC541-7B7A-43D3-8B79-37D633B846F1}">
                  <asvg:svgBlip xmlns:asvg="http://schemas.microsoft.com/office/drawing/2016/SVG/main" r:embed="rId20"/>
                </a:ext>
              </a:extLst>
            </a:blip>
            <a:stretch>
              <a:fillRect/>
            </a:stretch>
          </a:blipFill>
        </p:spPr>
        <p:txBody>
          <a:bodyPr/>
          <a:lstStyle>
            <a:lvl1pPr marL="0" indent="0" algn="l" defTabSz="914400" rtl="0" eaLnBrk="1" latinLnBrk="0" hangingPunct="1">
              <a:lnSpc>
                <a:spcPct val="90000"/>
              </a:lnSpc>
              <a:spcBef>
                <a:spcPts val="0"/>
              </a:spcBef>
              <a:spcAft>
                <a:spcPts val="600"/>
              </a:spcAft>
              <a:buFont typeface="Arial" panose="020B0604020202020204" pitchFamily="34" charset="0"/>
              <a:buNone/>
              <a:defRPr sz="1600" kern="1200">
                <a:solidFill>
                  <a:schemeClr val="tx2"/>
                </a:solidFill>
                <a:latin typeface="+mn-lt"/>
                <a:ea typeface="+mn-ea"/>
                <a:cs typeface="+mn-cs"/>
              </a:defRPr>
            </a:lvl1pPr>
            <a:lvl2pPr marL="2286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600" kern="1200">
                <a:solidFill>
                  <a:schemeClr val="tx2"/>
                </a:solidFill>
                <a:latin typeface="+mn-lt"/>
                <a:ea typeface="+mn-ea"/>
                <a:cs typeface="+mn-cs"/>
              </a:defRPr>
            </a:lvl2pPr>
            <a:lvl3pPr marL="44450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400" kern="1200">
                <a:solidFill>
                  <a:schemeClr val="tx2"/>
                </a:solidFill>
                <a:latin typeface="+mn-lt"/>
                <a:ea typeface="+mn-ea"/>
                <a:cs typeface="+mn-cs"/>
              </a:defRPr>
            </a:lvl3pPr>
            <a:lvl4pPr marL="625475"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4pPr>
            <a:lvl5pPr marL="806450" indent="-228600" algn="l" defTabSz="914400" rtl="0" eaLnBrk="1" latinLnBrk="0" hangingPunct="1">
              <a:lnSpc>
                <a:spcPct val="90000"/>
              </a:lnSpc>
              <a:spcBef>
                <a:spcPts val="0"/>
              </a:spcBef>
              <a:spcAft>
                <a:spcPts val="600"/>
              </a:spcAft>
              <a:buClr>
                <a:schemeClr val="accent1"/>
              </a:buClr>
              <a:buSzPct val="90000"/>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a:t> </a:t>
            </a:r>
          </a:p>
        </p:txBody>
      </p:sp>
      <p:sp>
        <p:nvSpPr>
          <p:cNvPr id="8" name="Text Placeholder 7">
            <a:extLst>
              <a:ext uri="{FF2B5EF4-FFF2-40B4-BE49-F238E27FC236}">
                <a16:creationId xmlns:a16="http://schemas.microsoft.com/office/drawing/2014/main" id="{6E248C0A-0C4B-4F9E-B86F-C76D98029E86}"/>
              </a:ext>
            </a:extLst>
          </p:cNvPr>
          <p:cNvSpPr>
            <a:spLocks noGrp="1"/>
          </p:cNvSpPr>
          <p:nvPr>
            <p:ph type="body" idx="1"/>
          </p:nvPr>
        </p:nvSpPr>
        <p:spPr>
          <a:xfrm>
            <a:off x="407987" y="1567813"/>
            <a:ext cx="11376025" cy="4632961"/>
          </a:xfrm>
          <a:prstGeom prst="rect">
            <a:avLst/>
          </a:prstGeom>
        </p:spPr>
        <p:txBody>
          <a:bodyPr vert="horz" lIns="91440" tIns="45720" rIns="91440" bIns="45720" rtlCol="0">
            <a:noAutofit/>
          </a:bodyPr>
          <a:lstStyle/>
          <a:p>
            <a:pPr lvl="0"/>
            <a:r>
              <a:rPr lang="en-US"/>
              <a:t>Click to add text here. </a:t>
            </a:r>
            <a:br>
              <a:rPr lang="en-US"/>
            </a:br>
            <a:r>
              <a:rPr lang="en-US"/>
              <a:t>When pasting copy from other slides, be sure to right-click and choose ‘Keep text only’. </a:t>
            </a:r>
            <a:br>
              <a:rPr lang="en-US"/>
            </a:br>
            <a:r>
              <a:rPr lang="en-US"/>
              <a:t>To increase bullet level, select your text and press Tab.</a:t>
            </a:r>
            <a:br>
              <a:rPr lang="en-US"/>
            </a:br>
            <a:r>
              <a:rPr lang="en-US"/>
              <a:t>To decrease bullet level, select your bullet text and press Shift + Tab.</a:t>
            </a:r>
          </a:p>
          <a:p>
            <a:pPr marL="576000" marR="0" lvl="1" indent="-288000" algn="l" defTabSz="914400" rtl="0" eaLnBrk="1" fontAlgn="auto" latinLnBrk="0" hangingPunct="1">
              <a:lnSpc>
                <a:spcPct val="90000"/>
              </a:lnSpc>
              <a:spcBef>
                <a:spcPts val="0"/>
              </a:spcBef>
              <a:spcAft>
                <a:spcPts val="800"/>
              </a:spcAft>
              <a:buClrTx/>
              <a:buSzPct val="100000"/>
              <a:buFont typeface="Arial" panose="020B0604020202020204" pitchFamily="34" charset="0"/>
              <a:buChar char="•"/>
              <a:tabLst/>
            </a:pPr>
            <a:r>
              <a:rPr lang="en-US"/>
              <a:t>Second level</a:t>
            </a:r>
          </a:p>
          <a:p>
            <a:pPr marL="792000" lvl="2"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Third level</a:t>
            </a:r>
          </a:p>
          <a:p>
            <a:pPr marL="972000" lvl="3" indent="-216000" algn="l" defTabSz="914400" rtl="0" eaLnBrk="1" latinLnBrk="0" hangingPunct="1">
              <a:lnSpc>
                <a:spcPct val="90000"/>
              </a:lnSpc>
              <a:spcBef>
                <a:spcPts val="0"/>
              </a:spcBef>
              <a:spcAft>
                <a:spcPts val="800"/>
              </a:spcAft>
              <a:buClrTx/>
              <a:buSzPct val="100000"/>
              <a:buFont typeface="Arial" panose="020B0604020202020204" pitchFamily="34" charset="0"/>
              <a:buChar char="•"/>
            </a:pPr>
            <a:r>
              <a:rPr lang="en-US"/>
              <a:t>Fourth level</a:t>
            </a:r>
          </a:p>
          <a:p>
            <a:pPr lvl="4"/>
            <a:r>
              <a:rPr lang="en-US"/>
              <a:t>Fifth level</a:t>
            </a:r>
          </a:p>
        </p:txBody>
      </p:sp>
    </p:spTree>
    <p:custDataLst>
      <p:tags r:id="rId15"/>
    </p:custDataLst>
    <p:extLst>
      <p:ext uri="{BB962C8B-B14F-4D97-AF65-F5344CB8AC3E}">
        <p14:creationId xmlns:p14="http://schemas.microsoft.com/office/powerpoint/2010/main" val="2956617648"/>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8" r:id="rId5"/>
    <p:sldLayoutId id="2147484039" r:id="rId6"/>
    <p:sldLayoutId id="2147484040" r:id="rId7"/>
    <p:sldLayoutId id="2147484041" r:id="rId8"/>
    <p:sldLayoutId id="2147484042" r:id="rId9"/>
    <p:sldLayoutId id="2147484043" r:id="rId10"/>
    <p:sldLayoutId id="2147484044" r:id="rId11"/>
    <p:sldLayoutId id="2147484047" r:id="rId12"/>
    <p:sldLayoutId id="2147484046" r:id="rId13"/>
  </p:sldLayoutIdLst>
  <p:hf hdr="0" ftr="0"/>
  <p:txStyles>
    <p:titleStyle>
      <a:lvl1pPr algn="l" defTabSz="914400" rtl="0" eaLnBrk="1" latinLnBrk="0" hangingPunct="1">
        <a:lnSpc>
          <a:spcPct val="100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1pPr>
      <a:lvl2pPr marL="630900" marR="0" indent="-342900" algn="l" defTabSz="914400" rtl="0" eaLnBrk="1" fontAlgn="auto" latinLnBrk="0" hangingPunct="1">
        <a:lnSpc>
          <a:spcPct val="100000"/>
        </a:lnSpc>
        <a:spcBef>
          <a:spcPts val="0"/>
        </a:spcBef>
        <a:spcAft>
          <a:spcPts val="800"/>
        </a:spcAft>
        <a:buClrTx/>
        <a:buSzPct val="100000"/>
        <a:buFont typeface="Arial" panose="020B0604020202020204" pitchFamily="34" charset="0"/>
        <a:buChar char="•"/>
        <a:tabLst/>
        <a:defRPr lang="en-US" sz="2400" kern="1200">
          <a:solidFill>
            <a:schemeClr val="tx1"/>
          </a:solidFill>
          <a:latin typeface="+mn-lt"/>
          <a:ea typeface="+mn-ea"/>
          <a:cs typeface="+mn-cs"/>
        </a:defRPr>
      </a:lvl2pPr>
      <a:lvl3pPr marL="91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3pPr>
      <a:lvl4pPr marL="1098900" indent="-342900" algn="l" defTabSz="914400" rtl="0" eaLnBrk="1" latinLnBrk="0" hangingPunct="1">
        <a:lnSpc>
          <a:spcPct val="100000"/>
        </a:lnSpc>
        <a:spcBef>
          <a:spcPts val="0"/>
        </a:spcBef>
        <a:spcAft>
          <a:spcPts val="800"/>
        </a:spcAft>
        <a:buClrTx/>
        <a:buSzPct val="100000"/>
        <a:buFont typeface="Arial" panose="020B0604020202020204" pitchFamily="34" charset="0"/>
        <a:buChar char="•"/>
        <a:defRPr lang="en-US" sz="2000" kern="1200" dirty="0">
          <a:solidFill>
            <a:schemeClr val="tx1"/>
          </a:solidFill>
          <a:latin typeface="+mn-lt"/>
          <a:ea typeface="+mn-ea"/>
          <a:cs typeface="+mn-cs"/>
        </a:defRPr>
      </a:lvl4pPr>
      <a:lvl5pPr marL="1188000" indent="-228600" algn="l" defTabSz="914400" rtl="0" eaLnBrk="1" latinLnBrk="0" hangingPunct="1">
        <a:lnSpc>
          <a:spcPct val="100000"/>
        </a:lnSpc>
        <a:spcBef>
          <a:spcPts val="0"/>
        </a:spcBef>
        <a:spcAft>
          <a:spcPts val="800"/>
        </a:spcAft>
        <a:buClrTx/>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C35EA4"/>
          </p15:clr>
        </p15:guide>
        <p15:guide id="2" pos="7423">
          <p15:clr>
            <a:srgbClr val="C35EA4"/>
          </p15:clr>
        </p15:guide>
        <p15:guide id="3" orient="horz" pos="3906">
          <p15:clr>
            <a:srgbClr val="C35EA4"/>
          </p15:clr>
        </p15:guide>
        <p15:guide id="4" orient="horz" pos="255">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4.jpe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image" Target="../media/image13.emf"/><Relationship Id="rId5" Type="http://schemas.openxmlformats.org/officeDocument/2006/relationships/oleObject" Target="../embeddings/oleObject10.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95.xml"/><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96.xml"/><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97.xml"/><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98.xml"/><Relationship Id="rId5" Type="http://schemas.openxmlformats.org/officeDocument/2006/relationships/image" Target="../media/image13.emf"/><Relationship Id="rId4"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99.xml"/><Relationship Id="rId5" Type="http://schemas.openxmlformats.org/officeDocument/2006/relationships/image" Target="../media/image13.emf"/><Relationship Id="rId4" Type="http://schemas.openxmlformats.org/officeDocument/2006/relationships/oleObject" Target="../embeddings/oleObject13.bin"/></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tags" Target="../tags/tag101.xml"/><Relationship Id="rId5" Type="http://schemas.openxmlformats.org/officeDocument/2006/relationships/image" Target="../media/image16.jpeg"/><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hyperlink" Target="https://bikg.astrazeneca.net/" TargetMode="Externa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tags" Target="../tags/tag102.xml"/><Relationship Id="rId5" Type="http://schemas.openxmlformats.org/officeDocument/2006/relationships/image" Target="../media/image16.jpeg"/><Relationship Id="rId4" Type="http://schemas.openxmlformats.org/officeDocument/2006/relationships/image" Target="../media/image15.emf"/></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tags" Target="../tags/tag103.xml"/><Relationship Id="rId5" Type="http://schemas.openxmlformats.org/officeDocument/2006/relationships/image" Target="../media/image16.jpeg"/><Relationship Id="rId4" Type="http://schemas.openxmlformats.org/officeDocument/2006/relationships/image" Target="../media/image15.emf"/></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5EA424E-07B8-4B9A-A835-31EF97F48927}"/>
              </a:ext>
            </a:extLst>
          </p:cNvPr>
          <p:cNvGraphicFramePr>
            <a:graphicFrameLocks noChangeAspect="1"/>
          </p:cNvGraphicFramePr>
          <p:nvPr>
            <p:custDataLst>
              <p:tags r:id="rId2"/>
            </p:custDataLst>
            <p:extLst>
              <p:ext uri="{D42A27DB-BD31-4B8C-83A1-F6EECF244321}">
                <p14:modId xmlns:p14="http://schemas.microsoft.com/office/powerpoint/2010/main" val="7462861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3" name="Object 2" hidden="1">
                        <a:extLst>
                          <a:ext uri="{FF2B5EF4-FFF2-40B4-BE49-F238E27FC236}">
                            <a16:creationId xmlns:a16="http://schemas.microsoft.com/office/drawing/2014/main" id="{A5EA424E-07B8-4B9A-A835-31EF97F4892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BF679810-A790-4815-826E-D17D251883E8}"/>
              </a:ext>
            </a:extLst>
          </p:cNvPr>
          <p:cNvSpPr>
            <a:spLocks noGrp="1"/>
          </p:cNvSpPr>
          <p:nvPr>
            <p:ph type="title"/>
          </p:nvPr>
        </p:nvSpPr>
        <p:spPr>
          <a:xfrm>
            <a:off x="407987" y="1486304"/>
            <a:ext cx="5185093" cy="2649135"/>
          </a:xfrm>
        </p:spPr>
        <p:txBody>
          <a:bodyPr vert="horz"/>
          <a:lstStyle/>
          <a:p>
            <a:r>
              <a:rPr lang="en-US"/>
              <a:t>R&amp;D IT</a:t>
            </a:r>
            <a:br>
              <a:rPr lang="en-US"/>
            </a:br>
            <a:r>
              <a:rPr lang="en-US"/>
              <a:t>Platforms</a:t>
            </a:r>
          </a:p>
        </p:txBody>
      </p:sp>
      <p:sp>
        <p:nvSpPr>
          <p:cNvPr id="10" name="Text Placeholder 9">
            <a:extLst>
              <a:ext uri="{FF2B5EF4-FFF2-40B4-BE49-F238E27FC236}">
                <a16:creationId xmlns:a16="http://schemas.microsoft.com/office/drawing/2014/main" id="{E4484041-2863-48C0-957A-7CAC9884777C}"/>
              </a:ext>
            </a:extLst>
          </p:cNvPr>
          <p:cNvSpPr>
            <a:spLocks noGrp="1"/>
          </p:cNvSpPr>
          <p:nvPr>
            <p:ph type="body" sz="quarter" idx="21"/>
          </p:nvPr>
        </p:nvSpPr>
        <p:spPr>
          <a:xfrm>
            <a:off x="407988" y="4328932"/>
            <a:ext cx="5184775" cy="1203767"/>
          </a:xfrm>
        </p:spPr>
        <p:txBody>
          <a:bodyPr vert="horz" lIns="0" tIns="45720" rIns="91440" bIns="45720" rtlCol="0" anchor="t">
            <a:normAutofit fontScale="85000" lnSpcReduction="20000"/>
          </a:bodyPr>
          <a:lstStyle/>
          <a:p>
            <a:r>
              <a:rPr lang="en-GB" dirty="0"/>
              <a:t>Enterprise Architecture</a:t>
            </a:r>
          </a:p>
          <a:p>
            <a:r>
              <a:rPr lang="en-GB" dirty="0"/>
              <a:t>Solution Delivery</a:t>
            </a:r>
          </a:p>
          <a:p>
            <a:r>
              <a:rPr lang="en-GB" dirty="0">
                <a:cs typeface="Calibri"/>
              </a:rPr>
              <a:t>D&amp;A</a:t>
            </a:r>
          </a:p>
        </p:txBody>
      </p:sp>
      <p:sp>
        <p:nvSpPr>
          <p:cNvPr id="6" name="Date Placeholder 5">
            <a:extLst>
              <a:ext uri="{FF2B5EF4-FFF2-40B4-BE49-F238E27FC236}">
                <a16:creationId xmlns:a16="http://schemas.microsoft.com/office/drawing/2014/main" id="{58F4B552-14B0-4DD0-A291-30371D46610F}"/>
              </a:ext>
            </a:extLst>
          </p:cNvPr>
          <p:cNvSpPr>
            <a:spLocks noGrp="1"/>
          </p:cNvSpPr>
          <p:nvPr>
            <p:ph type="dt" sz="half" idx="26"/>
          </p:nvPr>
        </p:nvSpPr>
        <p:spPr>
          <a:xfrm>
            <a:off x="407987" y="5887668"/>
            <a:ext cx="2021448" cy="309145"/>
          </a:xfrm>
        </p:spPr>
        <p:txBody>
          <a:bodyPr/>
          <a:lstStyle/>
          <a:p>
            <a:pPr lvl="0"/>
            <a:r>
              <a:rPr lang="en-GB"/>
              <a:t>Last Updated: </a:t>
            </a:r>
            <a:r>
              <a:rPr lang="sv-SE"/>
              <a:t>March 2022</a:t>
            </a:r>
            <a:endParaRPr lang="en-GB" noProof="0"/>
          </a:p>
        </p:txBody>
      </p:sp>
      <p:sp>
        <p:nvSpPr>
          <p:cNvPr id="9" name="Text Placeholder 8">
            <a:extLst>
              <a:ext uri="{FF2B5EF4-FFF2-40B4-BE49-F238E27FC236}">
                <a16:creationId xmlns:a16="http://schemas.microsoft.com/office/drawing/2014/main" id="{9C61D51C-979E-4EEF-8B4C-7B786D21D45C}"/>
              </a:ext>
            </a:extLst>
          </p:cNvPr>
          <p:cNvSpPr>
            <a:spLocks noGrp="1"/>
          </p:cNvSpPr>
          <p:nvPr>
            <p:ph type="body" sz="quarter" idx="27"/>
          </p:nvPr>
        </p:nvSpPr>
        <p:spPr/>
        <p:txBody>
          <a:bodyPr/>
          <a:lstStyle/>
          <a:p>
            <a:r>
              <a:rPr lang="en-US"/>
              <a:t>Company Restricted</a:t>
            </a:r>
          </a:p>
        </p:txBody>
      </p:sp>
      <p:pic>
        <p:nvPicPr>
          <p:cNvPr id="22" name="Picture Placeholder 18">
            <a:extLst>
              <a:ext uri="{FF2B5EF4-FFF2-40B4-BE49-F238E27FC236}">
                <a16:creationId xmlns:a16="http://schemas.microsoft.com/office/drawing/2014/main" id="{C6A15CD3-38FB-4EDD-8E8A-3C0BB8D74ED5}"/>
              </a:ext>
            </a:extLst>
          </p:cNvPr>
          <p:cNvPicPr>
            <a:picLocks noGrp="1" noChangeAspect="1"/>
          </p:cNvPicPr>
          <p:nvPr>
            <p:ph type="pic" sz="quarter" idx="20"/>
          </p:nvPr>
        </p:nvPicPr>
        <p:blipFill>
          <a:blip r:embed="rId7">
            <a:extLst>
              <a:ext uri="{28A0092B-C50C-407E-A947-70E740481C1C}">
                <a14:useLocalDpi xmlns:a14="http://schemas.microsoft.com/office/drawing/2010/main" val="0"/>
              </a:ext>
            </a:extLst>
          </a:blip>
          <a:srcRect l="18950" r="18950"/>
          <a:stretch>
            <a:fillRect/>
          </a:stretch>
        </p:blipFill>
        <p:spPr>
          <a:xfrm>
            <a:off x="6188075" y="0"/>
            <a:ext cx="6005513" cy="6865938"/>
          </a:xfrm>
          <a:custGeom>
            <a:avLst/>
            <a:gdLst>
              <a:gd name="connsiteX0" fmla="*/ 1547827 w 6004761"/>
              <a:gd name="connsiteY0" fmla="*/ 0 h 6864096"/>
              <a:gd name="connsiteX1" fmla="*/ 6004760 w 6004761"/>
              <a:gd name="connsiteY1" fmla="*/ 0 h 6864096"/>
              <a:gd name="connsiteX2" fmla="*/ 6004761 w 6004761"/>
              <a:gd name="connsiteY2" fmla="*/ 6864096 h 6864096"/>
              <a:gd name="connsiteX3" fmla="*/ 1554450 w 6004761"/>
              <a:gd name="connsiteY3" fmla="*/ 6864096 h 6864096"/>
              <a:gd name="connsiteX4" fmla="*/ 1379124 w 6004761"/>
              <a:gd name="connsiteY4" fmla="*/ 6702826 h 6864096"/>
              <a:gd name="connsiteX5" fmla="*/ 0 w 6004761"/>
              <a:gd name="connsiteY5" fmla="*/ 3429001 h 6864096"/>
              <a:gd name="connsiteX6" fmla="*/ 1379124 w 6004761"/>
              <a:gd name="connsiteY6" fmla="*/ 155178 h 6864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4761" h="6864096">
                <a:moveTo>
                  <a:pt x="1547827" y="0"/>
                </a:moveTo>
                <a:lnTo>
                  <a:pt x="6004760" y="0"/>
                </a:lnTo>
                <a:lnTo>
                  <a:pt x="6004761" y="6864096"/>
                </a:lnTo>
                <a:lnTo>
                  <a:pt x="1554450" y="6864096"/>
                </a:lnTo>
                <a:lnTo>
                  <a:pt x="1379124" y="6702826"/>
                </a:lnTo>
                <a:cubicBezTo>
                  <a:pt x="528239" y="5871990"/>
                  <a:pt x="0" y="4712184"/>
                  <a:pt x="0" y="3429001"/>
                </a:cubicBezTo>
                <a:cubicBezTo>
                  <a:pt x="0" y="2145819"/>
                  <a:pt x="528239" y="986013"/>
                  <a:pt x="1379124" y="155178"/>
                </a:cubicBezTo>
                <a:close/>
              </a:path>
            </a:pathLst>
          </a:custGeom>
          <a:noFill/>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003889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6C5A8C-D599-BD76-5FAD-D38E975FD707}"/>
              </a:ext>
            </a:extLst>
          </p:cNvPr>
          <p:cNvSpPr>
            <a:spLocks noGrp="1"/>
          </p:cNvSpPr>
          <p:nvPr>
            <p:ph type="dt" sz="half" idx="10"/>
          </p:nvPr>
        </p:nvSpPr>
        <p:spPr/>
        <p:txBody>
          <a:bodyPr/>
          <a:lstStyle/>
          <a:p>
            <a:endParaRPr lang="en-GB"/>
          </a:p>
        </p:txBody>
      </p:sp>
      <p:sp>
        <p:nvSpPr>
          <p:cNvPr id="3" name="Slide Number Placeholder 2">
            <a:extLst>
              <a:ext uri="{FF2B5EF4-FFF2-40B4-BE49-F238E27FC236}">
                <a16:creationId xmlns:a16="http://schemas.microsoft.com/office/drawing/2014/main" id="{F29D1C77-914D-4EC2-8DBC-157D854FC659}"/>
              </a:ext>
            </a:extLst>
          </p:cNvPr>
          <p:cNvSpPr>
            <a:spLocks noGrp="1"/>
          </p:cNvSpPr>
          <p:nvPr>
            <p:ph type="sldNum" sz="quarter" idx="12"/>
          </p:nvPr>
        </p:nvSpPr>
        <p:spPr/>
        <p:txBody>
          <a:bodyPr/>
          <a:lstStyle/>
          <a:p>
            <a:fld id="{F8E47D07-9D1E-4FE9-B31A-2F5863681021}" type="slidenum">
              <a:rPr lang="en-GB" smtClean="0"/>
              <a:pPr/>
              <a:t>2</a:t>
            </a:fld>
            <a:endParaRPr lang="en-GB"/>
          </a:p>
        </p:txBody>
      </p:sp>
      <p:sp>
        <p:nvSpPr>
          <p:cNvPr id="4" name="Text Placeholder 3">
            <a:extLst>
              <a:ext uri="{FF2B5EF4-FFF2-40B4-BE49-F238E27FC236}">
                <a16:creationId xmlns:a16="http://schemas.microsoft.com/office/drawing/2014/main" id="{1A11F281-27D3-6D0C-0FFE-2AA4E8A442A3}"/>
              </a:ext>
            </a:extLst>
          </p:cNvPr>
          <p:cNvSpPr>
            <a:spLocks noGrp="1"/>
          </p:cNvSpPr>
          <p:nvPr>
            <p:ph type="body" sz="quarter" idx="111"/>
          </p:nvPr>
        </p:nvSpPr>
        <p:spPr/>
        <p:txBody>
          <a:bodyPr/>
          <a:lstStyle/>
          <a:p>
            <a:endParaRPr lang="en-GB" dirty="0"/>
          </a:p>
        </p:txBody>
      </p:sp>
      <p:sp>
        <p:nvSpPr>
          <p:cNvPr id="5" name="Text Placeholder 3">
            <a:extLst>
              <a:ext uri="{FF2B5EF4-FFF2-40B4-BE49-F238E27FC236}">
                <a16:creationId xmlns:a16="http://schemas.microsoft.com/office/drawing/2014/main" id="{811B1B37-AFAD-7D1D-AD3A-856870885D4C}"/>
              </a:ext>
            </a:extLst>
          </p:cNvPr>
          <p:cNvSpPr txBox="1">
            <a:spLocks/>
          </p:cNvSpPr>
          <p:nvPr/>
        </p:nvSpPr>
        <p:spPr>
          <a:xfrm>
            <a:off x="407988" y="6200774"/>
            <a:ext cx="9729787" cy="657225"/>
          </a:xfrm>
          <a:prstGeom prst="rect">
            <a:avLst/>
          </a:prstGeom>
        </p:spPr>
        <p:txBody>
          <a:bodyPr vert="horz" lIns="91440" tIns="45720" rIns="91440" bIns="45720" rtlCol="0" anchor="b" anchorCtr="0">
            <a:noAutofit/>
          </a:bodyPr>
          <a:lstStyle>
            <a:lvl1pPr marL="228600" indent="-228600">
              <a:lnSpc>
                <a:spcPct val="100000"/>
              </a:lnSpc>
              <a:spcBef>
                <a:spcPts val="600"/>
              </a:spcBef>
              <a:spcAft>
                <a:spcPts val="300"/>
              </a:spcAft>
              <a:buFont typeface="Arial" panose="020B0604020202020204" pitchFamily="34" charset="0"/>
              <a:buNone/>
              <a:defRPr sz="800"/>
            </a:lvl1pPr>
            <a:lvl2pPr marL="460800" marR="0" indent="-228600" fontAlgn="auto">
              <a:lnSpc>
                <a:spcPct val="100000"/>
              </a:lnSpc>
              <a:spcBef>
                <a:spcPts val="0"/>
              </a:spcBef>
              <a:spcAft>
                <a:spcPts val="800"/>
              </a:spcAft>
              <a:buClrTx/>
              <a:buSzPct val="100000"/>
              <a:buFont typeface="Arial" panose="020B0604020202020204" pitchFamily="34" charset="0"/>
              <a:buChar char="•"/>
              <a:tabLst/>
              <a:defRPr lang="en-US" sz="2400" dirty="0"/>
            </a:lvl2pPr>
            <a:lvl3pPr marL="691200" indent="-228600">
              <a:lnSpc>
                <a:spcPct val="100000"/>
              </a:lnSpc>
              <a:spcBef>
                <a:spcPts val="0"/>
              </a:spcBef>
              <a:spcAft>
                <a:spcPts val="800"/>
              </a:spcAft>
              <a:buClrTx/>
              <a:buSzPct val="100000"/>
              <a:buFont typeface="Arial" panose="020B0604020202020204" pitchFamily="34" charset="0"/>
              <a:buChar char="•"/>
              <a:defRPr sz="2000"/>
            </a:lvl3pPr>
            <a:lvl4pPr marL="921600" indent="-228600">
              <a:lnSpc>
                <a:spcPct val="100000"/>
              </a:lnSpc>
              <a:spcBef>
                <a:spcPts val="0"/>
              </a:spcBef>
              <a:spcAft>
                <a:spcPts val="800"/>
              </a:spcAft>
              <a:buClrTx/>
              <a:buSzPct val="100000"/>
              <a:buFont typeface="Arial" panose="020B0604020202020204" pitchFamily="34" charset="0"/>
              <a:buChar char="•"/>
              <a:defRPr lang="en-US" sz="2000" dirty="0" smtClean="0"/>
            </a:lvl4pPr>
            <a:lvl5pPr marL="1152000" indent="-228600">
              <a:lnSpc>
                <a:spcPct val="100000"/>
              </a:lnSpc>
              <a:spcBef>
                <a:spcPts val="0"/>
              </a:spcBef>
              <a:spcAft>
                <a:spcPts val="800"/>
              </a:spcAft>
              <a:buClrTx/>
              <a:buSzPct val="100000"/>
              <a:buFont typeface="Arial" panose="020B0604020202020204" pitchFamily="34" charset="0"/>
              <a:buChar char="•"/>
              <a:defRPr sz="20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a:p>
        </p:txBody>
      </p:sp>
      <p:sp>
        <p:nvSpPr>
          <p:cNvPr id="6" name="Arrow: Pentagon 5">
            <a:extLst>
              <a:ext uri="{FF2B5EF4-FFF2-40B4-BE49-F238E27FC236}">
                <a16:creationId xmlns:a16="http://schemas.microsoft.com/office/drawing/2014/main" id="{0E2C8FD3-6791-2D39-B3D8-E916C1B207B8}"/>
              </a:ext>
            </a:extLst>
          </p:cNvPr>
          <p:cNvSpPr/>
          <p:nvPr/>
        </p:nvSpPr>
        <p:spPr>
          <a:xfrm>
            <a:off x="8138941" y="2783381"/>
            <a:ext cx="1662342"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a:solidFill>
                  <a:schemeClr val="bg1"/>
                </a:solidFill>
                <a:latin typeface="Calibri"/>
                <a:cs typeface="Arial"/>
              </a:rPr>
              <a:t>ERV + VQV</a:t>
            </a:r>
          </a:p>
        </p:txBody>
      </p:sp>
      <p:graphicFrame>
        <p:nvGraphicFramePr>
          <p:cNvPr id="7" name="Object 6" hidden="1">
            <a:extLst>
              <a:ext uri="{FF2B5EF4-FFF2-40B4-BE49-F238E27FC236}">
                <a16:creationId xmlns:a16="http://schemas.microsoft.com/office/drawing/2014/main" id="{6C904E58-92A1-CDE0-F1FC-F5949D9F207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7" name="Object 6" hidden="1">
                        <a:extLst>
                          <a:ext uri="{FF2B5EF4-FFF2-40B4-BE49-F238E27FC236}">
                            <a16:creationId xmlns:a16="http://schemas.microsoft.com/office/drawing/2014/main" id="{6C904E58-92A1-CDE0-F1FC-F5949D9F207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39">
            <a:extLst>
              <a:ext uri="{FF2B5EF4-FFF2-40B4-BE49-F238E27FC236}">
                <a16:creationId xmlns:a16="http://schemas.microsoft.com/office/drawing/2014/main" id="{6D790B28-C232-EC91-9150-510B41638E0A}"/>
              </a:ext>
            </a:extLst>
          </p:cNvPr>
          <p:cNvSpPr txBox="1">
            <a:spLocks/>
          </p:cNvSpPr>
          <p:nvPr/>
        </p:nvSpPr>
        <p:spPr>
          <a:xfrm>
            <a:off x="407987" y="404812"/>
            <a:ext cx="11376025" cy="1007427"/>
          </a:xfrm>
          <a:prstGeom prst="rect">
            <a:avLst/>
          </a:prstGeom>
        </p:spPr>
        <p:txBody>
          <a:bodyPr vert="horz" lIns="0" tIns="0" rIns="0" bIns="0" rtlCol="0" anchor="t">
            <a:normAutofit fontScale="97500"/>
          </a:bodyPr>
          <a:lstStyle>
            <a:defPPr>
              <a:defRPr lang="en-US"/>
            </a:defPPr>
            <a:lvl1pPr>
              <a:lnSpc>
                <a:spcPct val="100000"/>
              </a:lnSpc>
              <a:spcBef>
                <a:spcPct val="0"/>
              </a:spcBef>
              <a:buNone/>
              <a:defRPr sz="3200">
                <a:solidFill>
                  <a:schemeClr val="accent1"/>
                </a:solidFill>
                <a:latin typeface="+mj-lt"/>
                <a:ea typeface="+mj-ea"/>
                <a:cs typeface="+mj-cs"/>
              </a:defRPr>
            </a:lvl1pPr>
          </a:lstStyle>
          <a:p>
            <a:r>
              <a:rPr lang="en-GB" sz="3100" dirty="0"/>
              <a:t>R&amp;D IT Platforms Teams – September 2024 View</a:t>
            </a:r>
            <a:endParaRPr lang="en-US" sz="3100" dirty="0"/>
          </a:p>
        </p:txBody>
      </p:sp>
      <p:sp>
        <p:nvSpPr>
          <p:cNvPr id="9" name="Date Placeholder 2">
            <a:extLst>
              <a:ext uri="{FF2B5EF4-FFF2-40B4-BE49-F238E27FC236}">
                <a16:creationId xmlns:a16="http://schemas.microsoft.com/office/drawing/2014/main" id="{D79B28AF-33E9-919C-AAB6-267DA036B38F}"/>
              </a:ext>
            </a:extLst>
          </p:cNvPr>
          <p:cNvSpPr txBox="1">
            <a:spLocks/>
          </p:cNvSpPr>
          <p:nvPr/>
        </p:nvSpPr>
        <p:spPr>
          <a:xfrm>
            <a:off x="10079789" y="6619128"/>
            <a:ext cx="1279358" cy="309145"/>
          </a:xfrm>
          <a:prstGeom prst="rect">
            <a:avLst/>
          </a:prstGeom>
        </p:spPr>
        <p:txBody>
          <a:bodyPr anchor="ctr"/>
          <a:lstStyle>
            <a:defPPr>
              <a:defRPr lang="en-US"/>
            </a:defPPr>
            <a:lvl1pPr marR="0" lvl="0" indent="0" defTabSz="609585" fontAlgn="auto">
              <a:lnSpc>
                <a:spcPct val="100000"/>
              </a:lnSpc>
              <a:spcBef>
                <a:spcPts val="0"/>
              </a:spcBef>
              <a:spcAft>
                <a:spcPts val="0"/>
              </a:spcAft>
              <a:buClrTx/>
              <a:buSzTx/>
              <a:buFont typeface="Arial"/>
              <a:buNone/>
              <a:tabLst/>
              <a:defRPr kumimoji="0" sz="1050" b="0" i="0" u="none" strike="noStrike" cap="none" spc="0" normalizeH="0" baseline="0">
                <a:ln>
                  <a:noFill/>
                </a:ln>
                <a:solidFill>
                  <a:srgbClr val="000000"/>
                </a:solidFill>
                <a:effectLst/>
                <a:uLnTx/>
                <a:uFillTx/>
                <a:latin typeface="Calibri" panose="020F0502020204030204" pitchFamily="34" charset="0"/>
                <a:cs typeface="Calibri" panose="020F0502020204030204" pitchFamily="34" charset="0"/>
              </a:defRPr>
            </a:lvl1pPr>
            <a:lvl2pPr marL="457189" indent="0" algn="ctr" defTabSz="609585">
              <a:spcBef>
                <a:spcPct val="20000"/>
              </a:spcBef>
              <a:buFont typeface="Arial"/>
              <a:buNone/>
              <a:defRPr sz="3733">
                <a:solidFill>
                  <a:schemeClr val="tx1">
                    <a:tint val="75000"/>
                  </a:schemeClr>
                </a:solidFill>
              </a:defRPr>
            </a:lvl2pPr>
            <a:lvl3pPr marL="914377" indent="0" algn="ctr" defTabSz="609585">
              <a:spcBef>
                <a:spcPct val="20000"/>
              </a:spcBef>
              <a:buFont typeface="Arial"/>
              <a:buNone/>
              <a:defRPr sz="3200">
                <a:solidFill>
                  <a:schemeClr val="tx1">
                    <a:tint val="75000"/>
                  </a:schemeClr>
                </a:solidFill>
              </a:defRPr>
            </a:lvl3pPr>
            <a:lvl4pPr marL="1371566" indent="0" algn="ctr" defTabSz="609585">
              <a:spcBef>
                <a:spcPct val="20000"/>
              </a:spcBef>
              <a:buFont typeface="Arial"/>
              <a:buNone/>
              <a:defRPr sz="2667">
                <a:solidFill>
                  <a:schemeClr val="tx1">
                    <a:tint val="75000"/>
                  </a:schemeClr>
                </a:solidFill>
              </a:defRPr>
            </a:lvl4pPr>
            <a:lvl5pPr marL="1828754" indent="0" algn="ctr" defTabSz="609585">
              <a:spcBef>
                <a:spcPct val="20000"/>
              </a:spcBef>
              <a:buFont typeface="Arial"/>
              <a:buNone/>
              <a:defRPr sz="2667">
                <a:solidFill>
                  <a:schemeClr val="tx1">
                    <a:tint val="75000"/>
                  </a:schemeClr>
                </a:solidFill>
              </a:defRPr>
            </a:lvl5pPr>
            <a:lvl6pPr marL="2285943" indent="0" algn="ctr" defTabSz="609585">
              <a:spcBef>
                <a:spcPct val="20000"/>
              </a:spcBef>
              <a:buFont typeface="Arial"/>
              <a:buNone/>
              <a:defRPr sz="2667">
                <a:solidFill>
                  <a:schemeClr val="tx1">
                    <a:tint val="75000"/>
                  </a:schemeClr>
                </a:solidFill>
              </a:defRPr>
            </a:lvl6pPr>
            <a:lvl7pPr marL="2743131" indent="0" algn="ctr" defTabSz="609585">
              <a:spcBef>
                <a:spcPct val="20000"/>
              </a:spcBef>
              <a:buFont typeface="Arial"/>
              <a:buNone/>
              <a:defRPr sz="2667">
                <a:solidFill>
                  <a:schemeClr val="tx1">
                    <a:tint val="75000"/>
                  </a:schemeClr>
                </a:solidFill>
              </a:defRPr>
            </a:lvl7pPr>
            <a:lvl8pPr marL="3200320" indent="0" algn="ctr" defTabSz="609585">
              <a:spcBef>
                <a:spcPct val="20000"/>
              </a:spcBef>
              <a:buFont typeface="Arial"/>
              <a:buNone/>
              <a:defRPr sz="2667">
                <a:solidFill>
                  <a:schemeClr val="tx1">
                    <a:tint val="75000"/>
                  </a:schemeClr>
                </a:solidFill>
              </a:defRPr>
            </a:lvl8pPr>
            <a:lvl9pPr marL="3657509" indent="0" algn="ctr" defTabSz="609585">
              <a:spcBef>
                <a:spcPct val="20000"/>
              </a:spcBef>
              <a:buFont typeface="Arial"/>
              <a:buNone/>
              <a:defRPr sz="2667">
                <a:solidFill>
                  <a:schemeClr val="tx1">
                    <a:tint val="75000"/>
                  </a:schemeClr>
                </a:solidFill>
              </a:defRPr>
            </a:lvl9pPr>
          </a:lstStyle>
          <a:p>
            <a:endParaRPr lang="en-GB"/>
          </a:p>
        </p:txBody>
      </p:sp>
      <p:sp>
        <p:nvSpPr>
          <p:cNvPr id="10" name="Rectangle 9">
            <a:extLst>
              <a:ext uri="{FF2B5EF4-FFF2-40B4-BE49-F238E27FC236}">
                <a16:creationId xmlns:a16="http://schemas.microsoft.com/office/drawing/2014/main" id="{DD2AACA1-DC1E-4989-2091-FD20E0B905FD}"/>
              </a:ext>
            </a:extLst>
          </p:cNvPr>
          <p:cNvSpPr/>
          <p:nvPr/>
        </p:nvSpPr>
        <p:spPr>
          <a:xfrm>
            <a:off x="1672883" y="6289328"/>
            <a:ext cx="900000" cy="39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tx1"/>
                </a:solidFill>
                <a:latin typeface="Calibri"/>
                <a:cs typeface="Arial" panose="020B0604020202020204" pitchFamily="34" charset="0"/>
              </a:rPr>
              <a:t>Non- Platform</a:t>
            </a:r>
          </a:p>
        </p:txBody>
      </p:sp>
      <p:sp>
        <p:nvSpPr>
          <p:cNvPr id="11" name="Rectangle 10">
            <a:extLst>
              <a:ext uri="{FF2B5EF4-FFF2-40B4-BE49-F238E27FC236}">
                <a16:creationId xmlns:a16="http://schemas.microsoft.com/office/drawing/2014/main" id="{866396C9-81D0-1D6B-76FB-088C942C7867}"/>
              </a:ext>
            </a:extLst>
          </p:cNvPr>
          <p:cNvSpPr/>
          <p:nvPr/>
        </p:nvSpPr>
        <p:spPr>
          <a:xfrm>
            <a:off x="3626891" y="6289328"/>
            <a:ext cx="900000" cy="3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a:solidFill>
                  <a:schemeClr val="bg1"/>
                </a:solidFill>
                <a:latin typeface="Calibri"/>
                <a:cs typeface="Arial"/>
              </a:rPr>
              <a:t>R&amp;D IT Platforms</a:t>
            </a:r>
          </a:p>
        </p:txBody>
      </p:sp>
      <p:sp>
        <p:nvSpPr>
          <p:cNvPr id="12" name="Rectangle 11">
            <a:extLst>
              <a:ext uri="{FF2B5EF4-FFF2-40B4-BE49-F238E27FC236}">
                <a16:creationId xmlns:a16="http://schemas.microsoft.com/office/drawing/2014/main" id="{F80785B5-ABD9-7119-E17D-FA51249DCC80}"/>
              </a:ext>
            </a:extLst>
          </p:cNvPr>
          <p:cNvSpPr/>
          <p:nvPr/>
        </p:nvSpPr>
        <p:spPr>
          <a:xfrm>
            <a:off x="678574" y="2709461"/>
            <a:ext cx="10834851" cy="2359738"/>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solidFill>
                <a:srgbClr val="FFFFFF"/>
              </a:solidFill>
              <a:latin typeface="Calisto MT"/>
            </a:endParaRPr>
          </a:p>
        </p:txBody>
      </p:sp>
      <p:sp>
        <p:nvSpPr>
          <p:cNvPr id="13" name="Rectangle 12">
            <a:extLst>
              <a:ext uri="{FF2B5EF4-FFF2-40B4-BE49-F238E27FC236}">
                <a16:creationId xmlns:a16="http://schemas.microsoft.com/office/drawing/2014/main" id="{54F814E7-9F39-5284-7887-693DB1ABA5BB}"/>
              </a:ext>
            </a:extLst>
          </p:cNvPr>
          <p:cNvSpPr/>
          <p:nvPr/>
        </p:nvSpPr>
        <p:spPr>
          <a:xfrm>
            <a:off x="678575" y="1661974"/>
            <a:ext cx="10834850" cy="973652"/>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solidFill>
                <a:srgbClr val="FFFFFF"/>
              </a:solidFill>
              <a:latin typeface="Calisto MT"/>
            </a:endParaRPr>
          </a:p>
        </p:txBody>
      </p:sp>
      <p:cxnSp>
        <p:nvCxnSpPr>
          <p:cNvPr id="14" name="Straight Connector 13">
            <a:extLst>
              <a:ext uri="{FF2B5EF4-FFF2-40B4-BE49-F238E27FC236}">
                <a16:creationId xmlns:a16="http://schemas.microsoft.com/office/drawing/2014/main" id="{40BBBE3F-3E2A-DAA1-D02C-EF1AD1FCA5BA}"/>
              </a:ext>
            </a:extLst>
          </p:cNvPr>
          <p:cNvCxnSpPr>
            <a:cxnSpLocks/>
          </p:cNvCxnSpPr>
          <p:nvPr/>
        </p:nvCxnSpPr>
        <p:spPr>
          <a:xfrm>
            <a:off x="3096166" y="1572687"/>
            <a:ext cx="17345" cy="4104000"/>
          </a:xfrm>
          <a:prstGeom prst="line">
            <a:avLst/>
          </a:prstGeom>
          <a:ln w="15875">
            <a:solidFill>
              <a:srgbClr val="830051"/>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46B4821-8CB6-268A-A4F6-DC3AA20FA6D3}"/>
              </a:ext>
            </a:extLst>
          </p:cNvPr>
          <p:cNvCxnSpPr>
            <a:cxnSpLocks/>
          </p:cNvCxnSpPr>
          <p:nvPr/>
        </p:nvCxnSpPr>
        <p:spPr>
          <a:xfrm>
            <a:off x="4774550" y="1572687"/>
            <a:ext cx="14107" cy="4104000"/>
          </a:xfrm>
          <a:prstGeom prst="line">
            <a:avLst/>
          </a:prstGeom>
          <a:ln w="15875">
            <a:solidFill>
              <a:srgbClr val="68D2DF"/>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CA53170-7EDB-D13F-FAF9-BC2B47AA9DD5}"/>
              </a:ext>
            </a:extLst>
          </p:cNvPr>
          <p:cNvCxnSpPr>
            <a:cxnSpLocks/>
          </p:cNvCxnSpPr>
          <p:nvPr/>
        </p:nvCxnSpPr>
        <p:spPr>
          <a:xfrm>
            <a:off x="6458592" y="1572687"/>
            <a:ext cx="14107" cy="4104000"/>
          </a:xfrm>
          <a:prstGeom prst="line">
            <a:avLst/>
          </a:prstGeom>
          <a:ln w="15875">
            <a:solidFill>
              <a:srgbClr val="C4D600"/>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2722896-462F-8F76-0848-BF9A64980F47}"/>
              </a:ext>
            </a:extLst>
          </p:cNvPr>
          <p:cNvCxnSpPr>
            <a:cxnSpLocks/>
          </p:cNvCxnSpPr>
          <p:nvPr/>
        </p:nvCxnSpPr>
        <p:spPr>
          <a:xfrm>
            <a:off x="8124924" y="1572687"/>
            <a:ext cx="14107" cy="4104000"/>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DA3D6CF-8935-EB0C-8B95-40108E96CA8E}"/>
              </a:ext>
            </a:extLst>
          </p:cNvPr>
          <p:cNvCxnSpPr>
            <a:cxnSpLocks/>
          </p:cNvCxnSpPr>
          <p:nvPr/>
        </p:nvCxnSpPr>
        <p:spPr>
          <a:xfrm>
            <a:off x="9807674" y="1572687"/>
            <a:ext cx="14107" cy="4104000"/>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sp>
        <p:nvSpPr>
          <p:cNvPr id="19" name="Arrow: Pentagon 276">
            <a:extLst>
              <a:ext uri="{FF2B5EF4-FFF2-40B4-BE49-F238E27FC236}">
                <a16:creationId xmlns:a16="http://schemas.microsoft.com/office/drawing/2014/main" id="{0B8DDC49-BEF9-CC5B-6027-B055219E71B0}"/>
              </a:ext>
            </a:extLst>
          </p:cNvPr>
          <p:cNvSpPr/>
          <p:nvPr/>
        </p:nvSpPr>
        <p:spPr>
          <a:xfrm>
            <a:off x="1401126" y="1086035"/>
            <a:ext cx="1712930" cy="503803"/>
          </a:xfrm>
          <a:prstGeom prst="homePlate">
            <a:avLst>
              <a:gd name="adj" fmla="val 24843"/>
            </a:avLst>
          </a:prstGeom>
          <a:solidFill>
            <a:schemeClr val="tx1"/>
          </a:solidFill>
          <a:ln w="25400" cap="flat" cmpd="sng" algn="ctr">
            <a:noFill/>
            <a:prstDash val="solid"/>
          </a:ln>
          <a:effectLst/>
        </p:spPr>
        <p:txBody>
          <a:bodyPr rtlCol="0" anchor="ctr"/>
          <a:lstStyle/>
          <a:p>
            <a:pPr algn="r" defTabSz="914377"/>
            <a:r>
              <a:rPr lang="en-GB" sz="1200" kern="0">
                <a:solidFill>
                  <a:schemeClr val="bg1"/>
                </a:solidFill>
                <a:latin typeface="Calibri"/>
              </a:rPr>
              <a:t>Target Discovery</a:t>
            </a:r>
          </a:p>
        </p:txBody>
      </p:sp>
      <p:sp>
        <p:nvSpPr>
          <p:cNvPr id="20" name="Arrow: Pentagon 277">
            <a:extLst>
              <a:ext uri="{FF2B5EF4-FFF2-40B4-BE49-F238E27FC236}">
                <a16:creationId xmlns:a16="http://schemas.microsoft.com/office/drawing/2014/main" id="{191E6223-0F4D-F274-2338-C9E13F922B0D}"/>
              </a:ext>
            </a:extLst>
          </p:cNvPr>
          <p:cNvSpPr/>
          <p:nvPr/>
        </p:nvSpPr>
        <p:spPr>
          <a:xfrm>
            <a:off x="3086506" y="1086035"/>
            <a:ext cx="1712930" cy="503803"/>
          </a:xfrm>
          <a:prstGeom prst="chevron">
            <a:avLst>
              <a:gd name="adj" fmla="val 23737"/>
            </a:avLst>
          </a:prstGeom>
          <a:solidFill>
            <a:schemeClr val="tx1"/>
          </a:solidFill>
          <a:ln w="25400" cap="flat" cmpd="sng" algn="ctr">
            <a:noFill/>
            <a:prstDash val="solid"/>
          </a:ln>
          <a:effectLst/>
        </p:spPr>
        <p:txBody>
          <a:bodyPr rtlCol="0" anchor="ctr"/>
          <a:lstStyle/>
          <a:p>
            <a:pPr algn="r" defTabSz="914377"/>
            <a:r>
              <a:rPr lang="en-GB" sz="1200" kern="0">
                <a:solidFill>
                  <a:schemeClr val="bg1"/>
                </a:solidFill>
                <a:latin typeface="Calibri"/>
              </a:rPr>
              <a:t>Drug Discovery</a:t>
            </a:r>
          </a:p>
        </p:txBody>
      </p:sp>
      <p:sp>
        <p:nvSpPr>
          <p:cNvPr id="21" name="Arrow: Pentagon 277">
            <a:extLst>
              <a:ext uri="{FF2B5EF4-FFF2-40B4-BE49-F238E27FC236}">
                <a16:creationId xmlns:a16="http://schemas.microsoft.com/office/drawing/2014/main" id="{15DEB844-D22E-757F-AA12-4B32D7C123E9}"/>
              </a:ext>
            </a:extLst>
          </p:cNvPr>
          <p:cNvSpPr/>
          <p:nvPr/>
        </p:nvSpPr>
        <p:spPr>
          <a:xfrm>
            <a:off x="4765004" y="1086035"/>
            <a:ext cx="1712930" cy="503803"/>
          </a:xfrm>
          <a:prstGeom prst="chevron">
            <a:avLst>
              <a:gd name="adj" fmla="val 23737"/>
            </a:avLst>
          </a:prstGeom>
          <a:solidFill>
            <a:schemeClr val="tx1"/>
          </a:solidFill>
          <a:ln w="25400" cap="flat" cmpd="sng" algn="ctr">
            <a:noFill/>
            <a:prstDash val="solid"/>
          </a:ln>
          <a:effectLst/>
        </p:spPr>
        <p:txBody>
          <a:bodyPr rtlCol="0" anchor="ctr"/>
          <a:lstStyle/>
          <a:p>
            <a:pPr algn="r" defTabSz="914377"/>
            <a:r>
              <a:rPr lang="en-GB" sz="1200" kern="0">
                <a:solidFill>
                  <a:schemeClr val="bg1"/>
                </a:solidFill>
                <a:latin typeface="Calibri"/>
              </a:rPr>
              <a:t>Pre-Clinical </a:t>
            </a:r>
          </a:p>
          <a:p>
            <a:pPr algn="r" defTabSz="914377"/>
            <a:r>
              <a:rPr lang="en-GB" sz="1200" kern="0">
                <a:solidFill>
                  <a:schemeClr val="bg1"/>
                </a:solidFill>
                <a:latin typeface="Calibri"/>
              </a:rPr>
              <a:t>Science</a:t>
            </a:r>
          </a:p>
        </p:txBody>
      </p:sp>
      <p:sp>
        <p:nvSpPr>
          <p:cNvPr id="22" name="Arrow: Pentagon 277">
            <a:extLst>
              <a:ext uri="{FF2B5EF4-FFF2-40B4-BE49-F238E27FC236}">
                <a16:creationId xmlns:a16="http://schemas.microsoft.com/office/drawing/2014/main" id="{7BDC667C-2B60-4700-29FA-07F0D5E07DD6}"/>
              </a:ext>
            </a:extLst>
          </p:cNvPr>
          <p:cNvSpPr/>
          <p:nvPr/>
        </p:nvSpPr>
        <p:spPr>
          <a:xfrm>
            <a:off x="6443502" y="1086035"/>
            <a:ext cx="1712930" cy="503803"/>
          </a:xfrm>
          <a:prstGeom prst="chevron">
            <a:avLst>
              <a:gd name="adj" fmla="val 23737"/>
            </a:avLst>
          </a:prstGeom>
          <a:solidFill>
            <a:schemeClr val="tx1"/>
          </a:solidFill>
          <a:ln w="25400" cap="flat" cmpd="sng" algn="ctr">
            <a:noFill/>
            <a:prstDash val="solid"/>
          </a:ln>
          <a:effectLst/>
        </p:spPr>
        <p:txBody>
          <a:bodyPr rtlCol="0" anchor="ctr"/>
          <a:lstStyle/>
          <a:p>
            <a:pPr algn="r" defTabSz="914377"/>
            <a:r>
              <a:rPr lang="en-GB" sz="1200" kern="0">
                <a:solidFill>
                  <a:schemeClr val="bg1"/>
                </a:solidFill>
                <a:latin typeface="Calibri"/>
              </a:rPr>
              <a:t>Clinical Trials</a:t>
            </a:r>
          </a:p>
          <a:p>
            <a:pPr algn="r" defTabSz="914377"/>
            <a:r>
              <a:rPr lang="en-GB" sz="1200" kern="0">
                <a:solidFill>
                  <a:schemeClr val="bg1"/>
                </a:solidFill>
                <a:latin typeface="Calibri"/>
              </a:rPr>
              <a:t> (Ph 1-3)</a:t>
            </a:r>
          </a:p>
        </p:txBody>
      </p:sp>
      <p:sp>
        <p:nvSpPr>
          <p:cNvPr id="23" name="Arrow: Pentagon 277">
            <a:extLst>
              <a:ext uri="{FF2B5EF4-FFF2-40B4-BE49-F238E27FC236}">
                <a16:creationId xmlns:a16="http://schemas.microsoft.com/office/drawing/2014/main" id="{AB648B8D-2E36-E574-C28F-35F5F07299C7}"/>
              </a:ext>
            </a:extLst>
          </p:cNvPr>
          <p:cNvSpPr/>
          <p:nvPr/>
        </p:nvSpPr>
        <p:spPr>
          <a:xfrm>
            <a:off x="8114814" y="1086035"/>
            <a:ext cx="1712930" cy="503803"/>
          </a:xfrm>
          <a:prstGeom prst="chevron">
            <a:avLst>
              <a:gd name="adj" fmla="val 23737"/>
            </a:avLst>
          </a:prstGeom>
          <a:solidFill>
            <a:schemeClr val="tx1"/>
          </a:solidFill>
          <a:ln w="25400" cap="flat" cmpd="sng" algn="ctr">
            <a:noFill/>
            <a:prstDash val="solid"/>
          </a:ln>
          <a:effectLst/>
        </p:spPr>
        <p:txBody>
          <a:bodyPr rtlCol="0" anchor="ctr"/>
          <a:lstStyle/>
          <a:p>
            <a:pPr algn="r" defTabSz="914377"/>
            <a:r>
              <a:rPr lang="en-GB" sz="1200" kern="0">
                <a:solidFill>
                  <a:schemeClr val="bg1"/>
                </a:solidFill>
                <a:latin typeface="Calibri"/>
              </a:rPr>
              <a:t>Submission &amp; Approval</a:t>
            </a:r>
          </a:p>
        </p:txBody>
      </p:sp>
      <p:sp>
        <p:nvSpPr>
          <p:cNvPr id="24" name="Arrow: Pentagon 277">
            <a:extLst>
              <a:ext uri="{FF2B5EF4-FFF2-40B4-BE49-F238E27FC236}">
                <a16:creationId xmlns:a16="http://schemas.microsoft.com/office/drawing/2014/main" id="{B9FBC1B2-0D21-7E09-98B8-4142AA921592}"/>
              </a:ext>
            </a:extLst>
          </p:cNvPr>
          <p:cNvSpPr/>
          <p:nvPr/>
        </p:nvSpPr>
        <p:spPr>
          <a:xfrm>
            <a:off x="9800497" y="1086035"/>
            <a:ext cx="1712930" cy="503803"/>
          </a:xfrm>
          <a:prstGeom prst="chevron">
            <a:avLst>
              <a:gd name="adj" fmla="val 23737"/>
            </a:avLst>
          </a:prstGeom>
          <a:solidFill>
            <a:schemeClr val="tx1"/>
          </a:solidFill>
          <a:ln w="25400" cap="flat" cmpd="sng" algn="ctr">
            <a:noFill/>
            <a:prstDash val="solid"/>
          </a:ln>
          <a:effectLst/>
        </p:spPr>
        <p:txBody>
          <a:bodyPr rtlCol="0" anchor="ctr"/>
          <a:lstStyle/>
          <a:p>
            <a:pPr algn="r" defTabSz="914377"/>
            <a:r>
              <a:rPr lang="en-GB" sz="1200" kern="0">
                <a:solidFill>
                  <a:schemeClr val="bg1"/>
                </a:solidFill>
                <a:latin typeface="Calibri"/>
              </a:rPr>
              <a:t>Delivery &amp; Monitoring</a:t>
            </a:r>
          </a:p>
        </p:txBody>
      </p:sp>
      <p:sp>
        <p:nvSpPr>
          <p:cNvPr id="25" name="Arrow: Pentagon 24">
            <a:extLst>
              <a:ext uri="{FF2B5EF4-FFF2-40B4-BE49-F238E27FC236}">
                <a16:creationId xmlns:a16="http://schemas.microsoft.com/office/drawing/2014/main" id="{9DAA0372-157D-678E-160E-A0C0ECE79BDC}"/>
              </a:ext>
            </a:extLst>
          </p:cNvPr>
          <p:cNvSpPr/>
          <p:nvPr/>
        </p:nvSpPr>
        <p:spPr>
          <a:xfrm>
            <a:off x="1395289" y="1669902"/>
            <a:ext cx="10118138" cy="252000"/>
          </a:xfrm>
          <a:prstGeom prst="homePlat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R&amp;D Portfolio &amp; Capacity Management</a:t>
            </a:r>
          </a:p>
        </p:txBody>
      </p:sp>
      <p:sp>
        <p:nvSpPr>
          <p:cNvPr id="26" name="Arrow: Pentagon 25">
            <a:extLst>
              <a:ext uri="{FF2B5EF4-FFF2-40B4-BE49-F238E27FC236}">
                <a16:creationId xmlns:a16="http://schemas.microsoft.com/office/drawing/2014/main" id="{40A93C58-7C8A-291F-0DB4-E3FAD509D96E}"/>
              </a:ext>
            </a:extLst>
          </p:cNvPr>
          <p:cNvSpPr/>
          <p:nvPr/>
        </p:nvSpPr>
        <p:spPr>
          <a:xfrm>
            <a:off x="1415660" y="5225040"/>
            <a:ext cx="10097765" cy="252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Enterprise AI Platforms (AI Ops, Competitive Intelligence, NLP, Information Engineering &amp; External Content)</a:t>
            </a:r>
          </a:p>
        </p:txBody>
      </p:sp>
      <p:sp>
        <p:nvSpPr>
          <p:cNvPr id="27" name="Arrow: Pentagon 26">
            <a:extLst>
              <a:ext uri="{FF2B5EF4-FFF2-40B4-BE49-F238E27FC236}">
                <a16:creationId xmlns:a16="http://schemas.microsoft.com/office/drawing/2014/main" id="{5666DE27-96CE-3FE1-228F-536FCC2D9F2A}"/>
              </a:ext>
            </a:extLst>
          </p:cNvPr>
          <p:cNvSpPr/>
          <p:nvPr/>
        </p:nvSpPr>
        <p:spPr>
          <a:xfrm>
            <a:off x="1415660" y="5534267"/>
            <a:ext cx="10097765" cy="252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a:solidFill>
                  <a:schemeClr val="bg1"/>
                </a:solidFill>
                <a:latin typeface="Calibri"/>
                <a:cs typeface="Arial"/>
              </a:rPr>
              <a:t>Data Foundation Platform (Data Lake &amp; Ingestion, Catalogue, MDM, RDM, DF&amp;I, TTA)</a:t>
            </a:r>
          </a:p>
        </p:txBody>
      </p:sp>
      <p:sp>
        <p:nvSpPr>
          <p:cNvPr id="28" name="Arrow: Pentagon 27">
            <a:extLst>
              <a:ext uri="{FF2B5EF4-FFF2-40B4-BE49-F238E27FC236}">
                <a16:creationId xmlns:a16="http://schemas.microsoft.com/office/drawing/2014/main" id="{63AC8E52-D2EB-441D-19EA-41A13966B619}"/>
              </a:ext>
            </a:extLst>
          </p:cNvPr>
          <p:cNvSpPr/>
          <p:nvPr/>
        </p:nvSpPr>
        <p:spPr>
          <a:xfrm>
            <a:off x="1415660" y="2775085"/>
            <a:ext cx="5037397"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a:solidFill>
                  <a:schemeClr val="bg1"/>
                </a:solidFill>
                <a:latin typeface="Calibri"/>
                <a:cs typeface="Arial"/>
              </a:rPr>
              <a:t>Digital Lab</a:t>
            </a:r>
          </a:p>
        </p:txBody>
      </p:sp>
      <p:sp>
        <p:nvSpPr>
          <p:cNvPr id="29" name="Arrow: Pentagon 28">
            <a:extLst>
              <a:ext uri="{FF2B5EF4-FFF2-40B4-BE49-F238E27FC236}">
                <a16:creationId xmlns:a16="http://schemas.microsoft.com/office/drawing/2014/main" id="{90853C07-AC23-8682-8D38-5CF1864E4DD9}"/>
              </a:ext>
            </a:extLst>
          </p:cNvPr>
          <p:cNvSpPr/>
          <p:nvPr/>
        </p:nvSpPr>
        <p:spPr>
          <a:xfrm>
            <a:off x="4816200" y="4078015"/>
            <a:ext cx="6672475"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solidFill>
                  <a:schemeClr val="bg1"/>
                </a:solidFill>
              </a:rPr>
              <a:t>Drug Development Data Platform (3DP)</a:t>
            </a:r>
          </a:p>
        </p:txBody>
      </p:sp>
      <p:sp>
        <p:nvSpPr>
          <p:cNvPr id="30" name="Arrow: Pentagon 29">
            <a:extLst>
              <a:ext uri="{FF2B5EF4-FFF2-40B4-BE49-F238E27FC236}">
                <a16:creationId xmlns:a16="http://schemas.microsoft.com/office/drawing/2014/main" id="{80A8967E-B5EE-A877-4C97-5228EA274144}"/>
              </a:ext>
            </a:extLst>
          </p:cNvPr>
          <p:cNvSpPr/>
          <p:nvPr/>
        </p:nvSpPr>
        <p:spPr>
          <a:xfrm>
            <a:off x="1407608" y="4400248"/>
            <a:ext cx="1683503"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Omics</a:t>
            </a:r>
          </a:p>
        </p:txBody>
      </p:sp>
      <p:sp>
        <p:nvSpPr>
          <p:cNvPr id="31" name="Arrow: Pentagon 30">
            <a:extLst>
              <a:ext uri="{FF2B5EF4-FFF2-40B4-BE49-F238E27FC236}">
                <a16:creationId xmlns:a16="http://schemas.microsoft.com/office/drawing/2014/main" id="{80EC2D27-D3C7-F832-E0FC-7F0BC0E131CA}"/>
              </a:ext>
            </a:extLst>
          </p:cNvPr>
          <p:cNvSpPr/>
          <p:nvPr/>
        </p:nvSpPr>
        <p:spPr>
          <a:xfrm>
            <a:off x="8138941" y="3465171"/>
            <a:ext cx="1662342" cy="221922"/>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a:solidFill>
                  <a:schemeClr val="bg1"/>
                </a:solidFill>
                <a:latin typeface="Calibri"/>
                <a:cs typeface="Arial"/>
              </a:rPr>
              <a:t>Momentum (NGS)</a:t>
            </a:r>
          </a:p>
        </p:txBody>
      </p:sp>
      <p:sp>
        <p:nvSpPr>
          <p:cNvPr id="32" name="Arrow: Pentagon 31">
            <a:extLst>
              <a:ext uri="{FF2B5EF4-FFF2-40B4-BE49-F238E27FC236}">
                <a16:creationId xmlns:a16="http://schemas.microsoft.com/office/drawing/2014/main" id="{63D09072-A121-2441-8BB5-AB48D2B1A0E0}"/>
              </a:ext>
            </a:extLst>
          </p:cNvPr>
          <p:cNvSpPr/>
          <p:nvPr/>
        </p:nvSpPr>
        <p:spPr>
          <a:xfrm>
            <a:off x="4790266" y="3115765"/>
            <a:ext cx="166114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Invivo</a:t>
            </a:r>
          </a:p>
        </p:txBody>
      </p:sp>
      <p:sp>
        <p:nvSpPr>
          <p:cNvPr id="33" name="Arrow: Pentagon 32">
            <a:extLst>
              <a:ext uri="{FF2B5EF4-FFF2-40B4-BE49-F238E27FC236}">
                <a16:creationId xmlns:a16="http://schemas.microsoft.com/office/drawing/2014/main" id="{6E24E721-01BD-DBC6-146D-7770989013D3}"/>
              </a:ext>
            </a:extLst>
          </p:cNvPr>
          <p:cNvSpPr/>
          <p:nvPr/>
        </p:nvSpPr>
        <p:spPr>
          <a:xfrm>
            <a:off x="6466505" y="3123682"/>
            <a:ext cx="1649951"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800">
                <a:solidFill>
                  <a:schemeClr val="bg1"/>
                </a:solidFill>
                <a:latin typeface="Calibri"/>
                <a:cs typeface="Arial"/>
              </a:rPr>
              <a:t>Digital Patient Solutions (DPS)</a:t>
            </a:r>
          </a:p>
        </p:txBody>
      </p:sp>
      <p:sp>
        <p:nvSpPr>
          <p:cNvPr id="34" name="Arrow: Pentagon 33">
            <a:extLst>
              <a:ext uri="{FF2B5EF4-FFF2-40B4-BE49-F238E27FC236}">
                <a16:creationId xmlns:a16="http://schemas.microsoft.com/office/drawing/2014/main" id="{C4AB00C6-90FA-53B6-0991-C9584B6DACA7}"/>
              </a:ext>
            </a:extLst>
          </p:cNvPr>
          <p:cNvSpPr/>
          <p:nvPr/>
        </p:nvSpPr>
        <p:spPr>
          <a:xfrm>
            <a:off x="4822795" y="3465171"/>
            <a:ext cx="330212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800">
                <a:solidFill>
                  <a:schemeClr val="bg1"/>
                </a:solidFill>
                <a:latin typeface="Calibri"/>
                <a:cs typeface="Arial" panose="020B0604020202020204" pitchFamily="34" charset="0"/>
              </a:rPr>
              <a:t>Study Design &amp; Intelligence</a:t>
            </a:r>
          </a:p>
        </p:txBody>
      </p:sp>
      <p:sp>
        <p:nvSpPr>
          <p:cNvPr id="35" name="Arrow: Pentagon 34">
            <a:extLst>
              <a:ext uri="{FF2B5EF4-FFF2-40B4-BE49-F238E27FC236}">
                <a16:creationId xmlns:a16="http://schemas.microsoft.com/office/drawing/2014/main" id="{DB550B39-55A1-B8E5-F261-5900F0E7E4E0}"/>
              </a:ext>
            </a:extLst>
          </p:cNvPr>
          <p:cNvSpPr/>
          <p:nvPr/>
        </p:nvSpPr>
        <p:spPr>
          <a:xfrm>
            <a:off x="6466505" y="2779371"/>
            <a:ext cx="1651243"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800">
                <a:solidFill>
                  <a:schemeClr val="bg1"/>
                </a:solidFill>
                <a:latin typeface="Calibri"/>
                <a:cs typeface="Arial" panose="020B0604020202020204" pitchFamily="34" charset="0"/>
              </a:rPr>
              <a:t>Operational Clinical Development</a:t>
            </a:r>
          </a:p>
        </p:txBody>
      </p:sp>
      <p:sp>
        <p:nvSpPr>
          <p:cNvPr id="36" name="Arrow: Pentagon 35">
            <a:extLst>
              <a:ext uri="{FF2B5EF4-FFF2-40B4-BE49-F238E27FC236}">
                <a16:creationId xmlns:a16="http://schemas.microsoft.com/office/drawing/2014/main" id="{632F5FEE-5951-CEF5-C59F-CAE7294CAF52}"/>
              </a:ext>
            </a:extLst>
          </p:cNvPr>
          <p:cNvSpPr/>
          <p:nvPr/>
        </p:nvSpPr>
        <p:spPr>
          <a:xfrm>
            <a:off x="3104838" y="4408731"/>
            <a:ext cx="5004237"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Imaging</a:t>
            </a:r>
          </a:p>
        </p:txBody>
      </p:sp>
      <p:cxnSp>
        <p:nvCxnSpPr>
          <p:cNvPr id="37" name="Straight Connector 36">
            <a:extLst>
              <a:ext uri="{FF2B5EF4-FFF2-40B4-BE49-F238E27FC236}">
                <a16:creationId xmlns:a16="http://schemas.microsoft.com/office/drawing/2014/main" id="{3371DA67-CDE1-6D67-7449-1115DA0E4366}"/>
              </a:ext>
            </a:extLst>
          </p:cNvPr>
          <p:cNvCxnSpPr>
            <a:cxnSpLocks/>
          </p:cNvCxnSpPr>
          <p:nvPr/>
        </p:nvCxnSpPr>
        <p:spPr>
          <a:xfrm>
            <a:off x="1407989" y="1572687"/>
            <a:ext cx="17765" cy="4104000"/>
          </a:xfrm>
          <a:prstGeom prst="line">
            <a:avLst/>
          </a:prstGeom>
          <a:ln w="15875">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15ABBB08-8A68-1DBF-842E-283433FC1452}"/>
              </a:ext>
            </a:extLst>
          </p:cNvPr>
          <p:cNvSpPr txBox="1"/>
          <p:nvPr/>
        </p:nvSpPr>
        <p:spPr>
          <a:xfrm>
            <a:off x="1405075" y="1093098"/>
            <a:ext cx="395611" cy="494570"/>
          </a:xfrm>
          <a:prstGeom prst="rect">
            <a:avLst/>
          </a:prstGeom>
          <a:noFill/>
        </p:spPr>
        <p:txBody>
          <a:bodyPr wrap="square" rtlCol="0" anchor="ctr">
            <a:noAutofit/>
          </a:bodyPr>
          <a:lstStyle>
            <a:defPPr>
              <a:defRPr lang="en-US"/>
            </a:defPPr>
            <a:lvl1pPr marR="0" lvl="0" indent="0" fontAlgn="auto">
              <a:lnSpc>
                <a:spcPct val="90000"/>
              </a:lnSpc>
              <a:spcBef>
                <a:spcPts val="0"/>
              </a:spcBef>
              <a:spcAft>
                <a:spcPts val="600"/>
              </a:spcAft>
              <a:buClrTx/>
              <a:buSzTx/>
              <a:buFontTx/>
              <a:buNone/>
              <a:tabLst/>
              <a:defRPr kumimoji="0" sz="2400" b="1" i="0" u="none" strike="noStrike" cap="none" spc="0" normalizeH="0" baseline="0">
                <a:ln>
                  <a:noFill/>
                </a:ln>
                <a:solidFill>
                  <a:schemeClr val="bg1"/>
                </a:solidFill>
                <a:effectLst/>
                <a:uLnTx/>
                <a:uFillTx/>
                <a:latin typeface="Arial" panose="020B0604020202020204" pitchFamily="34" charset="0"/>
                <a:cs typeface="Arial" panose="020B0604020202020204" pitchFamily="34" charset="0"/>
              </a:defRPr>
            </a:lvl1pPr>
          </a:lstStyle>
          <a:p>
            <a:r>
              <a:rPr lang="en-GB"/>
              <a:t>1</a:t>
            </a:r>
          </a:p>
        </p:txBody>
      </p:sp>
      <p:sp>
        <p:nvSpPr>
          <p:cNvPr id="39" name="TextBox 38">
            <a:extLst>
              <a:ext uri="{FF2B5EF4-FFF2-40B4-BE49-F238E27FC236}">
                <a16:creationId xmlns:a16="http://schemas.microsoft.com/office/drawing/2014/main" id="{75EC8E0B-3105-EF1B-BEFF-BBD6AE651D96}"/>
              </a:ext>
            </a:extLst>
          </p:cNvPr>
          <p:cNvSpPr txBox="1"/>
          <p:nvPr/>
        </p:nvSpPr>
        <p:spPr>
          <a:xfrm>
            <a:off x="3167230" y="1086035"/>
            <a:ext cx="395611" cy="501633"/>
          </a:xfrm>
          <a:prstGeom prst="rect">
            <a:avLst/>
          </a:prstGeom>
          <a:noFill/>
        </p:spPr>
        <p:txBody>
          <a:bodyPr wrap="square" rtlCol="0" anchor="ctr">
            <a:noAutofit/>
          </a:bodyPr>
          <a:lstStyle>
            <a:defPPr>
              <a:defRPr lang="en-US"/>
            </a:defPPr>
            <a:lvl1pPr marR="0" lvl="0" indent="0" fontAlgn="auto">
              <a:lnSpc>
                <a:spcPct val="90000"/>
              </a:lnSpc>
              <a:spcBef>
                <a:spcPts val="0"/>
              </a:spcBef>
              <a:spcAft>
                <a:spcPts val="600"/>
              </a:spcAft>
              <a:buClrTx/>
              <a:buSzTx/>
              <a:buFontTx/>
              <a:buNone/>
              <a:tabLst/>
              <a:defRPr kumimoji="0" sz="2400" b="1" i="0" u="none" strike="noStrike" cap="none" spc="0" normalizeH="0" baseline="0">
                <a:ln>
                  <a:noFill/>
                </a:ln>
                <a:solidFill>
                  <a:schemeClr val="bg1"/>
                </a:solidFill>
                <a:effectLst/>
                <a:uLnTx/>
                <a:uFillTx/>
                <a:latin typeface="Arial" panose="020B0604020202020204" pitchFamily="34" charset="0"/>
                <a:cs typeface="Arial" panose="020B0604020202020204" pitchFamily="34" charset="0"/>
              </a:defRPr>
            </a:lvl1pPr>
          </a:lstStyle>
          <a:p>
            <a:r>
              <a:rPr lang="en-GB"/>
              <a:t>2</a:t>
            </a:r>
          </a:p>
        </p:txBody>
      </p:sp>
      <p:sp>
        <p:nvSpPr>
          <p:cNvPr id="40" name="TextBox 39">
            <a:extLst>
              <a:ext uri="{FF2B5EF4-FFF2-40B4-BE49-F238E27FC236}">
                <a16:creationId xmlns:a16="http://schemas.microsoft.com/office/drawing/2014/main" id="{69C06056-2C18-F9ED-4685-1F623116EFFC}"/>
              </a:ext>
            </a:extLst>
          </p:cNvPr>
          <p:cNvSpPr txBox="1"/>
          <p:nvPr/>
        </p:nvSpPr>
        <p:spPr>
          <a:xfrm>
            <a:off x="4846573" y="1083737"/>
            <a:ext cx="395611" cy="501633"/>
          </a:xfrm>
          <a:prstGeom prst="rect">
            <a:avLst/>
          </a:prstGeom>
          <a:noFill/>
        </p:spPr>
        <p:txBody>
          <a:bodyPr wrap="square" rtlCol="0" anchor="ctr">
            <a:noAutofit/>
          </a:bodyPr>
          <a:lstStyle>
            <a:defPPr>
              <a:defRPr lang="en-US"/>
            </a:defPPr>
            <a:lvl1pPr marR="0" lvl="0" indent="0" fontAlgn="auto">
              <a:lnSpc>
                <a:spcPct val="90000"/>
              </a:lnSpc>
              <a:spcBef>
                <a:spcPts val="0"/>
              </a:spcBef>
              <a:spcAft>
                <a:spcPts val="600"/>
              </a:spcAft>
              <a:buClrTx/>
              <a:buSzTx/>
              <a:buFontTx/>
              <a:buNone/>
              <a:tabLst/>
              <a:defRPr kumimoji="0" sz="2400" b="1" i="0" u="none" strike="noStrike" cap="none" spc="0" normalizeH="0" baseline="0">
                <a:ln>
                  <a:noFill/>
                </a:ln>
                <a:solidFill>
                  <a:schemeClr val="bg1"/>
                </a:solidFill>
                <a:effectLst/>
                <a:uLnTx/>
                <a:uFillTx/>
                <a:latin typeface="Arial" panose="020B0604020202020204" pitchFamily="34" charset="0"/>
                <a:cs typeface="Arial" panose="020B0604020202020204" pitchFamily="34" charset="0"/>
              </a:defRPr>
            </a:lvl1pPr>
          </a:lstStyle>
          <a:p>
            <a:r>
              <a:rPr lang="en-GB"/>
              <a:t>3</a:t>
            </a:r>
          </a:p>
        </p:txBody>
      </p:sp>
      <p:sp>
        <p:nvSpPr>
          <p:cNvPr id="41" name="TextBox 40">
            <a:extLst>
              <a:ext uri="{FF2B5EF4-FFF2-40B4-BE49-F238E27FC236}">
                <a16:creationId xmlns:a16="http://schemas.microsoft.com/office/drawing/2014/main" id="{7E778488-06C0-1CD7-CA92-F317807FF3E2}"/>
              </a:ext>
            </a:extLst>
          </p:cNvPr>
          <p:cNvSpPr txBox="1"/>
          <p:nvPr/>
        </p:nvSpPr>
        <p:spPr>
          <a:xfrm>
            <a:off x="6525916" y="1092483"/>
            <a:ext cx="395611" cy="501633"/>
          </a:xfrm>
          <a:prstGeom prst="rect">
            <a:avLst/>
          </a:prstGeom>
          <a:noFill/>
        </p:spPr>
        <p:txBody>
          <a:bodyPr wrap="square" rtlCol="0" anchor="ctr">
            <a:noAutofit/>
          </a:bodyPr>
          <a:lstStyle>
            <a:defPPr>
              <a:defRPr lang="en-US"/>
            </a:defPPr>
            <a:lvl1pPr marR="0" lvl="0" indent="0" fontAlgn="auto">
              <a:lnSpc>
                <a:spcPct val="90000"/>
              </a:lnSpc>
              <a:spcBef>
                <a:spcPts val="0"/>
              </a:spcBef>
              <a:spcAft>
                <a:spcPts val="600"/>
              </a:spcAft>
              <a:buClrTx/>
              <a:buSzTx/>
              <a:buFontTx/>
              <a:buNone/>
              <a:tabLst/>
              <a:defRPr kumimoji="0" sz="2400" b="1" i="0" u="none" strike="noStrike" cap="none" spc="0" normalizeH="0" baseline="0">
                <a:ln>
                  <a:noFill/>
                </a:ln>
                <a:solidFill>
                  <a:schemeClr val="bg1"/>
                </a:solidFill>
                <a:effectLst/>
                <a:uLnTx/>
                <a:uFillTx/>
                <a:latin typeface="Arial" panose="020B0604020202020204" pitchFamily="34" charset="0"/>
                <a:cs typeface="Arial" panose="020B0604020202020204" pitchFamily="34" charset="0"/>
              </a:defRPr>
            </a:lvl1pPr>
          </a:lstStyle>
          <a:p>
            <a:r>
              <a:rPr lang="en-GB"/>
              <a:t>4</a:t>
            </a:r>
          </a:p>
        </p:txBody>
      </p:sp>
      <p:sp>
        <p:nvSpPr>
          <p:cNvPr id="42" name="TextBox 41">
            <a:extLst>
              <a:ext uri="{FF2B5EF4-FFF2-40B4-BE49-F238E27FC236}">
                <a16:creationId xmlns:a16="http://schemas.microsoft.com/office/drawing/2014/main" id="{EA1B1858-31DE-B131-7D1E-8ABF2BA6FF96}"/>
              </a:ext>
            </a:extLst>
          </p:cNvPr>
          <p:cNvSpPr txBox="1"/>
          <p:nvPr/>
        </p:nvSpPr>
        <p:spPr>
          <a:xfrm>
            <a:off x="8205259" y="1091469"/>
            <a:ext cx="395611" cy="501633"/>
          </a:xfrm>
          <a:prstGeom prst="rect">
            <a:avLst/>
          </a:prstGeom>
          <a:noFill/>
        </p:spPr>
        <p:txBody>
          <a:bodyPr wrap="square" rtlCol="0" anchor="ctr">
            <a:noAutofit/>
          </a:bodyPr>
          <a:lstStyle>
            <a:defPPr>
              <a:defRPr lang="en-US"/>
            </a:defPPr>
            <a:lvl1pPr marR="0" lvl="0" indent="0" fontAlgn="auto">
              <a:lnSpc>
                <a:spcPct val="90000"/>
              </a:lnSpc>
              <a:spcBef>
                <a:spcPts val="0"/>
              </a:spcBef>
              <a:spcAft>
                <a:spcPts val="600"/>
              </a:spcAft>
              <a:buClrTx/>
              <a:buSzTx/>
              <a:buFontTx/>
              <a:buNone/>
              <a:tabLst/>
              <a:defRPr kumimoji="0" sz="2400" b="1" i="0" u="none" strike="noStrike" cap="none" spc="0" normalizeH="0" baseline="0">
                <a:ln>
                  <a:noFill/>
                </a:ln>
                <a:solidFill>
                  <a:schemeClr val="bg1"/>
                </a:solidFill>
                <a:effectLst/>
                <a:uLnTx/>
                <a:uFillTx/>
                <a:latin typeface="Arial" panose="020B0604020202020204" pitchFamily="34" charset="0"/>
                <a:cs typeface="Arial" panose="020B0604020202020204" pitchFamily="34" charset="0"/>
              </a:defRPr>
            </a:lvl1pPr>
          </a:lstStyle>
          <a:p>
            <a:r>
              <a:rPr lang="en-GB"/>
              <a:t>5</a:t>
            </a:r>
          </a:p>
        </p:txBody>
      </p:sp>
      <p:sp>
        <p:nvSpPr>
          <p:cNvPr id="43" name="TextBox 42">
            <a:extLst>
              <a:ext uri="{FF2B5EF4-FFF2-40B4-BE49-F238E27FC236}">
                <a16:creationId xmlns:a16="http://schemas.microsoft.com/office/drawing/2014/main" id="{885A28F0-0EA2-DD9A-BA74-737566191813}"/>
              </a:ext>
            </a:extLst>
          </p:cNvPr>
          <p:cNvSpPr txBox="1"/>
          <p:nvPr/>
        </p:nvSpPr>
        <p:spPr>
          <a:xfrm>
            <a:off x="9884603" y="1088204"/>
            <a:ext cx="395611" cy="501633"/>
          </a:xfrm>
          <a:prstGeom prst="rect">
            <a:avLst/>
          </a:prstGeom>
          <a:noFill/>
        </p:spPr>
        <p:txBody>
          <a:bodyPr wrap="square" rtlCol="0" anchor="ctr">
            <a:noAutofit/>
          </a:bodyPr>
          <a:lstStyle>
            <a:defPPr>
              <a:defRPr lang="en-US"/>
            </a:defPPr>
            <a:lvl1pPr marR="0" lvl="0" indent="0" fontAlgn="auto">
              <a:lnSpc>
                <a:spcPct val="90000"/>
              </a:lnSpc>
              <a:spcBef>
                <a:spcPts val="0"/>
              </a:spcBef>
              <a:spcAft>
                <a:spcPts val="600"/>
              </a:spcAft>
              <a:buClrTx/>
              <a:buSzTx/>
              <a:buFontTx/>
              <a:buNone/>
              <a:tabLst/>
              <a:defRPr kumimoji="0" sz="2400" b="1" i="0" u="none" strike="noStrike" cap="none" spc="0" normalizeH="0" baseline="0">
                <a:ln>
                  <a:noFill/>
                </a:ln>
                <a:solidFill>
                  <a:schemeClr val="bg1"/>
                </a:solidFill>
                <a:effectLst/>
                <a:uLnTx/>
                <a:uFillTx/>
                <a:latin typeface="Arial" panose="020B0604020202020204" pitchFamily="34" charset="0"/>
                <a:cs typeface="Arial" panose="020B0604020202020204" pitchFamily="34" charset="0"/>
              </a:defRPr>
            </a:lvl1pPr>
          </a:lstStyle>
          <a:p>
            <a:r>
              <a:rPr lang="en-GB"/>
              <a:t>6</a:t>
            </a:r>
          </a:p>
        </p:txBody>
      </p:sp>
      <p:sp>
        <p:nvSpPr>
          <p:cNvPr id="44" name="TextBox 43">
            <a:extLst>
              <a:ext uri="{FF2B5EF4-FFF2-40B4-BE49-F238E27FC236}">
                <a16:creationId xmlns:a16="http://schemas.microsoft.com/office/drawing/2014/main" id="{75B9DC30-BE47-1007-BD3B-9ACA66C157BA}"/>
              </a:ext>
            </a:extLst>
          </p:cNvPr>
          <p:cNvSpPr txBox="1"/>
          <p:nvPr/>
        </p:nvSpPr>
        <p:spPr>
          <a:xfrm>
            <a:off x="927359" y="1665901"/>
            <a:ext cx="479954" cy="969725"/>
          </a:xfrm>
          <a:prstGeom prst="rect">
            <a:avLst/>
          </a:prstGeom>
          <a:noFill/>
        </p:spPr>
        <p:txBody>
          <a:bodyPr vert="vert270" wrap="square" rtlCol="0" anchor="ctr">
            <a:noAutofit/>
          </a:bodyPr>
          <a:lstStyle>
            <a:defPPr>
              <a:defRPr lang="en-US"/>
            </a:defPPr>
            <a:lvl1pPr marR="0" lvl="0" indent="0" algn="ctr" fontAlgn="auto">
              <a:lnSpc>
                <a:spcPct val="90000"/>
              </a:lnSpc>
              <a:spcBef>
                <a:spcPts val="0"/>
              </a:spcBef>
              <a:spcAft>
                <a:spcPts val="600"/>
              </a:spcAft>
              <a:buClrTx/>
              <a:buSzTx/>
              <a:buFontTx/>
              <a:buNone/>
              <a:tabLst/>
              <a:defRPr kumimoji="0" sz="1400" b="1" i="0" u="none" strike="noStrike" cap="none" spc="0" normalizeH="0" baseline="0">
                <a:ln>
                  <a:noFill/>
                </a:ln>
                <a:effectLst/>
                <a:uLnTx/>
                <a:uFillTx/>
                <a:latin typeface="Calibri"/>
                <a:cs typeface="Arial" panose="020B0604020202020204" pitchFamily="34" charset="0"/>
              </a:defRPr>
            </a:lvl1pPr>
          </a:lstStyle>
          <a:p>
            <a:r>
              <a:rPr lang="en-US"/>
              <a:t>Traditional Delivery</a:t>
            </a:r>
          </a:p>
          <a:p>
            <a:endParaRPr lang="en-GB"/>
          </a:p>
        </p:txBody>
      </p:sp>
      <p:sp>
        <p:nvSpPr>
          <p:cNvPr id="45" name="TextBox 44">
            <a:extLst>
              <a:ext uri="{FF2B5EF4-FFF2-40B4-BE49-F238E27FC236}">
                <a16:creationId xmlns:a16="http://schemas.microsoft.com/office/drawing/2014/main" id="{EAC1A39F-145D-33E5-06CD-2D399C603BB9}"/>
              </a:ext>
            </a:extLst>
          </p:cNvPr>
          <p:cNvSpPr txBox="1"/>
          <p:nvPr/>
        </p:nvSpPr>
        <p:spPr>
          <a:xfrm>
            <a:off x="933100" y="2714291"/>
            <a:ext cx="479954" cy="2418032"/>
          </a:xfrm>
          <a:prstGeom prst="rect">
            <a:avLst/>
          </a:prstGeom>
          <a:noFill/>
        </p:spPr>
        <p:txBody>
          <a:bodyPr vert="vert270" wrap="square" rtlCol="0" anchor="ctr">
            <a:noAutofit/>
          </a:bodyPr>
          <a:lstStyle>
            <a:defPPr>
              <a:defRPr lang="en-US"/>
            </a:defPPr>
            <a:lvl1pPr marR="0" lvl="0" indent="0" algn="ctr" fontAlgn="auto">
              <a:lnSpc>
                <a:spcPct val="90000"/>
              </a:lnSpc>
              <a:spcBef>
                <a:spcPts val="0"/>
              </a:spcBef>
              <a:spcAft>
                <a:spcPts val="600"/>
              </a:spcAft>
              <a:buClrTx/>
              <a:buSzTx/>
              <a:buFontTx/>
              <a:buNone/>
              <a:tabLst/>
              <a:defRPr kumimoji="0" sz="1400" b="1" i="0" u="none" strike="noStrike" cap="none" spc="0" normalizeH="0" baseline="0">
                <a:ln>
                  <a:noFill/>
                </a:ln>
                <a:effectLst/>
                <a:uLnTx/>
                <a:uFillTx/>
                <a:latin typeface="Calibri"/>
                <a:cs typeface="Arial" panose="020B0604020202020204" pitchFamily="34" charset="0"/>
              </a:defRPr>
            </a:lvl1pPr>
          </a:lstStyle>
          <a:p>
            <a:r>
              <a:rPr lang="en-US"/>
              <a:t>R&amp;D IT </a:t>
            </a:r>
            <a:br>
              <a:rPr lang="en-US"/>
            </a:br>
            <a:r>
              <a:rPr lang="en-US"/>
              <a:t>Product Delivery</a:t>
            </a:r>
          </a:p>
          <a:p>
            <a:endParaRPr lang="en-GB"/>
          </a:p>
        </p:txBody>
      </p:sp>
      <p:sp>
        <p:nvSpPr>
          <p:cNvPr id="46" name="Arrow: Pentagon 45">
            <a:extLst>
              <a:ext uri="{FF2B5EF4-FFF2-40B4-BE49-F238E27FC236}">
                <a16:creationId xmlns:a16="http://schemas.microsoft.com/office/drawing/2014/main" id="{F15A54ED-CF13-E4E8-3E25-5ECAAC7DA0F5}"/>
              </a:ext>
            </a:extLst>
          </p:cNvPr>
          <p:cNvSpPr/>
          <p:nvPr/>
        </p:nvSpPr>
        <p:spPr>
          <a:xfrm>
            <a:off x="2262585" y="3118990"/>
            <a:ext cx="2511904" cy="234572"/>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Augmented DMTA</a:t>
            </a:r>
            <a:endParaRPr lang="en-US" sz="1000" dirty="0">
              <a:solidFill>
                <a:schemeClr val="bg1"/>
              </a:solidFill>
              <a:latin typeface="Calibri"/>
              <a:cs typeface="Arial" panose="020B0604020202020204" pitchFamily="34" charset="0"/>
            </a:endParaRPr>
          </a:p>
        </p:txBody>
      </p:sp>
      <p:sp>
        <p:nvSpPr>
          <p:cNvPr id="47" name="Rectangle 46">
            <a:extLst>
              <a:ext uri="{FF2B5EF4-FFF2-40B4-BE49-F238E27FC236}">
                <a16:creationId xmlns:a16="http://schemas.microsoft.com/office/drawing/2014/main" id="{CC6F9850-06C1-16FA-74AF-38A0E756C833}"/>
              </a:ext>
            </a:extLst>
          </p:cNvPr>
          <p:cNvSpPr/>
          <p:nvPr/>
        </p:nvSpPr>
        <p:spPr>
          <a:xfrm>
            <a:off x="2648069" y="6289328"/>
            <a:ext cx="900000" cy="39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On track to become platform</a:t>
            </a:r>
          </a:p>
        </p:txBody>
      </p:sp>
      <p:sp>
        <p:nvSpPr>
          <p:cNvPr id="48" name="TextBox 47">
            <a:extLst>
              <a:ext uri="{FF2B5EF4-FFF2-40B4-BE49-F238E27FC236}">
                <a16:creationId xmlns:a16="http://schemas.microsoft.com/office/drawing/2014/main" id="{59077B6C-AF67-4A89-FE58-70D8E521BC9D}"/>
              </a:ext>
            </a:extLst>
          </p:cNvPr>
          <p:cNvSpPr txBox="1"/>
          <p:nvPr/>
        </p:nvSpPr>
        <p:spPr>
          <a:xfrm>
            <a:off x="678573" y="6342129"/>
            <a:ext cx="643061" cy="276999"/>
          </a:xfrm>
          <a:prstGeom prst="rect">
            <a:avLst/>
          </a:prstGeom>
          <a:noFill/>
        </p:spPr>
        <p:txBody>
          <a:bodyPr wrap="none" rtlCol="0">
            <a:spAutoFit/>
          </a:bodyPr>
          <a:lstStyle>
            <a:defPPr>
              <a:defRPr lang="en-US"/>
            </a:defPPr>
            <a:lvl1pPr>
              <a:spcAft>
                <a:spcPts val="600"/>
              </a:spcAft>
              <a:defRPr sz="1200" b="1"/>
            </a:lvl1pPr>
          </a:lstStyle>
          <a:p>
            <a:r>
              <a:rPr lang="en-US"/>
              <a:t>Legend</a:t>
            </a:r>
          </a:p>
        </p:txBody>
      </p:sp>
      <p:sp>
        <p:nvSpPr>
          <p:cNvPr id="49" name="Arrow: Pentagon 48">
            <a:extLst>
              <a:ext uri="{FF2B5EF4-FFF2-40B4-BE49-F238E27FC236}">
                <a16:creationId xmlns:a16="http://schemas.microsoft.com/office/drawing/2014/main" id="{E512FC2E-2E65-F618-8990-2BE0BD07EA47}"/>
              </a:ext>
            </a:extLst>
          </p:cNvPr>
          <p:cNvSpPr/>
          <p:nvPr/>
        </p:nvSpPr>
        <p:spPr>
          <a:xfrm>
            <a:off x="1422160" y="4067444"/>
            <a:ext cx="335479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BIKG</a:t>
            </a:r>
          </a:p>
        </p:txBody>
      </p:sp>
      <p:sp>
        <p:nvSpPr>
          <p:cNvPr id="50" name="Arrow: Pentagon 49">
            <a:extLst>
              <a:ext uri="{FF2B5EF4-FFF2-40B4-BE49-F238E27FC236}">
                <a16:creationId xmlns:a16="http://schemas.microsoft.com/office/drawing/2014/main" id="{764ADF55-CFF7-13A0-E79A-9E06D92A1407}"/>
              </a:ext>
            </a:extLst>
          </p:cNvPr>
          <p:cNvSpPr/>
          <p:nvPr/>
        </p:nvSpPr>
        <p:spPr>
          <a:xfrm>
            <a:off x="1415570" y="4753590"/>
            <a:ext cx="6723371"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Scientific Compute Platform</a:t>
            </a:r>
          </a:p>
        </p:txBody>
      </p:sp>
      <p:sp>
        <p:nvSpPr>
          <p:cNvPr id="51" name="Rectangle 50">
            <a:extLst>
              <a:ext uri="{FF2B5EF4-FFF2-40B4-BE49-F238E27FC236}">
                <a16:creationId xmlns:a16="http://schemas.microsoft.com/office/drawing/2014/main" id="{C25D7A0C-2B1A-A850-7BD8-5AA6D2CA780D}"/>
              </a:ext>
            </a:extLst>
          </p:cNvPr>
          <p:cNvSpPr/>
          <p:nvPr/>
        </p:nvSpPr>
        <p:spPr>
          <a:xfrm>
            <a:off x="678575" y="5144553"/>
            <a:ext cx="10834850" cy="904266"/>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solidFill>
                <a:srgbClr val="FFFFFF"/>
              </a:solidFill>
              <a:latin typeface="Calisto MT"/>
            </a:endParaRPr>
          </a:p>
        </p:txBody>
      </p:sp>
      <p:sp>
        <p:nvSpPr>
          <p:cNvPr id="52" name="TextBox 51">
            <a:extLst>
              <a:ext uri="{FF2B5EF4-FFF2-40B4-BE49-F238E27FC236}">
                <a16:creationId xmlns:a16="http://schemas.microsoft.com/office/drawing/2014/main" id="{D4D35DC4-BB6D-B358-C885-A1214FCF4484}"/>
              </a:ext>
            </a:extLst>
          </p:cNvPr>
          <p:cNvSpPr txBox="1"/>
          <p:nvPr/>
        </p:nvSpPr>
        <p:spPr>
          <a:xfrm>
            <a:off x="927359" y="5148480"/>
            <a:ext cx="479954" cy="969725"/>
          </a:xfrm>
          <a:prstGeom prst="rect">
            <a:avLst/>
          </a:prstGeom>
          <a:noFill/>
        </p:spPr>
        <p:txBody>
          <a:bodyPr vert="vert270" wrap="square" rtlCol="0" anchor="ctr">
            <a:noAutofit/>
          </a:bodyPr>
          <a:lstStyle>
            <a:defPPr>
              <a:defRPr lang="en-US"/>
            </a:defPPr>
            <a:lvl1pPr marR="0" lvl="0" indent="0" algn="ctr" fontAlgn="auto">
              <a:lnSpc>
                <a:spcPct val="90000"/>
              </a:lnSpc>
              <a:spcBef>
                <a:spcPts val="0"/>
              </a:spcBef>
              <a:spcAft>
                <a:spcPts val="600"/>
              </a:spcAft>
              <a:buClrTx/>
              <a:buSzTx/>
              <a:buFontTx/>
              <a:buNone/>
              <a:tabLst/>
              <a:defRPr kumimoji="0" sz="1400" b="1" i="0" u="none" strike="noStrike" cap="none" spc="0" normalizeH="0" baseline="0">
                <a:ln>
                  <a:noFill/>
                </a:ln>
                <a:effectLst/>
                <a:uLnTx/>
                <a:uFillTx/>
                <a:latin typeface="Calibri"/>
                <a:cs typeface="Arial" panose="020B0604020202020204" pitchFamily="34" charset="0"/>
              </a:defRPr>
            </a:lvl1pPr>
          </a:lstStyle>
          <a:p>
            <a:r>
              <a:rPr lang="en-US"/>
              <a:t>Enterprise  Product  Delivery</a:t>
            </a:r>
          </a:p>
          <a:p>
            <a:endParaRPr lang="en-GB"/>
          </a:p>
        </p:txBody>
      </p:sp>
      <p:sp>
        <p:nvSpPr>
          <p:cNvPr id="53" name="Arrow: Pentagon 52">
            <a:extLst>
              <a:ext uri="{FF2B5EF4-FFF2-40B4-BE49-F238E27FC236}">
                <a16:creationId xmlns:a16="http://schemas.microsoft.com/office/drawing/2014/main" id="{3855D939-0575-8266-1797-27EEB50BB700}"/>
              </a:ext>
            </a:extLst>
          </p:cNvPr>
          <p:cNvSpPr/>
          <p:nvPr/>
        </p:nvSpPr>
        <p:spPr>
          <a:xfrm>
            <a:off x="6618906" y="2314660"/>
            <a:ext cx="4894520"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a:solidFill>
                  <a:schemeClr val="bg1"/>
                </a:solidFill>
                <a:latin typeface="Calibri"/>
                <a:cs typeface="Arial"/>
              </a:rPr>
              <a:t>Case Management (Oracle Argus)</a:t>
            </a:r>
          </a:p>
        </p:txBody>
      </p:sp>
      <p:sp>
        <p:nvSpPr>
          <p:cNvPr id="54" name="Rectangle 53">
            <a:extLst>
              <a:ext uri="{FF2B5EF4-FFF2-40B4-BE49-F238E27FC236}">
                <a16:creationId xmlns:a16="http://schemas.microsoft.com/office/drawing/2014/main" id="{67ED5C72-3D53-F563-D549-58D2E407F6CD}"/>
              </a:ext>
            </a:extLst>
          </p:cNvPr>
          <p:cNvSpPr/>
          <p:nvPr/>
        </p:nvSpPr>
        <p:spPr>
          <a:xfrm>
            <a:off x="4602078" y="6289328"/>
            <a:ext cx="900000" cy="39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Enterprise Platforms</a:t>
            </a:r>
          </a:p>
        </p:txBody>
      </p:sp>
      <p:sp>
        <p:nvSpPr>
          <p:cNvPr id="55" name="Arrow: Pentagon 54">
            <a:extLst>
              <a:ext uri="{FF2B5EF4-FFF2-40B4-BE49-F238E27FC236}">
                <a16:creationId xmlns:a16="http://schemas.microsoft.com/office/drawing/2014/main" id="{A8AACDAF-D92F-808A-B677-7BFC0F9F1182}"/>
              </a:ext>
            </a:extLst>
          </p:cNvPr>
          <p:cNvSpPr/>
          <p:nvPr/>
        </p:nvSpPr>
        <p:spPr>
          <a:xfrm>
            <a:off x="1465379" y="2314660"/>
            <a:ext cx="4894520"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dirty="0">
                <a:solidFill>
                  <a:schemeClr val="bg1"/>
                </a:solidFill>
                <a:latin typeface="Calibri"/>
                <a:cs typeface="Arial"/>
              </a:rPr>
              <a:t>ELN / LIMS</a:t>
            </a:r>
          </a:p>
        </p:txBody>
      </p:sp>
      <p:sp>
        <p:nvSpPr>
          <p:cNvPr id="56" name="Arrow: Pentagon 55">
            <a:extLst>
              <a:ext uri="{FF2B5EF4-FFF2-40B4-BE49-F238E27FC236}">
                <a16:creationId xmlns:a16="http://schemas.microsoft.com/office/drawing/2014/main" id="{0ECF4741-C41A-C2C2-6F24-663D8A4A2B0A}"/>
              </a:ext>
            </a:extLst>
          </p:cNvPr>
          <p:cNvSpPr/>
          <p:nvPr/>
        </p:nvSpPr>
        <p:spPr>
          <a:xfrm>
            <a:off x="3089642" y="2013870"/>
            <a:ext cx="4994783" cy="24197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a:solidFill>
                  <a:schemeClr val="bg1"/>
                </a:solidFill>
                <a:latin typeface="Calibri"/>
                <a:cs typeface="Arial"/>
              </a:rPr>
              <a:t>Human Biosamples</a:t>
            </a:r>
            <a:endParaRPr lang="en-US" sz="1000" err="1">
              <a:solidFill>
                <a:schemeClr val="bg1"/>
              </a:solidFill>
              <a:latin typeface="Calibri"/>
              <a:cs typeface="Arial"/>
            </a:endParaRPr>
          </a:p>
        </p:txBody>
      </p:sp>
      <p:sp>
        <p:nvSpPr>
          <p:cNvPr id="58" name="Arrow: Pentagon 57">
            <a:extLst>
              <a:ext uri="{FF2B5EF4-FFF2-40B4-BE49-F238E27FC236}">
                <a16:creationId xmlns:a16="http://schemas.microsoft.com/office/drawing/2014/main" id="{B54D2E77-255F-4149-57D4-786CCA2B2E64}"/>
              </a:ext>
            </a:extLst>
          </p:cNvPr>
          <p:cNvSpPr/>
          <p:nvPr/>
        </p:nvSpPr>
        <p:spPr>
          <a:xfrm>
            <a:off x="4007356" y="3757024"/>
            <a:ext cx="2469655"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pPr>
            <a:r>
              <a:rPr lang="en-US" sz="1000" dirty="0">
                <a:solidFill>
                  <a:schemeClr val="bg1"/>
                </a:solidFill>
                <a:latin typeface="Calibri"/>
                <a:cs typeface="Arial"/>
              </a:rPr>
              <a:t>APD/CMC </a:t>
            </a:r>
          </a:p>
        </p:txBody>
      </p:sp>
      <p:sp>
        <p:nvSpPr>
          <p:cNvPr id="60" name="Arrow: Pentagon 59">
            <a:extLst>
              <a:ext uri="{FF2B5EF4-FFF2-40B4-BE49-F238E27FC236}">
                <a16:creationId xmlns:a16="http://schemas.microsoft.com/office/drawing/2014/main" id="{4A46C7D5-5E95-D398-35AA-636970CA6BD9}"/>
              </a:ext>
            </a:extLst>
          </p:cNvPr>
          <p:cNvSpPr/>
          <p:nvPr/>
        </p:nvSpPr>
        <p:spPr>
          <a:xfrm>
            <a:off x="2251868" y="3449949"/>
            <a:ext cx="2511904" cy="270592"/>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dirty="0">
                <a:solidFill>
                  <a:schemeClr val="bg1"/>
                </a:solidFill>
                <a:latin typeface="Calibri"/>
                <a:cs typeface="Arial" panose="020B0604020202020204" pitchFamily="34" charset="0"/>
              </a:rPr>
              <a:t>Biologics Discovery</a:t>
            </a:r>
          </a:p>
        </p:txBody>
      </p:sp>
    </p:spTree>
    <p:extLst>
      <p:ext uri="{BB962C8B-B14F-4D97-AF65-F5344CB8AC3E}">
        <p14:creationId xmlns:p14="http://schemas.microsoft.com/office/powerpoint/2010/main" val="139611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Pentagon 1">
            <a:extLst>
              <a:ext uri="{FF2B5EF4-FFF2-40B4-BE49-F238E27FC236}">
                <a16:creationId xmlns:a16="http://schemas.microsoft.com/office/drawing/2014/main" id="{2B2D01B2-E149-A3D8-3AB0-08302AE991F1}"/>
              </a:ext>
            </a:extLst>
          </p:cNvPr>
          <p:cNvSpPr/>
          <p:nvPr/>
        </p:nvSpPr>
        <p:spPr>
          <a:xfrm>
            <a:off x="8138941" y="2950395"/>
            <a:ext cx="1662342"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defRPr/>
            </a:pPr>
            <a:r>
              <a:rPr lang="en-US" sz="1000">
                <a:solidFill>
                  <a:schemeClr val="bg1"/>
                </a:solidFill>
                <a:latin typeface="Calibri"/>
                <a:cs typeface="Arial"/>
              </a:rPr>
              <a:t>ERV + VQV</a:t>
            </a:r>
          </a:p>
        </p:txBody>
      </p:sp>
      <p:graphicFrame>
        <p:nvGraphicFramePr>
          <p:cNvPr id="5" name="Object 4" hidden="1">
            <a:extLst>
              <a:ext uri="{FF2B5EF4-FFF2-40B4-BE49-F238E27FC236}">
                <a16:creationId xmlns:a16="http://schemas.microsoft.com/office/drawing/2014/main" id="{4E27CA2D-2EAB-4BEC-950B-428CC872A38B}"/>
              </a:ext>
            </a:extLst>
          </p:cNvPr>
          <p:cNvGraphicFramePr>
            <a:graphicFrameLocks noChangeAspect="1"/>
          </p:cNvGraphicFramePr>
          <p:nvPr>
            <p:custDataLst>
              <p:tags r:id="rId1"/>
            </p:custDataLst>
            <p:extLst>
              <p:ext uri="{D42A27DB-BD31-4B8C-83A1-F6EECF244321}">
                <p14:modId xmlns:p14="http://schemas.microsoft.com/office/powerpoint/2010/main" val="2251632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4E27CA2D-2EAB-4BEC-950B-428CC872A3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0" name="Title 139"/>
          <p:cNvSpPr>
            <a:spLocks noGrp="1"/>
          </p:cNvSpPr>
          <p:nvPr>
            <p:ph type="title"/>
          </p:nvPr>
        </p:nvSpPr>
        <p:spPr/>
        <p:txBody>
          <a:bodyPr vert="horz"/>
          <a:lstStyle/>
          <a:p>
            <a:r>
              <a:rPr lang="en-GB"/>
              <a:t>R&amp;D IT Platforms Teams – March 2023 View</a:t>
            </a:r>
            <a:endParaRPr lang="en-US">
              <a:highlight>
                <a:srgbClr val="FFFF00"/>
              </a:highlight>
            </a:endParaRPr>
          </a:p>
        </p:txBody>
      </p:sp>
      <p:sp>
        <p:nvSpPr>
          <p:cNvPr id="26" name="Date Placeholder 2">
            <a:extLst>
              <a:ext uri="{FF2B5EF4-FFF2-40B4-BE49-F238E27FC236}">
                <a16:creationId xmlns:a16="http://schemas.microsoft.com/office/drawing/2014/main" id="{0B176A97-C2DE-CC40-ACB7-C68B3692163B}"/>
              </a:ext>
            </a:extLst>
          </p:cNvPr>
          <p:cNvSpPr txBox="1">
            <a:spLocks/>
          </p:cNvSpPr>
          <p:nvPr/>
        </p:nvSpPr>
        <p:spPr>
          <a:xfrm>
            <a:off x="10079789" y="6619128"/>
            <a:ext cx="1279358" cy="309145"/>
          </a:xfrm>
          <a:prstGeom prst="rect">
            <a:avLst/>
          </a:prstGeom>
        </p:spPr>
        <p:txBody>
          <a:bodyPr anchor="ctr"/>
          <a:lstStyle>
            <a:lvl1pPr marL="0" indent="0" algn="l" defTabSz="609585" rtl="0" eaLnBrk="1" latinLnBrk="0" hangingPunct="1">
              <a:lnSpc>
                <a:spcPct val="100000"/>
              </a:lnSpc>
              <a:spcBef>
                <a:spcPts val="0"/>
              </a:spcBef>
              <a:buFont typeface="Arial"/>
              <a:buNone/>
              <a:defRPr sz="2933" kern="1200">
                <a:solidFill>
                  <a:schemeClr val="accent2"/>
                </a:solidFill>
                <a:latin typeface="Arial" pitchFamily="34" charset="0"/>
                <a:ea typeface="+mn-ea"/>
                <a:cs typeface="Arial" pitchFamily="34" charset="0"/>
              </a:defRPr>
            </a:lvl1pPr>
            <a:lvl2pPr marL="457189" indent="0" algn="ctr" defTabSz="609585" rtl="0" eaLnBrk="1" latinLnBrk="0" hangingPunct="1">
              <a:spcBef>
                <a:spcPct val="20000"/>
              </a:spcBef>
              <a:buFont typeface="Arial"/>
              <a:buNone/>
              <a:defRPr sz="3733" kern="1200">
                <a:solidFill>
                  <a:schemeClr val="tx1">
                    <a:tint val="75000"/>
                  </a:schemeClr>
                </a:solidFill>
                <a:latin typeface="+mn-lt"/>
                <a:ea typeface="+mn-ea"/>
                <a:cs typeface="+mn-cs"/>
              </a:defRPr>
            </a:lvl2pPr>
            <a:lvl3pPr marL="914377" indent="0" algn="ctr" defTabSz="609585" rtl="0" eaLnBrk="1" latinLnBrk="0" hangingPunct="1">
              <a:spcBef>
                <a:spcPct val="20000"/>
              </a:spcBef>
              <a:buFont typeface="Arial"/>
              <a:buNone/>
              <a:defRPr sz="3200" kern="1200">
                <a:solidFill>
                  <a:schemeClr val="tx1">
                    <a:tint val="75000"/>
                  </a:schemeClr>
                </a:solidFill>
                <a:latin typeface="+mn-lt"/>
                <a:ea typeface="+mn-ea"/>
                <a:cs typeface="+mn-cs"/>
              </a:defRPr>
            </a:lvl3pPr>
            <a:lvl4pPr marL="1371566"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4pPr>
            <a:lvl5pPr marL="1828754"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5pPr>
            <a:lvl6pPr marL="2285943"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6pPr>
            <a:lvl7pPr marL="2743131"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7pPr>
            <a:lvl8pPr marL="3200320"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8pPr>
            <a:lvl9pPr marL="3657509"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 typeface="Arial"/>
              <a:buNone/>
              <a:tabLst/>
              <a:defRPr/>
            </a:pP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 name="Rectangle 9">
            <a:extLst>
              <a:ext uri="{FF2B5EF4-FFF2-40B4-BE49-F238E27FC236}">
                <a16:creationId xmlns:a16="http://schemas.microsoft.com/office/drawing/2014/main" id="{4EE6817E-39FC-42CB-A7BB-DBAED96CF953}"/>
              </a:ext>
            </a:extLst>
          </p:cNvPr>
          <p:cNvSpPr/>
          <p:nvPr/>
        </p:nvSpPr>
        <p:spPr>
          <a:xfrm>
            <a:off x="1672883" y="6289328"/>
            <a:ext cx="900000" cy="39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F4444"/>
                </a:solidFill>
                <a:effectLst/>
                <a:uLnTx/>
                <a:uFillTx/>
                <a:latin typeface="Calibri"/>
                <a:ea typeface="+mn-ea"/>
                <a:cs typeface="Arial" panose="020B0604020202020204" pitchFamily="34" charset="0"/>
              </a:rPr>
              <a:t>Non- Platform</a:t>
            </a:r>
          </a:p>
        </p:txBody>
      </p:sp>
      <p:sp>
        <p:nvSpPr>
          <p:cNvPr id="104" name="Rectangle 103">
            <a:extLst>
              <a:ext uri="{FF2B5EF4-FFF2-40B4-BE49-F238E27FC236}">
                <a16:creationId xmlns:a16="http://schemas.microsoft.com/office/drawing/2014/main" id="{4B6FC22D-9E03-41D5-A7A5-A8CE0D6990E2}"/>
              </a:ext>
            </a:extLst>
          </p:cNvPr>
          <p:cNvSpPr/>
          <p:nvPr/>
        </p:nvSpPr>
        <p:spPr>
          <a:xfrm>
            <a:off x="3626891" y="6289328"/>
            <a:ext cx="900000" cy="3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defRPr/>
            </a:pPr>
            <a:r>
              <a:rPr lang="en-US" sz="1000">
                <a:solidFill>
                  <a:srgbClr val="FFFFFF"/>
                </a:solidFill>
                <a:latin typeface="Calibri"/>
                <a:cs typeface="Arial"/>
              </a:rPr>
              <a:t>R&amp;D IT Platforms</a:t>
            </a:r>
            <a:endParaRPr lang="en-US" sz="1000" b="0" i="0" u="none" strike="noStrike" kern="1200" cap="none" spc="0" normalizeH="0" baseline="0" noProof="0">
              <a:ln>
                <a:noFill/>
              </a:ln>
              <a:solidFill>
                <a:srgbClr val="FFFFFF"/>
              </a:solidFill>
              <a:effectLst/>
              <a:uLnTx/>
              <a:uFillTx/>
              <a:latin typeface="Calibri"/>
              <a:cs typeface="Arial" panose="020B0604020202020204" pitchFamily="34" charset="0"/>
            </a:endParaRPr>
          </a:p>
        </p:txBody>
      </p:sp>
      <p:sp>
        <p:nvSpPr>
          <p:cNvPr id="65" name="Rectangle 64">
            <a:extLst>
              <a:ext uri="{FF2B5EF4-FFF2-40B4-BE49-F238E27FC236}">
                <a16:creationId xmlns:a16="http://schemas.microsoft.com/office/drawing/2014/main" id="{5E7B44F0-D91B-AC4E-9BC9-314B8D371810}"/>
              </a:ext>
            </a:extLst>
          </p:cNvPr>
          <p:cNvSpPr/>
          <p:nvPr/>
        </p:nvSpPr>
        <p:spPr>
          <a:xfrm>
            <a:off x="678574" y="2866037"/>
            <a:ext cx="10834851" cy="2140533"/>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4" name="Rectangle 13">
            <a:extLst>
              <a:ext uri="{FF2B5EF4-FFF2-40B4-BE49-F238E27FC236}">
                <a16:creationId xmlns:a16="http://schemas.microsoft.com/office/drawing/2014/main" id="{7CD3C4D0-77B7-7F49-A380-24DF2F97C10A}"/>
              </a:ext>
            </a:extLst>
          </p:cNvPr>
          <p:cNvSpPr/>
          <p:nvPr/>
        </p:nvSpPr>
        <p:spPr>
          <a:xfrm>
            <a:off x="678575" y="1808111"/>
            <a:ext cx="10834850" cy="973652"/>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07" name="Straight Connector 106">
            <a:extLst>
              <a:ext uri="{FF2B5EF4-FFF2-40B4-BE49-F238E27FC236}">
                <a16:creationId xmlns:a16="http://schemas.microsoft.com/office/drawing/2014/main" id="{02360B65-280B-483E-A0B8-669C1E15DF94}"/>
              </a:ext>
            </a:extLst>
          </p:cNvPr>
          <p:cNvCxnSpPr>
            <a:cxnSpLocks/>
          </p:cNvCxnSpPr>
          <p:nvPr/>
        </p:nvCxnSpPr>
        <p:spPr>
          <a:xfrm>
            <a:off x="3096166" y="1718824"/>
            <a:ext cx="17345" cy="4104000"/>
          </a:xfrm>
          <a:prstGeom prst="line">
            <a:avLst/>
          </a:prstGeom>
          <a:ln w="15875">
            <a:solidFill>
              <a:srgbClr val="830051"/>
            </a:solidFill>
            <a:prstDash val="soli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F06A678-9081-4830-A69B-F23591F24158}"/>
              </a:ext>
            </a:extLst>
          </p:cNvPr>
          <p:cNvCxnSpPr>
            <a:cxnSpLocks/>
          </p:cNvCxnSpPr>
          <p:nvPr/>
        </p:nvCxnSpPr>
        <p:spPr>
          <a:xfrm>
            <a:off x="4774550" y="1718824"/>
            <a:ext cx="14107" cy="4104000"/>
          </a:xfrm>
          <a:prstGeom prst="line">
            <a:avLst/>
          </a:prstGeom>
          <a:ln w="15875">
            <a:solidFill>
              <a:srgbClr val="68D2DF"/>
            </a:solidFill>
            <a:prstDash val="soli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8E6783E-7D5D-4235-A2FB-12986D298CF4}"/>
              </a:ext>
            </a:extLst>
          </p:cNvPr>
          <p:cNvCxnSpPr>
            <a:cxnSpLocks/>
          </p:cNvCxnSpPr>
          <p:nvPr/>
        </p:nvCxnSpPr>
        <p:spPr>
          <a:xfrm>
            <a:off x="6458592" y="1718824"/>
            <a:ext cx="14107" cy="4104000"/>
          </a:xfrm>
          <a:prstGeom prst="line">
            <a:avLst/>
          </a:prstGeom>
          <a:ln w="15875">
            <a:solidFill>
              <a:srgbClr val="C4D600"/>
            </a:solidFill>
            <a:prstDash val="soli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64D736D-577B-48C3-B238-BFEAB9FA01D4}"/>
              </a:ext>
            </a:extLst>
          </p:cNvPr>
          <p:cNvCxnSpPr>
            <a:cxnSpLocks/>
          </p:cNvCxnSpPr>
          <p:nvPr/>
        </p:nvCxnSpPr>
        <p:spPr>
          <a:xfrm>
            <a:off x="8124924" y="1718824"/>
            <a:ext cx="14107" cy="4104000"/>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242B50A-FB33-434E-890C-80BD403613D9}"/>
              </a:ext>
            </a:extLst>
          </p:cNvPr>
          <p:cNvCxnSpPr>
            <a:cxnSpLocks/>
          </p:cNvCxnSpPr>
          <p:nvPr/>
        </p:nvCxnSpPr>
        <p:spPr>
          <a:xfrm>
            <a:off x="9807674" y="1718824"/>
            <a:ext cx="14107" cy="4104000"/>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sp>
        <p:nvSpPr>
          <p:cNvPr id="38" name="Arrow: Pentagon 276">
            <a:extLst>
              <a:ext uri="{FF2B5EF4-FFF2-40B4-BE49-F238E27FC236}">
                <a16:creationId xmlns:a16="http://schemas.microsoft.com/office/drawing/2014/main" id="{21109523-26F7-48E5-BFD7-D778DB36BA2E}"/>
              </a:ext>
            </a:extLst>
          </p:cNvPr>
          <p:cNvSpPr/>
          <p:nvPr/>
        </p:nvSpPr>
        <p:spPr>
          <a:xfrm>
            <a:off x="1401126" y="1232172"/>
            <a:ext cx="1712930" cy="503803"/>
          </a:xfrm>
          <a:prstGeom prst="homePlate">
            <a:avLst>
              <a:gd name="adj" fmla="val 24843"/>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Target Discovery</a:t>
            </a:r>
          </a:p>
        </p:txBody>
      </p:sp>
      <p:sp>
        <p:nvSpPr>
          <p:cNvPr id="68" name="Arrow: Pentagon 277">
            <a:extLst>
              <a:ext uri="{FF2B5EF4-FFF2-40B4-BE49-F238E27FC236}">
                <a16:creationId xmlns:a16="http://schemas.microsoft.com/office/drawing/2014/main" id="{5339E8D1-3B23-4884-A8B9-709CF546E8C1}"/>
              </a:ext>
            </a:extLst>
          </p:cNvPr>
          <p:cNvSpPr/>
          <p:nvPr/>
        </p:nvSpPr>
        <p:spPr>
          <a:xfrm>
            <a:off x="3086506"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Drug Discovery</a:t>
            </a:r>
          </a:p>
        </p:txBody>
      </p:sp>
      <p:sp>
        <p:nvSpPr>
          <p:cNvPr id="69" name="Arrow: Pentagon 277">
            <a:extLst>
              <a:ext uri="{FF2B5EF4-FFF2-40B4-BE49-F238E27FC236}">
                <a16:creationId xmlns:a16="http://schemas.microsoft.com/office/drawing/2014/main" id="{881D8D5B-3F46-4AB6-B996-0E63979F7B6D}"/>
              </a:ext>
            </a:extLst>
          </p:cNvPr>
          <p:cNvSpPr/>
          <p:nvPr/>
        </p:nvSpPr>
        <p:spPr>
          <a:xfrm>
            <a:off x="4765004"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Pre-Clinical </a:t>
            </a:r>
          </a:p>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Science</a:t>
            </a:r>
          </a:p>
        </p:txBody>
      </p:sp>
      <p:sp>
        <p:nvSpPr>
          <p:cNvPr id="70" name="Arrow: Pentagon 277">
            <a:extLst>
              <a:ext uri="{FF2B5EF4-FFF2-40B4-BE49-F238E27FC236}">
                <a16:creationId xmlns:a16="http://schemas.microsoft.com/office/drawing/2014/main" id="{B6BC685F-B862-459C-8FDE-E49FC42D7F02}"/>
              </a:ext>
            </a:extLst>
          </p:cNvPr>
          <p:cNvSpPr/>
          <p:nvPr/>
        </p:nvSpPr>
        <p:spPr>
          <a:xfrm>
            <a:off x="6443502"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Clinical Trials</a:t>
            </a:r>
          </a:p>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 (Ph 1-3)</a:t>
            </a:r>
          </a:p>
        </p:txBody>
      </p:sp>
      <p:sp>
        <p:nvSpPr>
          <p:cNvPr id="71" name="Arrow: Pentagon 277">
            <a:extLst>
              <a:ext uri="{FF2B5EF4-FFF2-40B4-BE49-F238E27FC236}">
                <a16:creationId xmlns:a16="http://schemas.microsoft.com/office/drawing/2014/main" id="{3AB460CF-6160-4DBC-8E63-1E307B97281B}"/>
              </a:ext>
            </a:extLst>
          </p:cNvPr>
          <p:cNvSpPr/>
          <p:nvPr/>
        </p:nvSpPr>
        <p:spPr>
          <a:xfrm>
            <a:off x="8114814"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Submission &amp; Approval</a:t>
            </a:r>
          </a:p>
        </p:txBody>
      </p:sp>
      <p:sp>
        <p:nvSpPr>
          <p:cNvPr id="72" name="Arrow: Pentagon 277">
            <a:extLst>
              <a:ext uri="{FF2B5EF4-FFF2-40B4-BE49-F238E27FC236}">
                <a16:creationId xmlns:a16="http://schemas.microsoft.com/office/drawing/2014/main" id="{CF66A810-CBA6-498B-8D1D-E4597B0C26A0}"/>
              </a:ext>
            </a:extLst>
          </p:cNvPr>
          <p:cNvSpPr/>
          <p:nvPr/>
        </p:nvSpPr>
        <p:spPr>
          <a:xfrm>
            <a:off x="9800497"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Delivery &amp; Monitoring</a:t>
            </a:r>
          </a:p>
        </p:txBody>
      </p:sp>
      <p:sp>
        <p:nvSpPr>
          <p:cNvPr id="3" name="Arrow: Pentagon 2">
            <a:extLst>
              <a:ext uri="{FF2B5EF4-FFF2-40B4-BE49-F238E27FC236}">
                <a16:creationId xmlns:a16="http://schemas.microsoft.com/office/drawing/2014/main" id="{14B2E065-8F5D-4D14-80F5-78A3C81629F2}"/>
              </a:ext>
            </a:extLst>
          </p:cNvPr>
          <p:cNvSpPr/>
          <p:nvPr/>
        </p:nvSpPr>
        <p:spPr>
          <a:xfrm>
            <a:off x="1395289" y="1816039"/>
            <a:ext cx="10118138" cy="252000"/>
          </a:xfrm>
          <a:prstGeom prst="homePlat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R&amp;D Portfolio &amp; Capacity Management</a:t>
            </a:r>
          </a:p>
        </p:txBody>
      </p:sp>
      <p:sp>
        <p:nvSpPr>
          <p:cNvPr id="82" name="Arrow: Pentagon 81">
            <a:extLst>
              <a:ext uri="{FF2B5EF4-FFF2-40B4-BE49-F238E27FC236}">
                <a16:creationId xmlns:a16="http://schemas.microsoft.com/office/drawing/2014/main" id="{A14F9B79-7A77-4BF5-9DCE-7E69399DFDF8}"/>
              </a:ext>
            </a:extLst>
          </p:cNvPr>
          <p:cNvSpPr/>
          <p:nvPr/>
        </p:nvSpPr>
        <p:spPr>
          <a:xfrm>
            <a:off x="1415660" y="5204163"/>
            <a:ext cx="10097765" cy="252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Enterprise AI Platforms (AI Ops, Competitive Intelligence, NLP, Information Engineering &amp; External Content)</a:t>
            </a:r>
          </a:p>
        </p:txBody>
      </p:sp>
      <p:sp>
        <p:nvSpPr>
          <p:cNvPr id="83" name="Arrow: Pentagon 82">
            <a:extLst>
              <a:ext uri="{FF2B5EF4-FFF2-40B4-BE49-F238E27FC236}">
                <a16:creationId xmlns:a16="http://schemas.microsoft.com/office/drawing/2014/main" id="{529A26D5-8B5F-4E5D-8AAD-0136644339C1}"/>
              </a:ext>
            </a:extLst>
          </p:cNvPr>
          <p:cNvSpPr/>
          <p:nvPr/>
        </p:nvSpPr>
        <p:spPr>
          <a:xfrm>
            <a:off x="1415660" y="5513390"/>
            <a:ext cx="10097765" cy="252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a:rPr>
              <a:t>Data Foundation Platform (Data Lake &amp; Ingestion, Catalogue, MDM, RDM, DF&amp;I, TTA)</a:t>
            </a:r>
          </a:p>
        </p:txBody>
      </p:sp>
      <p:sp>
        <p:nvSpPr>
          <p:cNvPr id="84" name="Arrow: Pentagon 83">
            <a:extLst>
              <a:ext uri="{FF2B5EF4-FFF2-40B4-BE49-F238E27FC236}">
                <a16:creationId xmlns:a16="http://schemas.microsoft.com/office/drawing/2014/main" id="{8A912573-A54E-4CDA-869F-330EF47289AC}"/>
              </a:ext>
            </a:extLst>
          </p:cNvPr>
          <p:cNvSpPr/>
          <p:nvPr/>
        </p:nvSpPr>
        <p:spPr>
          <a:xfrm>
            <a:off x="1415660" y="2942099"/>
            <a:ext cx="5037397"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a:rPr>
              <a:t>Digital Lab</a:t>
            </a:r>
          </a:p>
        </p:txBody>
      </p:sp>
      <p:sp>
        <p:nvSpPr>
          <p:cNvPr id="90" name="Arrow: Pentagon 89">
            <a:extLst>
              <a:ext uri="{FF2B5EF4-FFF2-40B4-BE49-F238E27FC236}">
                <a16:creationId xmlns:a16="http://schemas.microsoft.com/office/drawing/2014/main" id="{27263711-AD27-4F0A-8499-1C1F19278176}"/>
              </a:ext>
            </a:extLst>
          </p:cNvPr>
          <p:cNvSpPr/>
          <p:nvPr/>
        </p:nvSpPr>
        <p:spPr>
          <a:xfrm>
            <a:off x="4823593" y="3972615"/>
            <a:ext cx="6672475"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t>Drug Development Data Platform (3DP)</a:t>
            </a:r>
          </a:p>
        </p:txBody>
      </p:sp>
      <p:sp>
        <p:nvSpPr>
          <p:cNvPr id="91" name="Arrow: Pentagon 90">
            <a:extLst>
              <a:ext uri="{FF2B5EF4-FFF2-40B4-BE49-F238E27FC236}">
                <a16:creationId xmlns:a16="http://schemas.microsoft.com/office/drawing/2014/main" id="{426B5970-1EAD-41F5-A7CE-C15959F4B5F6}"/>
              </a:ext>
            </a:extLst>
          </p:cNvPr>
          <p:cNvSpPr/>
          <p:nvPr/>
        </p:nvSpPr>
        <p:spPr>
          <a:xfrm>
            <a:off x="1415660" y="4312693"/>
            <a:ext cx="1683503"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Omics</a:t>
            </a:r>
          </a:p>
        </p:txBody>
      </p:sp>
      <p:sp>
        <p:nvSpPr>
          <p:cNvPr id="92" name="Arrow: Pentagon 91">
            <a:extLst>
              <a:ext uri="{FF2B5EF4-FFF2-40B4-BE49-F238E27FC236}">
                <a16:creationId xmlns:a16="http://schemas.microsoft.com/office/drawing/2014/main" id="{191CC628-70BF-4DB7-8285-2ABF09B7E7BD}"/>
              </a:ext>
            </a:extLst>
          </p:cNvPr>
          <p:cNvSpPr/>
          <p:nvPr/>
        </p:nvSpPr>
        <p:spPr>
          <a:xfrm>
            <a:off x="8138941" y="3632185"/>
            <a:ext cx="1662342" cy="221922"/>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defRPr/>
            </a:pPr>
            <a:r>
              <a:rPr lang="en-US" sz="1000">
                <a:solidFill>
                  <a:srgbClr val="FFFFFF"/>
                </a:solidFill>
                <a:latin typeface="Calibri"/>
                <a:cs typeface="Arial"/>
              </a:rPr>
              <a:t>Momentum (NGS)</a:t>
            </a:r>
            <a:endPar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endParaRPr>
          </a:p>
        </p:txBody>
      </p:sp>
      <p:sp>
        <p:nvSpPr>
          <p:cNvPr id="96" name="Arrow: Pentagon 95">
            <a:extLst>
              <a:ext uri="{FF2B5EF4-FFF2-40B4-BE49-F238E27FC236}">
                <a16:creationId xmlns:a16="http://schemas.microsoft.com/office/drawing/2014/main" id="{6EBEF8FA-C935-4DA3-B3EC-174C3FF0B5D6}"/>
              </a:ext>
            </a:extLst>
          </p:cNvPr>
          <p:cNvSpPr/>
          <p:nvPr/>
        </p:nvSpPr>
        <p:spPr>
          <a:xfrm>
            <a:off x="4790266" y="3282779"/>
            <a:ext cx="166114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Invivo</a:t>
            </a:r>
          </a:p>
        </p:txBody>
      </p:sp>
      <p:sp>
        <p:nvSpPr>
          <p:cNvPr id="98" name="Arrow: Pentagon 97">
            <a:extLst>
              <a:ext uri="{FF2B5EF4-FFF2-40B4-BE49-F238E27FC236}">
                <a16:creationId xmlns:a16="http://schemas.microsoft.com/office/drawing/2014/main" id="{7AE69936-E3FF-42CB-82A5-8748A32D4A46}"/>
              </a:ext>
            </a:extLst>
          </p:cNvPr>
          <p:cNvSpPr/>
          <p:nvPr/>
        </p:nvSpPr>
        <p:spPr>
          <a:xfrm>
            <a:off x="6466505" y="3290696"/>
            <a:ext cx="1649951"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defRPr/>
            </a:pPr>
            <a:r>
              <a:rPr kumimoji="0" lang="en-US" sz="800" b="0" i="0" u="none" strike="noStrike" kern="1200" cap="none" spc="0" normalizeH="0" baseline="0" noProof="0">
                <a:ln>
                  <a:noFill/>
                </a:ln>
                <a:solidFill>
                  <a:schemeClr val="bg1"/>
                </a:solidFill>
                <a:effectLst/>
                <a:uLnTx/>
                <a:uFillTx/>
                <a:latin typeface="Calibri"/>
                <a:ea typeface="+mn-ea"/>
                <a:cs typeface="Arial"/>
              </a:rPr>
              <a:t>Digital </a:t>
            </a:r>
            <a:r>
              <a:rPr lang="en-US" sz="800">
                <a:solidFill>
                  <a:schemeClr val="bg1"/>
                </a:solidFill>
                <a:latin typeface="Calibri"/>
                <a:cs typeface="Arial"/>
              </a:rPr>
              <a:t>Patient</a:t>
            </a:r>
            <a:r>
              <a:rPr kumimoji="0" lang="en-US" sz="800" b="0" i="0" u="none" strike="noStrike" kern="1200" cap="none" spc="0" normalizeH="0" baseline="0" noProof="0">
                <a:ln>
                  <a:noFill/>
                </a:ln>
                <a:solidFill>
                  <a:schemeClr val="bg1"/>
                </a:solidFill>
                <a:effectLst/>
                <a:uLnTx/>
                <a:uFillTx/>
                <a:latin typeface="Calibri"/>
                <a:ea typeface="+mn-ea"/>
                <a:cs typeface="Arial"/>
              </a:rPr>
              <a:t> Solutions (DPS)</a:t>
            </a:r>
            <a:endPar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endParaRPr>
          </a:p>
        </p:txBody>
      </p:sp>
      <p:sp>
        <p:nvSpPr>
          <p:cNvPr id="99" name="Arrow: Pentagon 98">
            <a:extLst>
              <a:ext uri="{FF2B5EF4-FFF2-40B4-BE49-F238E27FC236}">
                <a16:creationId xmlns:a16="http://schemas.microsoft.com/office/drawing/2014/main" id="{5DCDFE48-2FBF-40A7-A657-7944888183B6}"/>
              </a:ext>
            </a:extLst>
          </p:cNvPr>
          <p:cNvSpPr/>
          <p:nvPr/>
        </p:nvSpPr>
        <p:spPr>
          <a:xfrm>
            <a:off x="4822795" y="3632185"/>
            <a:ext cx="330212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Study Design &amp; Intelligence</a:t>
            </a:r>
          </a:p>
        </p:txBody>
      </p:sp>
      <p:sp>
        <p:nvSpPr>
          <p:cNvPr id="100" name="Arrow: Pentagon 99">
            <a:extLst>
              <a:ext uri="{FF2B5EF4-FFF2-40B4-BE49-F238E27FC236}">
                <a16:creationId xmlns:a16="http://schemas.microsoft.com/office/drawing/2014/main" id="{5E4FA919-BF43-4A89-8E66-85B674711243}"/>
              </a:ext>
            </a:extLst>
          </p:cNvPr>
          <p:cNvSpPr/>
          <p:nvPr/>
        </p:nvSpPr>
        <p:spPr>
          <a:xfrm>
            <a:off x="6466505" y="2946385"/>
            <a:ext cx="1651243"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Operational Clinical Development</a:t>
            </a:r>
          </a:p>
        </p:txBody>
      </p:sp>
      <p:sp>
        <p:nvSpPr>
          <p:cNvPr id="101" name="Arrow: Pentagon 100">
            <a:extLst>
              <a:ext uri="{FF2B5EF4-FFF2-40B4-BE49-F238E27FC236}">
                <a16:creationId xmlns:a16="http://schemas.microsoft.com/office/drawing/2014/main" id="{FE9654D8-5093-42A6-97A0-B3DB54CC5DD9}"/>
              </a:ext>
            </a:extLst>
          </p:cNvPr>
          <p:cNvSpPr/>
          <p:nvPr/>
        </p:nvSpPr>
        <p:spPr>
          <a:xfrm>
            <a:off x="3120687" y="4312693"/>
            <a:ext cx="5004237"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Imaging</a:t>
            </a:r>
          </a:p>
        </p:txBody>
      </p:sp>
      <p:cxnSp>
        <p:nvCxnSpPr>
          <p:cNvPr id="13" name="Straight Connector 12">
            <a:extLst>
              <a:ext uri="{FF2B5EF4-FFF2-40B4-BE49-F238E27FC236}">
                <a16:creationId xmlns:a16="http://schemas.microsoft.com/office/drawing/2014/main" id="{A4F8BEC8-C026-47DE-AF11-00F713BA5543}"/>
              </a:ext>
            </a:extLst>
          </p:cNvPr>
          <p:cNvCxnSpPr>
            <a:cxnSpLocks/>
          </p:cNvCxnSpPr>
          <p:nvPr/>
        </p:nvCxnSpPr>
        <p:spPr>
          <a:xfrm>
            <a:off x="1407989" y="1718824"/>
            <a:ext cx="17765" cy="4104000"/>
          </a:xfrm>
          <a:prstGeom prst="line">
            <a:avLst/>
          </a:prstGeom>
          <a:ln w="15875">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EE439D2-D18B-2C48-8BAC-070AB45A9D16}"/>
              </a:ext>
            </a:extLst>
          </p:cNvPr>
          <p:cNvSpPr txBox="1"/>
          <p:nvPr/>
        </p:nvSpPr>
        <p:spPr>
          <a:xfrm>
            <a:off x="1405075" y="1239235"/>
            <a:ext cx="395611" cy="494570"/>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55" name="TextBox 54">
            <a:extLst>
              <a:ext uri="{FF2B5EF4-FFF2-40B4-BE49-F238E27FC236}">
                <a16:creationId xmlns:a16="http://schemas.microsoft.com/office/drawing/2014/main" id="{36E3F960-00C5-C348-8298-00C84F121721}"/>
              </a:ext>
            </a:extLst>
          </p:cNvPr>
          <p:cNvSpPr txBox="1"/>
          <p:nvPr/>
        </p:nvSpPr>
        <p:spPr>
          <a:xfrm>
            <a:off x="3167230" y="1232172"/>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6" name="TextBox 55">
            <a:extLst>
              <a:ext uri="{FF2B5EF4-FFF2-40B4-BE49-F238E27FC236}">
                <a16:creationId xmlns:a16="http://schemas.microsoft.com/office/drawing/2014/main" id="{78FE5182-D5DA-144D-83EE-93A9D6501EDF}"/>
              </a:ext>
            </a:extLst>
          </p:cNvPr>
          <p:cNvSpPr txBox="1"/>
          <p:nvPr/>
        </p:nvSpPr>
        <p:spPr>
          <a:xfrm>
            <a:off x="4846573" y="1229874"/>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3</a:t>
            </a:r>
          </a:p>
        </p:txBody>
      </p:sp>
      <p:sp>
        <p:nvSpPr>
          <p:cNvPr id="57" name="TextBox 56">
            <a:extLst>
              <a:ext uri="{FF2B5EF4-FFF2-40B4-BE49-F238E27FC236}">
                <a16:creationId xmlns:a16="http://schemas.microsoft.com/office/drawing/2014/main" id="{9E8EBFD2-2209-BB46-91B7-11EA550B2301}"/>
              </a:ext>
            </a:extLst>
          </p:cNvPr>
          <p:cNvSpPr txBox="1"/>
          <p:nvPr/>
        </p:nvSpPr>
        <p:spPr>
          <a:xfrm>
            <a:off x="6525916" y="1238620"/>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4</a:t>
            </a:r>
          </a:p>
        </p:txBody>
      </p:sp>
      <p:sp>
        <p:nvSpPr>
          <p:cNvPr id="58" name="TextBox 57">
            <a:extLst>
              <a:ext uri="{FF2B5EF4-FFF2-40B4-BE49-F238E27FC236}">
                <a16:creationId xmlns:a16="http://schemas.microsoft.com/office/drawing/2014/main" id="{79A79F21-F7F6-CF41-8295-51A70F811EDA}"/>
              </a:ext>
            </a:extLst>
          </p:cNvPr>
          <p:cNvSpPr txBox="1"/>
          <p:nvPr/>
        </p:nvSpPr>
        <p:spPr>
          <a:xfrm>
            <a:off x="8205259" y="1237606"/>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5</a:t>
            </a:r>
          </a:p>
        </p:txBody>
      </p:sp>
      <p:sp>
        <p:nvSpPr>
          <p:cNvPr id="59" name="TextBox 58">
            <a:extLst>
              <a:ext uri="{FF2B5EF4-FFF2-40B4-BE49-F238E27FC236}">
                <a16:creationId xmlns:a16="http://schemas.microsoft.com/office/drawing/2014/main" id="{3233C250-3D45-6E46-A1A9-48E71D363F8D}"/>
              </a:ext>
            </a:extLst>
          </p:cNvPr>
          <p:cNvSpPr txBox="1"/>
          <p:nvPr/>
        </p:nvSpPr>
        <p:spPr>
          <a:xfrm>
            <a:off x="9884603" y="1234341"/>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6</a:t>
            </a:r>
          </a:p>
        </p:txBody>
      </p:sp>
      <p:sp>
        <p:nvSpPr>
          <p:cNvPr id="15" name="TextBox 14">
            <a:extLst>
              <a:ext uri="{FF2B5EF4-FFF2-40B4-BE49-F238E27FC236}">
                <a16:creationId xmlns:a16="http://schemas.microsoft.com/office/drawing/2014/main" id="{773DA2B9-5BEC-B949-B79E-F3CC0D554C5F}"/>
              </a:ext>
            </a:extLst>
          </p:cNvPr>
          <p:cNvSpPr txBox="1"/>
          <p:nvPr/>
        </p:nvSpPr>
        <p:spPr>
          <a:xfrm>
            <a:off x="927359" y="1812038"/>
            <a:ext cx="479954" cy="969725"/>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Traditional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66" name="TextBox 65">
            <a:extLst>
              <a:ext uri="{FF2B5EF4-FFF2-40B4-BE49-F238E27FC236}">
                <a16:creationId xmlns:a16="http://schemas.microsoft.com/office/drawing/2014/main" id="{8008D8B3-9EC3-4840-9F41-78866264F076}"/>
              </a:ext>
            </a:extLst>
          </p:cNvPr>
          <p:cNvSpPr txBox="1"/>
          <p:nvPr/>
        </p:nvSpPr>
        <p:spPr>
          <a:xfrm>
            <a:off x="933100" y="2881305"/>
            <a:ext cx="479954" cy="2418032"/>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R&amp;D IT </a:t>
            </a:r>
            <a:b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b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Product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49" name="Arrow: Pentagon 48">
            <a:extLst>
              <a:ext uri="{FF2B5EF4-FFF2-40B4-BE49-F238E27FC236}">
                <a16:creationId xmlns:a16="http://schemas.microsoft.com/office/drawing/2014/main" id="{A7623E7C-18AD-4B7F-99F9-C99CBB760B00}"/>
              </a:ext>
            </a:extLst>
          </p:cNvPr>
          <p:cNvSpPr/>
          <p:nvPr/>
        </p:nvSpPr>
        <p:spPr>
          <a:xfrm>
            <a:off x="3116259" y="3286003"/>
            <a:ext cx="1658229" cy="256693"/>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Augmented DMTA</a:t>
            </a:r>
          </a:p>
        </p:txBody>
      </p:sp>
      <p:sp>
        <p:nvSpPr>
          <p:cNvPr id="53" name="Rectangle 52">
            <a:extLst>
              <a:ext uri="{FF2B5EF4-FFF2-40B4-BE49-F238E27FC236}">
                <a16:creationId xmlns:a16="http://schemas.microsoft.com/office/drawing/2014/main" id="{4DB51CD8-0613-45C0-8F49-96B855CD5376}"/>
              </a:ext>
            </a:extLst>
          </p:cNvPr>
          <p:cNvSpPr/>
          <p:nvPr/>
        </p:nvSpPr>
        <p:spPr>
          <a:xfrm>
            <a:off x="2648069" y="6289328"/>
            <a:ext cx="900000" cy="39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On track to become platform</a:t>
            </a:r>
          </a:p>
        </p:txBody>
      </p:sp>
      <p:sp>
        <p:nvSpPr>
          <p:cNvPr id="12" name="TextBox 11">
            <a:extLst>
              <a:ext uri="{FF2B5EF4-FFF2-40B4-BE49-F238E27FC236}">
                <a16:creationId xmlns:a16="http://schemas.microsoft.com/office/drawing/2014/main" id="{A951A39D-2B3B-437A-8911-A1EB06B8232D}"/>
              </a:ext>
            </a:extLst>
          </p:cNvPr>
          <p:cNvSpPr txBox="1"/>
          <p:nvPr/>
        </p:nvSpPr>
        <p:spPr>
          <a:xfrm>
            <a:off x="678573" y="6342129"/>
            <a:ext cx="643061" cy="276999"/>
          </a:xfrm>
          <a:prstGeom prst="rect">
            <a:avLst/>
          </a:prstGeom>
          <a:noFill/>
        </p:spPr>
        <p:txBody>
          <a:bodyPr wrap="none" rtlCol="0">
            <a:spAutoFit/>
          </a:bodyPr>
          <a:lstStyle/>
          <a:p>
            <a:pPr algn="l">
              <a:spcAft>
                <a:spcPts val="600"/>
              </a:spcAft>
            </a:pPr>
            <a:r>
              <a:rPr lang="en-US" sz="1200" b="1"/>
              <a:t>Legend</a:t>
            </a:r>
          </a:p>
        </p:txBody>
      </p:sp>
      <p:sp>
        <p:nvSpPr>
          <p:cNvPr id="60" name="Arrow: Pentagon 59">
            <a:extLst>
              <a:ext uri="{FF2B5EF4-FFF2-40B4-BE49-F238E27FC236}">
                <a16:creationId xmlns:a16="http://schemas.microsoft.com/office/drawing/2014/main" id="{869084A8-4A1D-4C24-914E-02911BB36062}"/>
              </a:ext>
            </a:extLst>
          </p:cNvPr>
          <p:cNvSpPr/>
          <p:nvPr/>
        </p:nvSpPr>
        <p:spPr>
          <a:xfrm>
            <a:off x="1405525" y="3970341"/>
            <a:ext cx="335479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BIKG</a:t>
            </a:r>
          </a:p>
        </p:txBody>
      </p:sp>
      <p:sp>
        <p:nvSpPr>
          <p:cNvPr id="61" name="Arrow: Pentagon 60">
            <a:extLst>
              <a:ext uri="{FF2B5EF4-FFF2-40B4-BE49-F238E27FC236}">
                <a16:creationId xmlns:a16="http://schemas.microsoft.com/office/drawing/2014/main" id="{E7A8A8BA-6AE6-4FB6-8C91-029D57EA85B3}"/>
              </a:ext>
            </a:extLst>
          </p:cNvPr>
          <p:cNvSpPr/>
          <p:nvPr/>
        </p:nvSpPr>
        <p:spPr>
          <a:xfrm>
            <a:off x="1415660" y="4647479"/>
            <a:ext cx="6723371"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Scientific Compute Platform</a:t>
            </a:r>
          </a:p>
        </p:txBody>
      </p:sp>
      <p:sp>
        <p:nvSpPr>
          <p:cNvPr id="62" name="Rectangle 61">
            <a:extLst>
              <a:ext uri="{FF2B5EF4-FFF2-40B4-BE49-F238E27FC236}">
                <a16:creationId xmlns:a16="http://schemas.microsoft.com/office/drawing/2014/main" id="{D4B1CBCA-EC04-4DAF-A2A8-E86F66917934}"/>
              </a:ext>
            </a:extLst>
          </p:cNvPr>
          <p:cNvSpPr/>
          <p:nvPr/>
        </p:nvSpPr>
        <p:spPr>
          <a:xfrm>
            <a:off x="678575" y="5123676"/>
            <a:ext cx="10834850" cy="904266"/>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63" name="TextBox 62">
            <a:extLst>
              <a:ext uri="{FF2B5EF4-FFF2-40B4-BE49-F238E27FC236}">
                <a16:creationId xmlns:a16="http://schemas.microsoft.com/office/drawing/2014/main" id="{996C4990-D8A3-49C3-A93E-E1C2653F777E}"/>
              </a:ext>
            </a:extLst>
          </p:cNvPr>
          <p:cNvSpPr txBox="1"/>
          <p:nvPr/>
        </p:nvSpPr>
        <p:spPr>
          <a:xfrm>
            <a:off x="927359" y="5127603"/>
            <a:ext cx="479954" cy="969725"/>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Enterprise  Product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64" name="Arrow: Pentagon 63">
            <a:extLst>
              <a:ext uri="{FF2B5EF4-FFF2-40B4-BE49-F238E27FC236}">
                <a16:creationId xmlns:a16="http://schemas.microsoft.com/office/drawing/2014/main" id="{6DEC0161-987C-4B42-8755-B11149001515}"/>
              </a:ext>
            </a:extLst>
          </p:cNvPr>
          <p:cNvSpPr/>
          <p:nvPr/>
        </p:nvSpPr>
        <p:spPr>
          <a:xfrm>
            <a:off x="6618906" y="2460797"/>
            <a:ext cx="4894520"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defRPr/>
            </a:pPr>
            <a:r>
              <a:rPr lang="en-US" sz="1000">
                <a:solidFill>
                  <a:srgbClr val="FFFFFF"/>
                </a:solidFill>
                <a:latin typeface="Calibri"/>
                <a:cs typeface="Arial"/>
              </a:rPr>
              <a:t>Case Management (Oracle Argus)</a:t>
            </a:r>
            <a:endPar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endParaRPr>
          </a:p>
        </p:txBody>
      </p:sp>
      <p:sp>
        <p:nvSpPr>
          <p:cNvPr id="67" name="Rectangle 66">
            <a:extLst>
              <a:ext uri="{FF2B5EF4-FFF2-40B4-BE49-F238E27FC236}">
                <a16:creationId xmlns:a16="http://schemas.microsoft.com/office/drawing/2014/main" id="{F16DE1CA-C69E-4963-9413-78E39A0F1521}"/>
              </a:ext>
            </a:extLst>
          </p:cNvPr>
          <p:cNvSpPr/>
          <p:nvPr/>
        </p:nvSpPr>
        <p:spPr>
          <a:xfrm>
            <a:off x="4602078" y="6289328"/>
            <a:ext cx="900000" cy="39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Enterprise Platforms</a:t>
            </a:r>
          </a:p>
        </p:txBody>
      </p:sp>
      <p:sp>
        <p:nvSpPr>
          <p:cNvPr id="4" name="Arrow: Pentagon 3">
            <a:extLst>
              <a:ext uri="{FF2B5EF4-FFF2-40B4-BE49-F238E27FC236}">
                <a16:creationId xmlns:a16="http://schemas.microsoft.com/office/drawing/2014/main" id="{A2991414-4C71-6342-75CF-53E75966C4EF}"/>
              </a:ext>
            </a:extLst>
          </p:cNvPr>
          <p:cNvSpPr/>
          <p:nvPr/>
        </p:nvSpPr>
        <p:spPr>
          <a:xfrm>
            <a:off x="1465379" y="2460797"/>
            <a:ext cx="4894520"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defRPr/>
            </a:pPr>
            <a:r>
              <a:rPr lang="en-US" sz="1000">
                <a:solidFill>
                  <a:srgbClr val="FFFFFF"/>
                </a:solidFill>
                <a:latin typeface="Calibri"/>
                <a:cs typeface="Arial"/>
              </a:rPr>
              <a:t>ELN</a:t>
            </a:r>
            <a:endPar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endParaRPr>
          </a:p>
        </p:txBody>
      </p:sp>
      <p:sp>
        <p:nvSpPr>
          <p:cNvPr id="6" name="Arrow: Pentagon 5">
            <a:extLst>
              <a:ext uri="{FF2B5EF4-FFF2-40B4-BE49-F238E27FC236}">
                <a16:creationId xmlns:a16="http://schemas.microsoft.com/office/drawing/2014/main" id="{377C84D1-CD8F-FE2D-FFC5-1A32EB6A4B1C}"/>
              </a:ext>
            </a:extLst>
          </p:cNvPr>
          <p:cNvSpPr/>
          <p:nvPr/>
        </p:nvSpPr>
        <p:spPr>
          <a:xfrm>
            <a:off x="3089642" y="2160007"/>
            <a:ext cx="4994783" cy="241974"/>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90000"/>
              </a:lnSpc>
              <a:spcAft>
                <a:spcPts val="600"/>
              </a:spcAft>
              <a:defRPr/>
            </a:pPr>
            <a:r>
              <a:rPr lang="en-US" sz="1000">
                <a:solidFill>
                  <a:srgbClr val="FFFFFF"/>
                </a:solidFill>
                <a:latin typeface="Calibri"/>
                <a:cs typeface="Arial"/>
              </a:rPr>
              <a:t>Human </a:t>
            </a:r>
            <a:r>
              <a:rPr lang="en-US" sz="1000" err="1">
                <a:solidFill>
                  <a:srgbClr val="FFFFFF"/>
                </a:solidFill>
                <a:latin typeface="Calibri"/>
                <a:cs typeface="Arial"/>
              </a:rPr>
              <a:t>Biosamples</a:t>
            </a:r>
            <a:endParaRPr kumimoji="0" lang="en-US" sz="1000" b="0" i="0" u="none" strike="noStrike" kern="1200" cap="none" spc="0" normalizeH="0" baseline="0" noProof="0" err="1">
              <a:ln>
                <a:noFill/>
              </a:ln>
              <a:solidFill>
                <a:srgbClr val="FFFFFF"/>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4180083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E27CA2D-2EAB-4BEC-950B-428CC872A38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4E27CA2D-2EAB-4BEC-950B-428CC872A3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0" name="Title 139"/>
          <p:cNvSpPr>
            <a:spLocks noGrp="1"/>
          </p:cNvSpPr>
          <p:nvPr>
            <p:ph type="title"/>
          </p:nvPr>
        </p:nvSpPr>
        <p:spPr/>
        <p:txBody>
          <a:bodyPr vert="horz"/>
          <a:lstStyle/>
          <a:p>
            <a:r>
              <a:rPr lang="en-GB"/>
              <a:t>R&amp;D IT Platforms Teams – Jan 2023 View</a:t>
            </a:r>
            <a:endParaRPr lang="en-US">
              <a:highlight>
                <a:srgbClr val="FFFF00"/>
              </a:highlight>
            </a:endParaRPr>
          </a:p>
        </p:txBody>
      </p:sp>
      <p:sp>
        <p:nvSpPr>
          <p:cNvPr id="26" name="Date Placeholder 2">
            <a:extLst>
              <a:ext uri="{FF2B5EF4-FFF2-40B4-BE49-F238E27FC236}">
                <a16:creationId xmlns:a16="http://schemas.microsoft.com/office/drawing/2014/main" id="{0B176A97-C2DE-CC40-ACB7-C68B3692163B}"/>
              </a:ext>
            </a:extLst>
          </p:cNvPr>
          <p:cNvSpPr txBox="1">
            <a:spLocks/>
          </p:cNvSpPr>
          <p:nvPr/>
        </p:nvSpPr>
        <p:spPr>
          <a:xfrm>
            <a:off x="10079789" y="6619128"/>
            <a:ext cx="1279358" cy="309145"/>
          </a:xfrm>
          <a:prstGeom prst="rect">
            <a:avLst/>
          </a:prstGeom>
        </p:spPr>
        <p:txBody>
          <a:bodyPr anchor="ctr"/>
          <a:lstStyle>
            <a:lvl1pPr marL="0" indent="0" algn="l" defTabSz="609585" rtl="0" eaLnBrk="1" latinLnBrk="0" hangingPunct="1">
              <a:lnSpc>
                <a:spcPct val="100000"/>
              </a:lnSpc>
              <a:spcBef>
                <a:spcPts val="0"/>
              </a:spcBef>
              <a:buFont typeface="Arial"/>
              <a:buNone/>
              <a:defRPr sz="2933" kern="1200">
                <a:solidFill>
                  <a:schemeClr val="accent2"/>
                </a:solidFill>
                <a:latin typeface="Arial" pitchFamily="34" charset="0"/>
                <a:ea typeface="+mn-ea"/>
                <a:cs typeface="Arial" pitchFamily="34" charset="0"/>
              </a:defRPr>
            </a:lvl1pPr>
            <a:lvl2pPr marL="457189" indent="0" algn="ctr" defTabSz="609585" rtl="0" eaLnBrk="1" latinLnBrk="0" hangingPunct="1">
              <a:spcBef>
                <a:spcPct val="20000"/>
              </a:spcBef>
              <a:buFont typeface="Arial"/>
              <a:buNone/>
              <a:defRPr sz="3733" kern="1200">
                <a:solidFill>
                  <a:schemeClr val="tx1">
                    <a:tint val="75000"/>
                  </a:schemeClr>
                </a:solidFill>
                <a:latin typeface="+mn-lt"/>
                <a:ea typeface="+mn-ea"/>
                <a:cs typeface="+mn-cs"/>
              </a:defRPr>
            </a:lvl2pPr>
            <a:lvl3pPr marL="914377" indent="0" algn="ctr" defTabSz="609585" rtl="0" eaLnBrk="1" latinLnBrk="0" hangingPunct="1">
              <a:spcBef>
                <a:spcPct val="20000"/>
              </a:spcBef>
              <a:buFont typeface="Arial"/>
              <a:buNone/>
              <a:defRPr sz="3200" kern="1200">
                <a:solidFill>
                  <a:schemeClr val="tx1">
                    <a:tint val="75000"/>
                  </a:schemeClr>
                </a:solidFill>
                <a:latin typeface="+mn-lt"/>
                <a:ea typeface="+mn-ea"/>
                <a:cs typeface="+mn-cs"/>
              </a:defRPr>
            </a:lvl3pPr>
            <a:lvl4pPr marL="1371566"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4pPr>
            <a:lvl5pPr marL="1828754"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5pPr>
            <a:lvl6pPr marL="2285943"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6pPr>
            <a:lvl7pPr marL="2743131"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7pPr>
            <a:lvl8pPr marL="3200320"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8pPr>
            <a:lvl9pPr marL="3657509"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 typeface="Arial"/>
              <a:buNone/>
              <a:tabLst/>
              <a:defRPr/>
            </a:pP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 name="Rectangle 9">
            <a:extLst>
              <a:ext uri="{FF2B5EF4-FFF2-40B4-BE49-F238E27FC236}">
                <a16:creationId xmlns:a16="http://schemas.microsoft.com/office/drawing/2014/main" id="{4EE6817E-39FC-42CB-A7BB-DBAED96CF953}"/>
              </a:ext>
            </a:extLst>
          </p:cNvPr>
          <p:cNvSpPr/>
          <p:nvPr/>
        </p:nvSpPr>
        <p:spPr>
          <a:xfrm>
            <a:off x="1672883" y="6289328"/>
            <a:ext cx="900000" cy="39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F4444"/>
                </a:solidFill>
                <a:effectLst/>
                <a:uLnTx/>
                <a:uFillTx/>
                <a:latin typeface="Calibri"/>
                <a:ea typeface="+mn-ea"/>
                <a:cs typeface="Arial" panose="020B0604020202020204" pitchFamily="34" charset="0"/>
              </a:rPr>
              <a:t>Non- Platform</a:t>
            </a:r>
          </a:p>
        </p:txBody>
      </p:sp>
      <p:sp>
        <p:nvSpPr>
          <p:cNvPr id="104" name="Rectangle 103">
            <a:extLst>
              <a:ext uri="{FF2B5EF4-FFF2-40B4-BE49-F238E27FC236}">
                <a16:creationId xmlns:a16="http://schemas.microsoft.com/office/drawing/2014/main" id="{4B6FC22D-9E03-41D5-A7A5-A8CE0D6990E2}"/>
              </a:ext>
            </a:extLst>
          </p:cNvPr>
          <p:cNvSpPr/>
          <p:nvPr/>
        </p:nvSpPr>
        <p:spPr>
          <a:xfrm>
            <a:off x="4598441" y="6289328"/>
            <a:ext cx="900000" cy="3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No scope change 2021</a:t>
            </a:r>
          </a:p>
        </p:txBody>
      </p:sp>
      <p:sp>
        <p:nvSpPr>
          <p:cNvPr id="105" name="Rectangle 104">
            <a:extLst>
              <a:ext uri="{FF2B5EF4-FFF2-40B4-BE49-F238E27FC236}">
                <a16:creationId xmlns:a16="http://schemas.microsoft.com/office/drawing/2014/main" id="{EE7D4B99-2920-4E51-A067-B376F3941615}"/>
              </a:ext>
            </a:extLst>
          </p:cNvPr>
          <p:cNvSpPr/>
          <p:nvPr/>
        </p:nvSpPr>
        <p:spPr>
          <a:xfrm>
            <a:off x="3623255" y="6289328"/>
            <a:ext cx="900000" cy="39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Scope  change 2021</a:t>
            </a:r>
          </a:p>
        </p:txBody>
      </p:sp>
      <p:sp>
        <p:nvSpPr>
          <p:cNvPr id="65" name="Rectangle 64">
            <a:extLst>
              <a:ext uri="{FF2B5EF4-FFF2-40B4-BE49-F238E27FC236}">
                <a16:creationId xmlns:a16="http://schemas.microsoft.com/office/drawing/2014/main" id="{5E7B44F0-D91B-AC4E-9BC9-314B8D371810}"/>
              </a:ext>
            </a:extLst>
          </p:cNvPr>
          <p:cNvSpPr/>
          <p:nvPr/>
        </p:nvSpPr>
        <p:spPr>
          <a:xfrm>
            <a:off x="678574" y="2866037"/>
            <a:ext cx="10834851" cy="2140533"/>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4" name="Rectangle 13">
            <a:extLst>
              <a:ext uri="{FF2B5EF4-FFF2-40B4-BE49-F238E27FC236}">
                <a16:creationId xmlns:a16="http://schemas.microsoft.com/office/drawing/2014/main" id="{7CD3C4D0-77B7-7F49-A380-24DF2F97C10A}"/>
              </a:ext>
            </a:extLst>
          </p:cNvPr>
          <p:cNvSpPr/>
          <p:nvPr/>
        </p:nvSpPr>
        <p:spPr>
          <a:xfrm>
            <a:off x="678575" y="1808111"/>
            <a:ext cx="10834850" cy="973652"/>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07" name="Straight Connector 106">
            <a:extLst>
              <a:ext uri="{FF2B5EF4-FFF2-40B4-BE49-F238E27FC236}">
                <a16:creationId xmlns:a16="http://schemas.microsoft.com/office/drawing/2014/main" id="{02360B65-280B-483E-A0B8-669C1E15DF94}"/>
              </a:ext>
            </a:extLst>
          </p:cNvPr>
          <p:cNvCxnSpPr>
            <a:cxnSpLocks/>
          </p:cNvCxnSpPr>
          <p:nvPr/>
        </p:nvCxnSpPr>
        <p:spPr>
          <a:xfrm>
            <a:off x="3096166" y="1718824"/>
            <a:ext cx="17345" cy="4104000"/>
          </a:xfrm>
          <a:prstGeom prst="line">
            <a:avLst/>
          </a:prstGeom>
          <a:ln w="15875">
            <a:solidFill>
              <a:srgbClr val="830051"/>
            </a:solidFill>
            <a:prstDash val="soli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F06A678-9081-4830-A69B-F23591F24158}"/>
              </a:ext>
            </a:extLst>
          </p:cNvPr>
          <p:cNvCxnSpPr>
            <a:cxnSpLocks/>
          </p:cNvCxnSpPr>
          <p:nvPr/>
        </p:nvCxnSpPr>
        <p:spPr>
          <a:xfrm>
            <a:off x="4774550" y="1718824"/>
            <a:ext cx="14107" cy="4104000"/>
          </a:xfrm>
          <a:prstGeom prst="line">
            <a:avLst/>
          </a:prstGeom>
          <a:ln w="15875">
            <a:solidFill>
              <a:srgbClr val="68D2DF"/>
            </a:solidFill>
            <a:prstDash val="soli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8E6783E-7D5D-4235-A2FB-12986D298CF4}"/>
              </a:ext>
            </a:extLst>
          </p:cNvPr>
          <p:cNvCxnSpPr>
            <a:cxnSpLocks/>
          </p:cNvCxnSpPr>
          <p:nvPr/>
        </p:nvCxnSpPr>
        <p:spPr>
          <a:xfrm>
            <a:off x="6458592" y="1718824"/>
            <a:ext cx="14107" cy="4104000"/>
          </a:xfrm>
          <a:prstGeom prst="line">
            <a:avLst/>
          </a:prstGeom>
          <a:ln w="15875">
            <a:solidFill>
              <a:srgbClr val="C4D600"/>
            </a:solidFill>
            <a:prstDash val="soli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64D736D-577B-48C3-B238-BFEAB9FA01D4}"/>
              </a:ext>
            </a:extLst>
          </p:cNvPr>
          <p:cNvCxnSpPr>
            <a:cxnSpLocks/>
          </p:cNvCxnSpPr>
          <p:nvPr/>
        </p:nvCxnSpPr>
        <p:spPr>
          <a:xfrm>
            <a:off x="8124924" y="1718824"/>
            <a:ext cx="14107" cy="4104000"/>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242B50A-FB33-434E-890C-80BD403613D9}"/>
              </a:ext>
            </a:extLst>
          </p:cNvPr>
          <p:cNvCxnSpPr>
            <a:cxnSpLocks/>
          </p:cNvCxnSpPr>
          <p:nvPr/>
        </p:nvCxnSpPr>
        <p:spPr>
          <a:xfrm>
            <a:off x="9807674" y="1718824"/>
            <a:ext cx="14107" cy="4104000"/>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sp>
        <p:nvSpPr>
          <p:cNvPr id="38" name="Arrow: Pentagon 276">
            <a:extLst>
              <a:ext uri="{FF2B5EF4-FFF2-40B4-BE49-F238E27FC236}">
                <a16:creationId xmlns:a16="http://schemas.microsoft.com/office/drawing/2014/main" id="{21109523-26F7-48E5-BFD7-D778DB36BA2E}"/>
              </a:ext>
            </a:extLst>
          </p:cNvPr>
          <p:cNvSpPr/>
          <p:nvPr/>
        </p:nvSpPr>
        <p:spPr>
          <a:xfrm>
            <a:off x="1401126" y="1232172"/>
            <a:ext cx="1712930" cy="503803"/>
          </a:xfrm>
          <a:prstGeom prst="homePlate">
            <a:avLst>
              <a:gd name="adj" fmla="val 24843"/>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Target Discovery</a:t>
            </a:r>
          </a:p>
        </p:txBody>
      </p:sp>
      <p:sp>
        <p:nvSpPr>
          <p:cNvPr id="68" name="Arrow: Pentagon 277">
            <a:extLst>
              <a:ext uri="{FF2B5EF4-FFF2-40B4-BE49-F238E27FC236}">
                <a16:creationId xmlns:a16="http://schemas.microsoft.com/office/drawing/2014/main" id="{5339E8D1-3B23-4884-A8B9-709CF546E8C1}"/>
              </a:ext>
            </a:extLst>
          </p:cNvPr>
          <p:cNvSpPr/>
          <p:nvPr/>
        </p:nvSpPr>
        <p:spPr>
          <a:xfrm>
            <a:off x="3086506"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Drug Discovery</a:t>
            </a:r>
          </a:p>
        </p:txBody>
      </p:sp>
      <p:sp>
        <p:nvSpPr>
          <p:cNvPr id="69" name="Arrow: Pentagon 277">
            <a:extLst>
              <a:ext uri="{FF2B5EF4-FFF2-40B4-BE49-F238E27FC236}">
                <a16:creationId xmlns:a16="http://schemas.microsoft.com/office/drawing/2014/main" id="{881D8D5B-3F46-4AB6-B996-0E63979F7B6D}"/>
              </a:ext>
            </a:extLst>
          </p:cNvPr>
          <p:cNvSpPr/>
          <p:nvPr/>
        </p:nvSpPr>
        <p:spPr>
          <a:xfrm>
            <a:off x="4765004"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Pre-Clinical </a:t>
            </a:r>
          </a:p>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Science</a:t>
            </a:r>
          </a:p>
        </p:txBody>
      </p:sp>
      <p:sp>
        <p:nvSpPr>
          <p:cNvPr id="70" name="Arrow: Pentagon 277">
            <a:extLst>
              <a:ext uri="{FF2B5EF4-FFF2-40B4-BE49-F238E27FC236}">
                <a16:creationId xmlns:a16="http://schemas.microsoft.com/office/drawing/2014/main" id="{B6BC685F-B862-459C-8FDE-E49FC42D7F02}"/>
              </a:ext>
            </a:extLst>
          </p:cNvPr>
          <p:cNvSpPr/>
          <p:nvPr/>
        </p:nvSpPr>
        <p:spPr>
          <a:xfrm>
            <a:off x="6443502"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Clinical Trials</a:t>
            </a:r>
          </a:p>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 (Ph 1-3)</a:t>
            </a:r>
          </a:p>
        </p:txBody>
      </p:sp>
      <p:sp>
        <p:nvSpPr>
          <p:cNvPr id="71" name="Arrow: Pentagon 277">
            <a:extLst>
              <a:ext uri="{FF2B5EF4-FFF2-40B4-BE49-F238E27FC236}">
                <a16:creationId xmlns:a16="http://schemas.microsoft.com/office/drawing/2014/main" id="{3AB460CF-6160-4DBC-8E63-1E307B97281B}"/>
              </a:ext>
            </a:extLst>
          </p:cNvPr>
          <p:cNvSpPr/>
          <p:nvPr/>
        </p:nvSpPr>
        <p:spPr>
          <a:xfrm>
            <a:off x="8114814"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Submission &amp; Approval</a:t>
            </a:r>
          </a:p>
        </p:txBody>
      </p:sp>
      <p:sp>
        <p:nvSpPr>
          <p:cNvPr id="72" name="Arrow: Pentagon 277">
            <a:extLst>
              <a:ext uri="{FF2B5EF4-FFF2-40B4-BE49-F238E27FC236}">
                <a16:creationId xmlns:a16="http://schemas.microsoft.com/office/drawing/2014/main" id="{CF66A810-CBA6-498B-8D1D-E4597B0C26A0}"/>
              </a:ext>
            </a:extLst>
          </p:cNvPr>
          <p:cNvSpPr/>
          <p:nvPr/>
        </p:nvSpPr>
        <p:spPr>
          <a:xfrm>
            <a:off x="9800497"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Delivery &amp; Monitoring</a:t>
            </a:r>
          </a:p>
        </p:txBody>
      </p:sp>
      <p:sp>
        <p:nvSpPr>
          <p:cNvPr id="3" name="Arrow: Pentagon 2">
            <a:extLst>
              <a:ext uri="{FF2B5EF4-FFF2-40B4-BE49-F238E27FC236}">
                <a16:creationId xmlns:a16="http://schemas.microsoft.com/office/drawing/2014/main" id="{14B2E065-8F5D-4D14-80F5-78A3C81629F2}"/>
              </a:ext>
            </a:extLst>
          </p:cNvPr>
          <p:cNvSpPr/>
          <p:nvPr/>
        </p:nvSpPr>
        <p:spPr>
          <a:xfrm>
            <a:off x="1395289" y="1816039"/>
            <a:ext cx="10118138" cy="252000"/>
          </a:xfrm>
          <a:prstGeom prst="homePlat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R&amp;D Portfolio &amp; Capacity Management</a:t>
            </a:r>
          </a:p>
        </p:txBody>
      </p:sp>
      <p:sp>
        <p:nvSpPr>
          <p:cNvPr id="82" name="Arrow: Pentagon 81">
            <a:extLst>
              <a:ext uri="{FF2B5EF4-FFF2-40B4-BE49-F238E27FC236}">
                <a16:creationId xmlns:a16="http://schemas.microsoft.com/office/drawing/2014/main" id="{A14F9B79-7A77-4BF5-9DCE-7E69399DFDF8}"/>
              </a:ext>
            </a:extLst>
          </p:cNvPr>
          <p:cNvSpPr/>
          <p:nvPr/>
        </p:nvSpPr>
        <p:spPr>
          <a:xfrm>
            <a:off x="1415660" y="5204163"/>
            <a:ext cx="10097765" cy="252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Enterprise AI Platforms (AI Ops, Competitive Intelligence, NLP, Information Engineering &amp; External Content)</a:t>
            </a:r>
          </a:p>
        </p:txBody>
      </p:sp>
      <p:sp>
        <p:nvSpPr>
          <p:cNvPr id="83" name="Arrow: Pentagon 82">
            <a:extLst>
              <a:ext uri="{FF2B5EF4-FFF2-40B4-BE49-F238E27FC236}">
                <a16:creationId xmlns:a16="http://schemas.microsoft.com/office/drawing/2014/main" id="{529A26D5-8B5F-4E5D-8AAD-0136644339C1}"/>
              </a:ext>
            </a:extLst>
          </p:cNvPr>
          <p:cNvSpPr/>
          <p:nvPr/>
        </p:nvSpPr>
        <p:spPr>
          <a:xfrm>
            <a:off x="1415660" y="5513390"/>
            <a:ext cx="10097765" cy="252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R&amp;D Data Foundation Platform (Data Lake &amp; Ingestion, Catalogue, MDM, RDM, DF&amp;I, TTA)</a:t>
            </a:r>
          </a:p>
        </p:txBody>
      </p:sp>
      <p:sp>
        <p:nvSpPr>
          <p:cNvPr id="84" name="Arrow: Pentagon 83">
            <a:extLst>
              <a:ext uri="{FF2B5EF4-FFF2-40B4-BE49-F238E27FC236}">
                <a16:creationId xmlns:a16="http://schemas.microsoft.com/office/drawing/2014/main" id="{8A912573-A54E-4CDA-869F-330EF47289AC}"/>
              </a:ext>
            </a:extLst>
          </p:cNvPr>
          <p:cNvSpPr/>
          <p:nvPr/>
        </p:nvSpPr>
        <p:spPr>
          <a:xfrm>
            <a:off x="1415660" y="2942099"/>
            <a:ext cx="5037397" cy="252000"/>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Digital Lab (ELN, LIMS , Reagent tracking)</a:t>
            </a:r>
          </a:p>
        </p:txBody>
      </p:sp>
      <p:sp>
        <p:nvSpPr>
          <p:cNvPr id="90" name="Arrow: Pentagon 89">
            <a:extLst>
              <a:ext uri="{FF2B5EF4-FFF2-40B4-BE49-F238E27FC236}">
                <a16:creationId xmlns:a16="http://schemas.microsoft.com/office/drawing/2014/main" id="{27263711-AD27-4F0A-8499-1C1F19278176}"/>
              </a:ext>
            </a:extLst>
          </p:cNvPr>
          <p:cNvSpPr/>
          <p:nvPr/>
        </p:nvSpPr>
        <p:spPr>
          <a:xfrm>
            <a:off x="6477934" y="3972615"/>
            <a:ext cx="5048212"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t>Drug Development Data Platform (3DP)</a:t>
            </a:r>
          </a:p>
        </p:txBody>
      </p:sp>
      <p:sp>
        <p:nvSpPr>
          <p:cNvPr id="91" name="Arrow: Pentagon 90">
            <a:extLst>
              <a:ext uri="{FF2B5EF4-FFF2-40B4-BE49-F238E27FC236}">
                <a16:creationId xmlns:a16="http://schemas.microsoft.com/office/drawing/2014/main" id="{426B5970-1EAD-41F5-A7CE-C15959F4B5F6}"/>
              </a:ext>
            </a:extLst>
          </p:cNvPr>
          <p:cNvSpPr/>
          <p:nvPr/>
        </p:nvSpPr>
        <p:spPr>
          <a:xfrm>
            <a:off x="1415660" y="4312693"/>
            <a:ext cx="1683503"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Omics</a:t>
            </a:r>
          </a:p>
        </p:txBody>
      </p:sp>
      <p:sp>
        <p:nvSpPr>
          <p:cNvPr id="92" name="Arrow: Pentagon 91">
            <a:extLst>
              <a:ext uri="{FF2B5EF4-FFF2-40B4-BE49-F238E27FC236}">
                <a16:creationId xmlns:a16="http://schemas.microsoft.com/office/drawing/2014/main" id="{191CC628-70BF-4DB7-8285-2ABF09B7E7BD}"/>
              </a:ext>
            </a:extLst>
          </p:cNvPr>
          <p:cNvSpPr/>
          <p:nvPr/>
        </p:nvSpPr>
        <p:spPr>
          <a:xfrm>
            <a:off x="7838152" y="3632185"/>
            <a:ext cx="1953105"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(Reg Control Tower)</a:t>
            </a:r>
          </a:p>
        </p:txBody>
      </p:sp>
      <p:sp>
        <p:nvSpPr>
          <p:cNvPr id="93" name="Arrow: Pentagon 92">
            <a:extLst>
              <a:ext uri="{FF2B5EF4-FFF2-40B4-BE49-F238E27FC236}">
                <a16:creationId xmlns:a16="http://schemas.microsoft.com/office/drawing/2014/main" id="{D9A1AF22-02FD-4392-976A-50BDD9582B94}"/>
              </a:ext>
            </a:extLst>
          </p:cNvPr>
          <p:cNvSpPr/>
          <p:nvPr/>
        </p:nvSpPr>
        <p:spPr>
          <a:xfrm>
            <a:off x="7231102" y="2126907"/>
            <a:ext cx="4282325"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Regulatory &amp; Quality Management</a:t>
            </a:r>
          </a:p>
        </p:txBody>
      </p:sp>
      <p:sp>
        <p:nvSpPr>
          <p:cNvPr id="96" name="Arrow: Pentagon 95">
            <a:extLst>
              <a:ext uri="{FF2B5EF4-FFF2-40B4-BE49-F238E27FC236}">
                <a16:creationId xmlns:a16="http://schemas.microsoft.com/office/drawing/2014/main" id="{6EBEF8FA-C935-4DA3-B3EC-174C3FF0B5D6}"/>
              </a:ext>
            </a:extLst>
          </p:cNvPr>
          <p:cNvSpPr/>
          <p:nvPr/>
        </p:nvSpPr>
        <p:spPr>
          <a:xfrm>
            <a:off x="4790266" y="3282779"/>
            <a:ext cx="166114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Invivo</a:t>
            </a:r>
          </a:p>
        </p:txBody>
      </p:sp>
      <p:sp>
        <p:nvSpPr>
          <p:cNvPr id="98" name="Arrow: Pentagon 97">
            <a:extLst>
              <a:ext uri="{FF2B5EF4-FFF2-40B4-BE49-F238E27FC236}">
                <a16:creationId xmlns:a16="http://schemas.microsoft.com/office/drawing/2014/main" id="{7AE69936-E3FF-42CB-82A5-8748A32D4A46}"/>
              </a:ext>
            </a:extLst>
          </p:cNvPr>
          <p:cNvSpPr/>
          <p:nvPr/>
        </p:nvSpPr>
        <p:spPr>
          <a:xfrm>
            <a:off x="6466505" y="3290696"/>
            <a:ext cx="1649951"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defRPr/>
            </a:pPr>
            <a:r>
              <a:rPr kumimoji="0" lang="en-US" sz="800" b="0" i="0" u="none" strike="noStrike" kern="1200" cap="none" spc="0" normalizeH="0" baseline="0" noProof="0">
                <a:ln>
                  <a:noFill/>
                </a:ln>
                <a:solidFill>
                  <a:schemeClr val="bg1"/>
                </a:solidFill>
                <a:effectLst/>
                <a:uLnTx/>
                <a:uFillTx/>
                <a:latin typeface="Calibri"/>
                <a:ea typeface="+mn-ea"/>
                <a:cs typeface="Arial"/>
              </a:rPr>
              <a:t>Digital </a:t>
            </a:r>
            <a:r>
              <a:rPr lang="en-US" sz="800">
                <a:solidFill>
                  <a:schemeClr val="bg1"/>
                </a:solidFill>
                <a:latin typeface="Calibri"/>
                <a:cs typeface="Arial"/>
              </a:rPr>
              <a:t>Patient</a:t>
            </a:r>
            <a:r>
              <a:rPr kumimoji="0" lang="en-US" sz="800" b="0" i="0" u="none" strike="noStrike" kern="1200" cap="none" spc="0" normalizeH="0" baseline="0" noProof="0">
                <a:ln>
                  <a:noFill/>
                </a:ln>
                <a:solidFill>
                  <a:schemeClr val="bg1"/>
                </a:solidFill>
                <a:effectLst/>
                <a:uLnTx/>
                <a:uFillTx/>
                <a:latin typeface="Calibri"/>
                <a:ea typeface="+mn-ea"/>
                <a:cs typeface="Arial"/>
              </a:rPr>
              <a:t> Solutions (DPS)</a:t>
            </a:r>
            <a:endPar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endParaRPr>
          </a:p>
        </p:txBody>
      </p:sp>
      <p:sp>
        <p:nvSpPr>
          <p:cNvPr id="99" name="Arrow: Pentagon 98">
            <a:extLst>
              <a:ext uri="{FF2B5EF4-FFF2-40B4-BE49-F238E27FC236}">
                <a16:creationId xmlns:a16="http://schemas.microsoft.com/office/drawing/2014/main" id="{5DCDFE48-2FBF-40A7-A657-7944888183B6}"/>
              </a:ext>
            </a:extLst>
          </p:cNvPr>
          <p:cNvSpPr/>
          <p:nvPr/>
        </p:nvSpPr>
        <p:spPr>
          <a:xfrm>
            <a:off x="4812769" y="3632185"/>
            <a:ext cx="3312155" cy="252000"/>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Study Design &amp; Intelligence</a:t>
            </a:r>
          </a:p>
        </p:txBody>
      </p:sp>
      <p:sp>
        <p:nvSpPr>
          <p:cNvPr id="100" name="Arrow: Pentagon 99">
            <a:extLst>
              <a:ext uri="{FF2B5EF4-FFF2-40B4-BE49-F238E27FC236}">
                <a16:creationId xmlns:a16="http://schemas.microsoft.com/office/drawing/2014/main" id="{5E4FA919-BF43-4A89-8E66-85B674711243}"/>
              </a:ext>
            </a:extLst>
          </p:cNvPr>
          <p:cNvSpPr/>
          <p:nvPr/>
        </p:nvSpPr>
        <p:spPr>
          <a:xfrm>
            <a:off x="6466505" y="2946385"/>
            <a:ext cx="1651243"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Operational Clinical Development</a:t>
            </a:r>
          </a:p>
        </p:txBody>
      </p:sp>
      <p:sp>
        <p:nvSpPr>
          <p:cNvPr id="101" name="Arrow: Pentagon 100">
            <a:extLst>
              <a:ext uri="{FF2B5EF4-FFF2-40B4-BE49-F238E27FC236}">
                <a16:creationId xmlns:a16="http://schemas.microsoft.com/office/drawing/2014/main" id="{FE9654D8-5093-42A6-97A0-B3DB54CC5DD9}"/>
              </a:ext>
            </a:extLst>
          </p:cNvPr>
          <p:cNvSpPr/>
          <p:nvPr/>
        </p:nvSpPr>
        <p:spPr>
          <a:xfrm>
            <a:off x="3120687" y="4312693"/>
            <a:ext cx="5004237"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Imaging</a:t>
            </a:r>
          </a:p>
        </p:txBody>
      </p:sp>
      <p:cxnSp>
        <p:nvCxnSpPr>
          <p:cNvPr id="13" name="Straight Connector 12">
            <a:extLst>
              <a:ext uri="{FF2B5EF4-FFF2-40B4-BE49-F238E27FC236}">
                <a16:creationId xmlns:a16="http://schemas.microsoft.com/office/drawing/2014/main" id="{A4F8BEC8-C026-47DE-AF11-00F713BA5543}"/>
              </a:ext>
            </a:extLst>
          </p:cNvPr>
          <p:cNvCxnSpPr>
            <a:cxnSpLocks/>
          </p:cNvCxnSpPr>
          <p:nvPr/>
        </p:nvCxnSpPr>
        <p:spPr>
          <a:xfrm>
            <a:off x="1407989" y="1718824"/>
            <a:ext cx="17765" cy="4104000"/>
          </a:xfrm>
          <a:prstGeom prst="line">
            <a:avLst/>
          </a:prstGeom>
          <a:ln w="15875">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EE439D2-D18B-2C48-8BAC-070AB45A9D16}"/>
              </a:ext>
            </a:extLst>
          </p:cNvPr>
          <p:cNvSpPr txBox="1"/>
          <p:nvPr/>
        </p:nvSpPr>
        <p:spPr>
          <a:xfrm>
            <a:off x="1405075" y="1239235"/>
            <a:ext cx="395611" cy="494570"/>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55" name="TextBox 54">
            <a:extLst>
              <a:ext uri="{FF2B5EF4-FFF2-40B4-BE49-F238E27FC236}">
                <a16:creationId xmlns:a16="http://schemas.microsoft.com/office/drawing/2014/main" id="{36E3F960-00C5-C348-8298-00C84F121721}"/>
              </a:ext>
            </a:extLst>
          </p:cNvPr>
          <p:cNvSpPr txBox="1"/>
          <p:nvPr/>
        </p:nvSpPr>
        <p:spPr>
          <a:xfrm>
            <a:off x="3167230" y="1232172"/>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6" name="TextBox 55">
            <a:extLst>
              <a:ext uri="{FF2B5EF4-FFF2-40B4-BE49-F238E27FC236}">
                <a16:creationId xmlns:a16="http://schemas.microsoft.com/office/drawing/2014/main" id="{78FE5182-D5DA-144D-83EE-93A9D6501EDF}"/>
              </a:ext>
            </a:extLst>
          </p:cNvPr>
          <p:cNvSpPr txBox="1"/>
          <p:nvPr/>
        </p:nvSpPr>
        <p:spPr>
          <a:xfrm>
            <a:off x="4846573" y="1229874"/>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3</a:t>
            </a:r>
          </a:p>
        </p:txBody>
      </p:sp>
      <p:sp>
        <p:nvSpPr>
          <p:cNvPr id="57" name="TextBox 56">
            <a:extLst>
              <a:ext uri="{FF2B5EF4-FFF2-40B4-BE49-F238E27FC236}">
                <a16:creationId xmlns:a16="http://schemas.microsoft.com/office/drawing/2014/main" id="{9E8EBFD2-2209-BB46-91B7-11EA550B2301}"/>
              </a:ext>
            </a:extLst>
          </p:cNvPr>
          <p:cNvSpPr txBox="1"/>
          <p:nvPr/>
        </p:nvSpPr>
        <p:spPr>
          <a:xfrm>
            <a:off x="6525916" y="1238620"/>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4</a:t>
            </a:r>
          </a:p>
        </p:txBody>
      </p:sp>
      <p:sp>
        <p:nvSpPr>
          <p:cNvPr id="58" name="TextBox 57">
            <a:extLst>
              <a:ext uri="{FF2B5EF4-FFF2-40B4-BE49-F238E27FC236}">
                <a16:creationId xmlns:a16="http://schemas.microsoft.com/office/drawing/2014/main" id="{79A79F21-F7F6-CF41-8295-51A70F811EDA}"/>
              </a:ext>
            </a:extLst>
          </p:cNvPr>
          <p:cNvSpPr txBox="1"/>
          <p:nvPr/>
        </p:nvSpPr>
        <p:spPr>
          <a:xfrm>
            <a:off x="8205259" y="1237606"/>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5</a:t>
            </a:r>
          </a:p>
        </p:txBody>
      </p:sp>
      <p:sp>
        <p:nvSpPr>
          <p:cNvPr id="59" name="TextBox 58">
            <a:extLst>
              <a:ext uri="{FF2B5EF4-FFF2-40B4-BE49-F238E27FC236}">
                <a16:creationId xmlns:a16="http://schemas.microsoft.com/office/drawing/2014/main" id="{3233C250-3D45-6E46-A1A9-48E71D363F8D}"/>
              </a:ext>
            </a:extLst>
          </p:cNvPr>
          <p:cNvSpPr txBox="1"/>
          <p:nvPr/>
        </p:nvSpPr>
        <p:spPr>
          <a:xfrm>
            <a:off x="9884603" y="1234341"/>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6</a:t>
            </a:r>
          </a:p>
        </p:txBody>
      </p:sp>
      <p:sp>
        <p:nvSpPr>
          <p:cNvPr id="15" name="TextBox 14">
            <a:extLst>
              <a:ext uri="{FF2B5EF4-FFF2-40B4-BE49-F238E27FC236}">
                <a16:creationId xmlns:a16="http://schemas.microsoft.com/office/drawing/2014/main" id="{773DA2B9-5BEC-B949-B79E-F3CC0D554C5F}"/>
              </a:ext>
            </a:extLst>
          </p:cNvPr>
          <p:cNvSpPr txBox="1"/>
          <p:nvPr/>
        </p:nvSpPr>
        <p:spPr>
          <a:xfrm>
            <a:off x="927359" y="1812038"/>
            <a:ext cx="479954" cy="969725"/>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Traditional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66" name="TextBox 65">
            <a:extLst>
              <a:ext uri="{FF2B5EF4-FFF2-40B4-BE49-F238E27FC236}">
                <a16:creationId xmlns:a16="http://schemas.microsoft.com/office/drawing/2014/main" id="{8008D8B3-9EC3-4840-9F41-78866264F076}"/>
              </a:ext>
            </a:extLst>
          </p:cNvPr>
          <p:cNvSpPr txBox="1"/>
          <p:nvPr/>
        </p:nvSpPr>
        <p:spPr>
          <a:xfrm>
            <a:off x="933100" y="2881305"/>
            <a:ext cx="479954" cy="2418032"/>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R&amp;D IT </a:t>
            </a:r>
            <a:b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b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Product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49" name="Arrow: Pentagon 48">
            <a:extLst>
              <a:ext uri="{FF2B5EF4-FFF2-40B4-BE49-F238E27FC236}">
                <a16:creationId xmlns:a16="http://schemas.microsoft.com/office/drawing/2014/main" id="{A7623E7C-18AD-4B7F-99F9-C99CBB760B00}"/>
              </a:ext>
            </a:extLst>
          </p:cNvPr>
          <p:cNvSpPr/>
          <p:nvPr/>
        </p:nvSpPr>
        <p:spPr>
          <a:xfrm>
            <a:off x="3116259" y="3286003"/>
            <a:ext cx="1658229" cy="256693"/>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Augmented DMTA</a:t>
            </a:r>
          </a:p>
        </p:txBody>
      </p:sp>
      <p:sp>
        <p:nvSpPr>
          <p:cNvPr id="53" name="Rectangle 52">
            <a:extLst>
              <a:ext uri="{FF2B5EF4-FFF2-40B4-BE49-F238E27FC236}">
                <a16:creationId xmlns:a16="http://schemas.microsoft.com/office/drawing/2014/main" id="{4DB51CD8-0613-45C0-8F49-96B855CD5376}"/>
              </a:ext>
            </a:extLst>
          </p:cNvPr>
          <p:cNvSpPr/>
          <p:nvPr/>
        </p:nvSpPr>
        <p:spPr>
          <a:xfrm>
            <a:off x="2648069" y="6289328"/>
            <a:ext cx="900000" cy="39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On track to become platform</a:t>
            </a:r>
          </a:p>
        </p:txBody>
      </p:sp>
      <p:sp>
        <p:nvSpPr>
          <p:cNvPr id="12" name="TextBox 11">
            <a:extLst>
              <a:ext uri="{FF2B5EF4-FFF2-40B4-BE49-F238E27FC236}">
                <a16:creationId xmlns:a16="http://schemas.microsoft.com/office/drawing/2014/main" id="{A951A39D-2B3B-437A-8911-A1EB06B8232D}"/>
              </a:ext>
            </a:extLst>
          </p:cNvPr>
          <p:cNvSpPr txBox="1"/>
          <p:nvPr/>
        </p:nvSpPr>
        <p:spPr>
          <a:xfrm>
            <a:off x="678573" y="6342129"/>
            <a:ext cx="643061" cy="276999"/>
          </a:xfrm>
          <a:prstGeom prst="rect">
            <a:avLst/>
          </a:prstGeom>
          <a:noFill/>
        </p:spPr>
        <p:txBody>
          <a:bodyPr wrap="none" rtlCol="0">
            <a:spAutoFit/>
          </a:bodyPr>
          <a:lstStyle/>
          <a:p>
            <a:pPr algn="l">
              <a:spcAft>
                <a:spcPts val="600"/>
              </a:spcAft>
            </a:pPr>
            <a:r>
              <a:rPr lang="en-US" sz="1200" b="1"/>
              <a:t>Legend</a:t>
            </a:r>
          </a:p>
        </p:txBody>
      </p:sp>
      <p:sp>
        <p:nvSpPr>
          <p:cNvPr id="60" name="Arrow: Pentagon 59">
            <a:extLst>
              <a:ext uri="{FF2B5EF4-FFF2-40B4-BE49-F238E27FC236}">
                <a16:creationId xmlns:a16="http://schemas.microsoft.com/office/drawing/2014/main" id="{869084A8-4A1D-4C24-914E-02911BB36062}"/>
              </a:ext>
            </a:extLst>
          </p:cNvPr>
          <p:cNvSpPr/>
          <p:nvPr/>
        </p:nvSpPr>
        <p:spPr>
          <a:xfrm>
            <a:off x="1405525" y="3970341"/>
            <a:ext cx="335479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BIKG</a:t>
            </a:r>
          </a:p>
        </p:txBody>
      </p:sp>
      <p:sp>
        <p:nvSpPr>
          <p:cNvPr id="61" name="Arrow: Pentagon 60">
            <a:extLst>
              <a:ext uri="{FF2B5EF4-FFF2-40B4-BE49-F238E27FC236}">
                <a16:creationId xmlns:a16="http://schemas.microsoft.com/office/drawing/2014/main" id="{E7A8A8BA-6AE6-4FB6-8C91-029D57EA85B3}"/>
              </a:ext>
            </a:extLst>
          </p:cNvPr>
          <p:cNvSpPr/>
          <p:nvPr/>
        </p:nvSpPr>
        <p:spPr>
          <a:xfrm>
            <a:off x="1415660" y="4647479"/>
            <a:ext cx="6723371"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Scientific Compute Platform</a:t>
            </a:r>
          </a:p>
        </p:txBody>
      </p:sp>
      <p:sp>
        <p:nvSpPr>
          <p:cNvPr id="62" name="Rectangle 61">
            <a:extLst>
              <a:ext uri="{FF2B5EF4-FFF2-40B4-BE49-F238E27FC236}">
                <a16:creationId xmlns:a16="http://schemas.microsoft.com/office/drawing/2014/main" id="{D4B1CBCA-EC04-4DAF-A2A8-E86F66917934}"/>
              </a:ext>
            </a:extLst>
          </p:cNvPr>
          <p:cNvSpPr/>
          <p:nvPr/>
        </p:nvSpPr>
        <p:spPr>
          <a:xfrm>
            <a:off x="678575" y="5123676"/>
            <a:ext cx="10834850" cy="904266"/>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63" name="TextBox 62">
            <a:extLst>
              <a:ext uri="{FF2B5EF4-FFF2-40B4-BE49-F238E27FC236}">
                <a16:creationId xmlns:a16="http://schemas.microsoft.com/office/drawing/2014/main" id="{996C4990-D8A3-49C3-A93E-E1C2653F777E}"/>
              </a:ext>
            </a:extLst>
          </p:cNvPr>
          <p:cNvSpPr txBox="1"/>
          <p:nvPr/>
        </p:nvSpPr>
        <p:spPr>
          <a:xfrm>
            <a:off x="927359" y="5127603"/>
            <a:ext cx="479954" cy="969725"/>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Enterprise  Product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8" name="Arrow: Right 7">
            <a:extLst>
              <a:ext uri="{FF2B5EF4-FFF2-40B4-BE49-F238E27FC236}">
                <a16:creationId xmlns:a16="http://schemas.microsoft.com/office/drawing/2014/main" id="{CFB69ECF-DFD1-4877-9822-F096E0D19323}"/>
              </a:ext>
            </a:extLst>
          </p:cNvPr>
          <p:cNvSpPr/>
          <p:nvPr/>
        </p:nvSpPr>
        <p:spPr>
          <a:xfrm rot="5400000">
            <a:off x="8683472" y="2586518"/>
            <a:ext cx="698761" cy="700454"/>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64" name="Arrow: Pentagon 63">
            <a:extLst>
              <a:ext uri="{FF2B5EF4-FFF2-40B4-BE49-F238E27FC236}">
                <a16:creationId xmlns:a16="http://schemas.microsoft.com/office/drawing/2014/main" id="{6DEC0161-987C-4B42-8755-B11149001515}"/>
              </a:ext>
            </a:extLst>
          </p:cNvPr>
          <p:cNvSpPr/>
          <p:nvPr/>
        </p:nvSpPr>
        <p:spPr>
          <a:xfrm>
            <a:off x="6618906" y="2460797"/>
            <a:ext cx="4894520"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Pharmacovigilance Management</a:t>
            </a:r>
          </a:p>
        </p:txBody>
      </p:sp>
      <p:sp>
        <p:nvSpPr>
          <p:cNvPr id="67" name="Rectangle 66">
            <a:extLst>
              <a:ext uri="{FF2B5EF4-FFF2-40B4-BE49-F238E27FC236}">
                <a16:creationId xmlns:a16="http://schemas.microsoft.com/office/drawing/2014/main" id="{F16DE1CA-C69E-4963-9413-78E39A0F1521}"/>
              </a:ext>
            </a:extLst>
          </p:cNvPr>
          <p:cNvSpPr/>
          <p:nvPr/>
        </p:nvSpPr>
        <p:spPr>
          <a:xfrm>
            <a:off x="5573628" y="6289328"/>
            <a:ext cx="900000" cy="39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Enterprise Platforms</a:t>
            </a:r>
          </a:p>
        </p:txBody>
      </p:sp>
    </p:spTree>
    <p:extLst>
      <p:ext uri="{BB962C8B-B14F-4D97-AF65-F5344CB8AC3E}">
        <p14:creationId xmlns:p14="http://schemas.microsoft.com/office/powerpoint/2010/main" val="1371815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E27CA2D-2EAB-4BEC-950B-428CC872A38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4E27CA2D-2EAB-4BEC-950B-428CC872A38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0" name="Title 139"/>
          <p:cNvSpPr>
            <a:spLocks noGrp="1"/>
          </p:cNvSpPr>
          <p:nvPr>
            <p:ph type="title"/>
          </p:nvPr>
        </p:nvSpPr>
        <p:spPr/>
        <p:txBody>
          <a:bodyPr vert="horz"/>
          <a:lstStyle/>
          <a:p>
            <a:r>
              <a:rPr lang="en-GB"/>
              <a:t>R&amp;D IT Platforms Teams – June 2022 View</a:t>
            </a:r>
            <a:endParaRPr lang="en-US">
              <a:highlight>
                <a:srgbClr val="FFFF00"/>
              </a:highlight>
            </a:endParaRPr>
          </a:p>
        </p:txBody>
      </p:sp>
      <p:sp>
        <p:nvSpPr>
          <p:cNvPr id="26" name="Date Placeholder 2">
            <a:extLst>
              <a:ext uri="{FF2B5EF4-FFF2-40B4-BE49-F238E27FC236}">
                <a16:creationId xmlns:a16="http://schemas.microsoft.com/office/drawing/2014/main" id="{0B176A97-C2DE-CC40-ACB7-C68B3692163B}"/>
              </a:ext>
            </a:extLst>
          </p:cNvPr>
          <p:cNvSpPr txBox="1">
            <a:spLocks/>
          </p:cNvSpPr>
          <p:nvPr/>
        </p:nvSpPr>
        <p:spPr>
          <a:xfrm>
            <a:off x="10079789" y="6619128"/>
            <a:ext cx="1279358" cy="309145"/>
          </a:xfrm>
          <a:prstGeom prst="rect">
            <a:avLst/>
          </a:prstGeom>
        </p:spPr>
        <p:txBody>
          <a:bodyPr anchor="ctr"/>
          <a:lstStyle>
            <a:lvl1pPr marL="0" indent="0" algn="l" defTabSz="609585" rtl="0" eaLnBrk="1" latinLnBrk="0" hangingPunct="1">
              <a:lnSpc>
                <a:spcPct val="100000"/>
              </a:lnSpc>
              <a:spcBef>
                <a:spcPts val="0"/>
              </a:spcBef>
              <a:buFont typeface="Arial"/>
              <a:buNone/>
              <a:defRPr sz="2933" kern="1200">
                <a:solidFill>
                  <a:schemeClr val="accent2"/>
                </a:solidFill>
                <a:latin typeface="Arial" pitchFamily="34" charset="0"/>
                <a:ea typeface="+mn-ea"/>
                <a:cs typeface="Arial" pitchFamily="34" charset="0"/>
              </a:defRPr>
            </a:lvl1pPr>
            <a:lvl2pPr marL="457189" indent="0" algn="ctr" defTabSz="609585" rtl="0" eaLnBrk="1" latinLnBrk="0" hangingPunct="1">
              <a:spcBef>
                <a:spcPct val="20000"/>
              </a:spcBef>
              <a:buFont typeface="Arial"/>
              <a:buNone/>
              <a:defRPr sz="3733" kern="1200">
                <a:solidFill>
                  <a:schemeClr val="tx1">
                    <a:tint val="75000"/>
                  </a:schemeClr>
                </a:solidFill>
                <a:latin typeface="+mn-lt"/>
                <a:ea typeface="+mn-ea"/>
                <a:cs typeface="+mn-cs"/>
              </a:defRPr>
            </a:lvl2pPr>
            <a:lvl3pPr marL="914377" indent="0" algn="ctr" defTabSz="609585" rtl="0" eaLnBrk="1" latinLnBrk="0" hangingPunct="1">
              <a:spcBef>
                <a:spcPct val="20000"/>
              </a:spcBef>
              <a:buFont typeface="Arial"/>
              <a:buNone/>
              <a:defRPr sz="3200" kern="1200">
                <a:solidFill>
                  <a:schemeClr val="tx1">
                    <a:tint val="75000"/>
                  </a:schemeClr>
                </a:solidFill>
                <a:latin typeface="+mn-lt"/>
                <a:ea typeface="+mn-ea"/>
                <a:cs typeface="+mn-cs"/>
              </a:defRPr>
            </a:lvl3pPr>
            <a:lvl4pPr marL="1371566"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4pPr>
            <a:lvl5pPr marL="1828754"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5pPr>
            <a:lvl6pPr marL="2285943"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6pPr>
            <a:lvl7pPr marL="2743131"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7pPr>
            <a:lvl8pPr marL="3200320"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8pPr>
            <a:lvl9pPr marL="3657509"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 typeface="Arial"/>
              <a:buNone/>
              <a:tabLst/>
              <a:defRPr/>
            </a:pP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 name="Rectangle 9">
            <a:extLst>
              <a:ext uri="{FF2B5EF4-FFF2-40B4-BE49-F238E27FC236}">
                <a16:creationId xmlns:a16="http://schemas.microsoft.com/office/drawing/2014/main" id="{4EE6817E-39FC-42CB-A7BB-DBAED96CF953}"/>
              </a:ext>
            </a:extLst>
          </p:cNvPr>
          <p:cNvSpPr/>
          <p:nvPr/>
        </p:nvSpPr>
        <p:spPr>
          <a:xfrm>
            <a:off x="1672883" y="6289328"/>
            <a:ext cx="900000" cy="39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F4444"/>
                </a:solidFill>
                <a:effectLst/>
                <a:uLnTx/>
                <a:uFillTx/>
                <a:latin typeface="Calibri"/>
                <a:ea typeface="+mn-ea"/>
                <a:cs typeface="Arial" panose="020B0604020202020204" pitchFamily="34" charset="0"/>
              </a:rPr>
              <a:t>Non- Platform</a:t>
            </a:r>
          </a:p>
        </p:txBody>
      </p:sp>
      <p:sp>
        <p:nvSpPr>
          <p:cNvPr id="104" name="Rectangle 103">
            <a:extLst>
              <a:ext uri="{FF2B5EF4-FFF2-40B4-BE49-F238E27FC236}">
                <a16:creationId xmlns:a16="http://schemas.microsoft.com/office/drawing/2014/main" id="{4B6FC22D-9E03-41D5-A7A5-A8CE0D6990E2}"/>
              </a:ext>
            </a:extLst>
          </p:cNvPr>
          <p:cNvSpPr/>
          <p:nvPr/>
        </p:nvSpPr>
        <p:spPr>
          <a:xfrm>
            <a:off x="4598441" y="6289328"/>
            <a:ext cx="900000" cy="39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No scope change 2021</a:t>
            </a:r>
          </a:p>
        </p:txBody>
      </p:sp>
      <p:sp>
        <p:nvSpPr>
          <p:cNvPr id="105" name="Rectangle 104">
            <a:extLst>
              <a:ext uri="{FF2B5EF4-FFF2-40B4-BE49-F238E27FC236}">
                <a16:creationId xmlns:a16="http://schemas.microsoft.com/office/drawing/2014/main" id="{EE7D4B99-2920-4E51-A067-B376F3941615}"/>
              </a:ext>
            </a:extLst>
          </p:cNvPr>
          <p:cNvSpPr/>
          <p:nvPr/>
        </p:nvSpPr>
        <p:spPr>
          <a:xfrm>
            <a:off x="3623255" y="6289328"/>
            <a:ext cx="900000" cy="39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Scope  change 2021</a:t>
            </a:r>
          </a:p>
        </p:txBody>
      </p:sp>
      <p:sp>
        <p:nvSpPr>
          <p:cNvPr id="65" name="Rectangle 64">
            <a:extLst>
              <a:ext uri="{FF2B5EF4-FFF2-40B4-BE49-F238E27FC236}">
                <a16:creationId xmlns:a16="http://schemas.microsoft.com/office/drawing/2014/main" id="{5E7B44F0-D91B-AC4E-9BC9-314B8D371810}"/>
              </a:ext>
            </a:extLst>
          </p:cNvPr>
          <p:cNvSpPr/>
          <p:nvPr/>
        </p:nvSpPr>
        <p:spPr>
          <a:xfrm>
            <a:off x="678574" y="2866037"/>
            <a:ext cx="10834851" cy="2140533"/>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4" name="Rectangle 13">
            <a:extLst>
              <a:ext uri="{FF2B5EF4-FFF2-40B4-BE49-F238E27FC236}">
                <a16:creationId xmlns:a16="http://schemas.microsoft.com/office/drawing/2014/main" id="{7CD3C4D0-77B7-7F49-A380-24DF2F97C10A}"/>
              </a:ext>
            </a:extLst>
          </p:cNvPr>
          <p:cNvSpPr/>
          <p:nvPr/>
        </p:nvSpPr>
        <p:spPr>
          <a:xfrm>
            <a:off x="678575" y="1808111"/>
            <a:ext cx="10834850" cy="973652"/>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07" name="Straight Connector 106">
            <a:extLst>
              <a:ext uri="{FF2B5EF4-FFF2-40B4-BE49-F238E27FC236}">
                <a16:creationId xmlns:a16="http://schemas.microsoft.com/office/drawing/2014/main" id="{02360B65-280B-483E-A0B8-669C1E15DF94}"/>
              </a:ext>
            </a:extLst>
          </p:cNvPr>
          <p:cNvCxnSpPr>
            <a:cxnSpLocks/>
          </p:cNvCxnSpPr>
          <p:nvPr/>
        </p:nvCxnSpPr>
        <p:spPr>
          <a:xfrm>
            <a:off x="3096166" y="1718824"/>
            <a:ext cx="17345" cy="4104000"/>
          </a:xfrm>
          <a:prstGeom prst="line">
            <a:avLst/>
          </a:prstGeom>
          <a:ln w="15875">
            <a:solidFill>
              <a:srgbClr val="830051"/>
            </a:solidFill>
            <a:prstDash val="soli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F06A678-9081-4830-A69B-F23591F24158}"/>
              </a:ext>
            </a:extLst>
          </p:cNvPr>
          <p:cNvCxnSpPr>
            <a:cxnSpLocks/>
          </p:cNvCxnSpPr>
          <p:nvPr/>
        </p:nvCxnSpPr>
        <p:spPr>
          <a:xfrm>
            <a:off x="4774550" y="1718824"/>
            <a:ext cx="14107" cy="4104000"/>
          </a:xfrm>
          <a:prstGeom prst="line">
            <a:avLst/>
          </a:prstGeom>
          <a:ln w="15875">
            <a:solidFill>
              <a:srgbClr val="68D2DF"/>
            </a:solidFill>
            <a:prstDash val="soli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8E6783E-7D5D-4235-A2FB-12986D298CF4}"/>
              </a:ext>
            </a:extLst>
          </p:cNvPr>
          <p:cNvCxnSpPr>
            <a:cxnSpLocks/>
          </p:cNvCxnSpPr>
          <p:nvPr/>
        </p:nvCxnSpPr>
        <p:spPr>
          <a:xfrm>
            <a:off x="6458592" y="1718824"/>
            <a:ext cx="14107" cy="4104000"/>
          </a:xfrm>
          <a:prstGeom prst="line">
            <a:avLst/>
          </a:prstGeom>
          <a:ln w="15875">
            <a:solidFill>
              <a:srgbClr val="C4D600"/>
            </a:solidFill>
            <a:prstDash val="soli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64D736D-577B-48C3-B238-BFEAB9FA01D4}"/>
              </a:ext>
            </a:extLst>
          </p:cNvPr>
          <p:cNvCxnSpPr>
            <a:cxnSpLocks/>
          </p:cNvCxnSpPr>
          <p:nvPr/>
        </p:nvCxnSpPr>
        <p:spPr>
          <a:xfrm>
            <a:off x="8124924" y="1718824"/>
            <a:ext cx="14107" cy="4104000"/>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242B50A-FB33-434E-890C-80BD403613D9}"/>
              </a:ext>
            </a:extLst>
          </p:cNvPr>
          <p:cNvCxnSpPr>
            <a:cxnSpLocks/>
          </p:cNvCxnSpPr>
          <p:nvPr/>
        </p:nvCxnSpPr>
        <p:spPr>
          <a:xfrm>
            <a:off x="9807674" y="1718824"/>
            <a:ext cx="14107" cy="4104000"/>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sp>
        <p:nvSpPr>
          <p:cNvPr id="38" name="Arrow: Pentagon 276">
            <a:extLst>
              <a:ext uri="{FF2B5EF4-FFF2-40B4-BE49-F238E27FC236}">
                <a16:creationId xmlns:a16="http://schemas.microsoft.com/office/drawing/2014/main" id="{21109523-26F7-48E5-BFD7-D778DB36BA2E}"/>
              </a:ext>
            </a:extLst>
          </p:cNvPr>
          <p:cNvSpPr/>
          <p:nvPr/>
        </p:nvSpPr>
        <p:spPr>
          <a:xfrm>
            <a:off x="1401126" y="1232172"/>
            <a:ext cx="1712930" cy="503803"/>
          </a:xfrm>
          <a:prstGeom prst="homePlate">
            <a:avLst>
              <a:gd name="adj" fmla="val 24843"/>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Target Discovery</a:t>
            </a:r>
          </a:p>
        </p:txBody>
      </p:sp>
      <p:sp>
        <p:nvSpPr>
          <p:cNvPr id="68" name="Arrow: Pentagon 277">
            <a:extLst>
              <a:ext uri="{FF2B5EF4-FFF2-40B4-BE49-F238E27FC236}">
                <a16:creationId xmlns:a16="http://schemas.microsoft.com/office/drawing/2014/main" id="{5339E8D1-3B23-4884-A8B9-709CF546E8C1}"/>
              </a:ext>
            </a:extLst>
          </p:cNvPr>
          <p:cNvSpPr/>
          <p:nvPr/>
        </p:nvSpPr>
        <p:spPr>
          <a:xfrm>
            <a:off x="3086506"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Drug Discovery</a:t>
            </a:r>
          </a:p>
        </p:txBody>
      </p:sp>
      <p:sp>
        <p:nvSpPr>
          <p:cNvPr id="69" name="Arrow: Pentagon 277">
            <a:extLst>
              <a:ext uri="{FF2B5EF4-FFF2-40B4-BE49-F238E27FC236}">
                <a16:creationId xmlns:a16="http://schemas.microsoft.com/office/drawing/2014/main" id="{881D8D5B-3F46-4AB6-B996-0E63979F7B6D}"/>
              </a:ext>
            </a:extLst>
          </p:cNvPr>
          <p:cNvSpPr/>
          <p:nvPr/>
        </p:nvSpPr>
        <p:spPr>
          <a:xfrm>
            <a:off x="4765004"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Pre-Clinical </a:t>
            </a:r>
          </a:p>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Science</a:t>
            </a:r>
          </a:p>
        </p:txBody>
      </p:sp>
      <p:sp>
        <p:nvSpPr>
          <p:cNvPr id="70" name="Arrow: Pentagon 277">
            <a:extLst>
              <a:ext uri="{FF2B5EF4-FFF2-40B4-BE49-F238E27FC236}">
                <a16:creationId xmlns:a16="http://schemas.microsoft.com/office/drawing/2014/main" id="{B6BC685F-B862-459C-8FDE-E49FC42D7F02}"/>
              </a:ext>
            </a:extLst>
          </p:cNvPr>
          <p:cNvSpPr/>
          <p:nvPr/>
        </p:nvSpPr>
        <p:spPr>
          <a:xfrm>
            <a:off x="6443502"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Clinical Trials</a:t>
            </a:r>
          </a:p>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 (Ph 1-3)</a:t>
            </a:r>
          </a:p>
        </p:txBody>
      </p:sp>
      <p:sp>
        <p:nvSpPr>
          <p:cNvPr id="71" name="Arrow: Pentagon 277">
            <a:extLst>
              <a:ext uri="{FF2B5EF4-FFF2-40B4-BE49-F238E27FC236}">
                <a16:creationId xmlns:a16="http://schemas.microsoft.com/office/drawing/2014/main" id="{3AB460CF-6160-4DBC-8E63-1E307B97281B}"/>
              </a:ext>
            </a:extLst>
          </p:cNvPr>
          <p:cNvSpPr/>
          <p:nvPr/>
        </p:nvSpPr>
        <p:spPr>
          <a:xfrm>
            <a:off x="8114814"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Submission &amp; Approval</a:t>
            </a:r>
          </a:p>
        </p:txBody>
      </p:sp>
      <p:sp>
        <p:nvSpPr>
          <p:cNvPr id="72" name="Arrow: Pentagon 277">
            <a:extLst>
              <a:ext uri="{FF2B5EF4-FFF2-40B4-BE49-F238E27FC236}">
                <a16:creationId xmlns:a16="http://schemas.microsoft.com/office/drawing/2014/main" id="{CF66A810-CBA6-498B-8D1D-E4597B0C26A0}"/>
              </a:ext>
            </a:extLst>
          </p:cNvPr>
          <p:cNvSpPr/>
          <p:nvPr/>
        </p:nvSpPr>
        <p:spPr>
          <a:xfrm>
            <a:off x="9800497" y="1232172"/>
            <a:ext cx="1712930" cy="503803"/>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Delivery &amp; Monitoring</a:t>
            </a:r>
          </a:p>
        </p:txBody>
      </p:sp>
      <p:sp>
        <p:nvSpPr>
          <p:cNvPr id="3" name="Arrow: Pentagon 2">
            <a:extLst>
              <a:ext uri="{FF2B5EF4-FFF2-40B4-BE49-F238E27FC236}">
                <a16:creationId xmlns:a16="http://schemas.microsoft.com/office/drawing/2014/main" id="{14B2E065-8F5D-4D14-80F5-78A3C81629F2}"/>
              </a:ext>
            </a:extLst>
          </p:cNvPr>
          <p:cNvSpPr/>
          <p:nvPr/>
        </p:nvSpPr>
        <p:spPr>
          <a:xfrm>
            <a:off x="1395289" y="1816039"/>
            <a:ext cx="10118138" cy="252000"/>
          </a:xfrm>
          <a:prstGeom prst="homePlat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R&amp;D Portfolio &amp; Capacity Management</a:t>
            </a:r>
          </a:p>
        </p:txBody>
      </p:sp>
      <p:sp>
        <p:nvSpPr>
          <p:cNvPr id="82" name="Arrow: Pentagon 81">
            <a:extLst>
              <a:ext uri="{FF2B5EF4-FFF2-40B4-BE49-F238E27FC236}">
                <a16:creationId xmlns:a16="http://schemas.microsoft.com/office/drawing/2014/main" id="{A14F9B79-7A77-4BF5-9DCE-7E69399DFDF8}"/>
              </a:ext>
            </a:extLst>
          </p:cNvPr>
          <p:cNvSpPr/>
          <p:nvPr/>
        </p:nvSpPr>
        <p:spPr>
          <a:xfrm>
            <a:off x="1415660" y="5204163"/>
            <a:ext cx="10097765" cy="252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Enterprise AI Platforms (AI Ops, Competitive Intelligence, NLP, Information Engineering &amp; External Content)</a:t>
            </a:r>
          </a:p>
        </p:txBody>
      </p:sp>
      <p:sp>
        <p:nvSpPr>
          <p:cNvPr id="83" name="Arrow: Pentagon 82">
            <a:extLst>
              <a:ext uri="{FF2B5EF4-FFF2-40B4-BE49-F238E27FC236}">
                <a16:creationId xmlns:a16="http://schemas.microsoft.com/office/drawing/2014/main" id="{529A26D5-8B5F-4E5D-8AAD-0136644339C1}"/>
              </a:ext>
            </a:extLst>
          </p:cNvPr>
          <p:cNvSpPr/>
          <p:nvPr/>
        </p:nvSpPr>
        <p:spPr>
          <a:xfrm>
            <a:off x="1415660" y="5513390"/>
            <a:ext cx="10097765" cy="252000"/>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R&amp;D Data Foundation Platform (Data Lake &amp; Ingestion, Catalogue, MDM, RDM, DF&amp;I, TTA)</a:t>
            </a:r>
          </a:p>
        </p:txBody>
      </p:sp>
      <p:sp>
        <p:nvSpPr>
          <p:cNvPr id="84" name="Arrow: Pentagon 83">
            <a:extLst>
              <a:ext uri="{FF2B5EF4-FFF2-40B4-BE49-F238E27FC236}">
                <a16:creationId xmlns:a16="http://schemas.microsoft.com/office/drawing/2014/main" id="{8A912573-A54E-4CDA-869F-330EF47289AC}"/>
              </a:ext>
            </a:extLst>
          </p:cNvPr>
          <p:cNvSpPr/>
          <p:nvPr/>
        </p:nvSpPr>
        <p:spPr>
          <a:xfrm>
            <a:off x="1415660" y="2942099"/>
            <a:ext cx="5037397" cy="252000"/>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Digital Lab (ELN, LIMS , Reagent tracking)</a:t>
            </a:r>
          </a:p>
        </p:txBody>
      </p:sp>
      <p:sp>
        <p:nvSpPr>
          <p:cNvPr id="90" name="Arrow: Pentagon 89">
            <a:extLst>
              <a:ext uri="{FF2B5EF4-FFF2-40B4-BE49-F238E27FC236}">
                <a16:creationId xmlns:a16="http://schemas.microsoft.com/office/drawing/2014/main" id="{27263711-AD27-4F0A-8499-1C1F19278176}"/>
              </a:ext>
            </a:extLst>
          </p:cNvPr>
          <p:cNvSpPr/>
          <p:nvPr/>
        </p:nvSpPr>
        <p:spPr>
          <a:xfrm>
            <a:off x="6477934" y="3972615"/>
            <a:ext cx="5048212"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a:t>Drug Development Data Platform (3DP)</a:t>
            </a:r>
          </a:p>
        </p:txBody>
      </p:sp>
      <p:sp>
        <p:nvSpPr>
          <p:cNvPr id="91" name="Arrow: Pentagon 90">
            <a:extLst>
              <a:ext uri="{FF2B5EF4-FFF2-40B4-BE49-F238E27FC236}">
                <a16:creationId xmlns:a16="http://schemas.microsoft.com/office/drawing/2014/main" id="{426B5970-1EAD-41F5-A7CE-C15959F4B5F6}"/>
              </a:ext>
            </a:extLst>
          </p:cNvPr>
          <p:cNvSpPr/>
          <p:nvPr/>
        </p:nvSpPr>
        <p:spPr>
          <a:xfrm>
            <a:off x="1415660" y="4312693"/>
            <a:ext cx="1683503"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Omics</a:t>
            </a:r>
          </a:p>
        </p:txBody>
      </p:sp>
      <p:sp>
        <p:nvSpPr>
          <p:cNvPr id="92" name="Arrow: Pentagon 91">
            <a:extLst>
              <a:ext uri="{FF2B5EF4-FFF2-40B4-BE49-F238E27FC236}">
                <a16:creationId xmlns:a16="http://schemas.microsoft.com/office/drawing/2014/main" id="{191CC628-70BF-4DB7-8285-2ABF09B7E7BD}"/>
              </a:ext>
            </a:extLst>
          </p:cNvPr>
          <p:cNvSpPr/>
          <p:nvPr/>
        </p:nvSpPr>
        <p:spPr>
          <a:xfrm>
            <a:off x="7838152" y="3632185"/>
            <a:ext cx="1953105"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(Reg Control Tower)</a:t>
            </a:r>
          </a:p>
        </p:txBody>
      </p:sp>
      <p:sp>
        <p:nvSpPr>
          <p:cNvPr id="93" name="Arrow: Pentagon 92">
            <a:extLst>
              <a:ext uri="{FF2B5EF4-FFF2-40B4-BE49-F238E27FC236}">
                <a16:creationId xmlns:a16="http://schemas.microsoft.com/office/drawing/2014/main" id="{D9A1AF22-02FD-4392-976A-50BDD9582B94}"/>
              </a:ext>
            </a:extLst>
          </p:cNvPr>
          <p:cNvSpPr/>
          <p:nvPr/>
        </p:nvSpPr>
        <p:spPr>
          <a:xfrm>
            <a:off x="7231102" y="2126907"/>
            <a:ext cx="4282325"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Regulatory &amp; Quality Management</a:t>
            </a:r>
          </a:p>
        </p:txBody>
      </p:sp>
      <p:sp>
        <p:nvSpPr>
          <p:cNvPr id="96" name="Arrow: Pentagon 95">
            <a:extLst>
              <a:ext uri="{FF2B5EF4-FFF2-40B4-BE49-F238E27FC236}">
                <a16:creationId xmlns:a16="http://schemas.microsoft.com/office/drawing/2014/main" id="{6EBEF8FA-C935-4DA3-B3EC-174C3FF0B5D6}"/>
              </a:ext>
            </a:extLst>
          </p:cNvPr>
          <p:cNvSpPr/>
          <p:nvPr/>
        </p:nvSpPr>
        <p:spPr>
          <a:xfrm>
            <a:off x="4790266" y="3282779"/>
            <a:ext cx="166114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Invivo</a:t>
            </a:r>
          </a:p>
        </p:txBody>
      </p:sp>
      <p:sp>
        <p:nvSpPr>
          <p:cNvPr id="98" name="Arrow: Pentagon 97">
            <a:extLst>
              <a:ext uri="{FF2B5EF4-FFF2-40B4-BE49-F238E27FC236}">
                <a16:creationId xmlns:a16="http://schemas.microsoft.com/office/drawing/2014/main" id="{7AE69936-E3FF-42CB-82A5-8748A32D4A46}"/>
              </a:ext>
            </a:extLst>
          </p:cNvPr>
          <p:cNvSpPr/>
          <p:nvPr/>
        </p:nvSpPr>
        <p:spPr>
          <a:xfrm>
            <a:off x="6466505" y="3290696"/>
            <a:ext cx="1649951"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defRPr/>
            </a:pPr>
            <a:r>
              <a:rPr kumimoji="0" lang="en-US" sz="800" b="0" i="0" u="none" strike="noStrike" kern="1200" cap="none" spc="0" normalizeH="0" baseline="0" noProof="0">
                <a:ln>
                  <a:noFill/>
                </a:ln>
                <a:solidFill>
                  <a:schemeClr val="bg1"/>
                </a:solidFill>
                <a:effectLst/>
                <a:uLnTx/>
                <a:uFillTx/>
                <a:latin typeface="Calibri"/>
                <a:ea typeface="+mn-ea"/>
                <a:cs typeface="Arial"/>
              </a:rPr>
              <a:t>Digital </a:t>
            </a:r>
            <a:r>
              <a:rPr lang="en-US" sz="800">
                <a:solidFill>
                  <a:schemeClr val="bg1"/>
                </a:solidFill>
                <a:latin typeface="Calibri"/>
                <a:cs typeface="Arial"/>
              </a:rPr>
              <a:t>Patient</a:t>
            </a:r>
            <a:r>
              <a:rPr kumimoji="0" lang="en-US" sz="800" b="0" i="0" u="none" strike="noStrike" kern="1200" cap="none" spc="0" normalizeH="0" baseline="0" noProof="0">
                <a:ln>
                  <a:noFill/>
                </a:ln>
                <a:solidFill>
                  <a:schemeClr val="bg1"/>
                </a:solidFill>
                <a:effectLst/>
                <a:uLnTx/>
                <a:uFillTx/>
                <a:latin typeface="Calibri"/>
                <a:ea typeface="+mn-ea"/>
                <a:cs typeface="Arial"/>
              </a:rPr>
              <a:t> Solutions (DPS)</a:t>
            </a:r>
            <a:endPar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endParaRPr>
          </a:p>
        </p:txBody>
      </p:sp>
      <p:sp>
        <p:nvSpPr>
          <p:cNvPr id="99" name="Arrow: Pentagon 98">
            <a:extLst>
              <a:ext uri="{FF2B5EF4-FFF2-40B4-BE49-F238E27FC236}">
                <a16:creationId xmlns:a16="http://schemas.microsoft.com/office/drawing/2014/main" id="{5DCDFE48-2FBF-40A7-A657-7944888183B6}"/>
              </a:ext>
            </a:extLst>
          </p:cNvPr>
          <p:cNvSpPr/>
          <p:nvPr/>
        </p:nvSpPr>
        <p:spPr>
          <a:xfrm>
            <a:off x="4812769" y="3632185"/>
            <a:ext cx="3312155" cy="252000"/>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Study Design &amp; Intelligence</a:t>
            </a:r>
          </a:p>
        </p:txBody>
      </p:sp>
      <p:sp>
        <p:nvSpPr>
          <p:cNvPr id="100" name="Arrow: Pentagon 99">
            <a:extLst>
              <a:ext uri="{FF2B5EF4-FFF2-40B4-BE49-F238E27FC236}">
                <a16:creationId xmlns:a16="http://schemas.microsoft.com/office/drawing/2014/main" id="{5E4FA919-BF43-4A89-8E66-85B674711243}"/>
              </a:ext>
            </a:extLst>
          </p:cNvPr>
          <p:cNvSpPr/>
          <p:nvPr/>
        </p:nvSpPr>
        <p:spPr>
          <a:xfrm>
            <a:off x="6466505" y="2946385"/>
            <a:ext cx="1651243"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8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Operational Clinical Development</a:t>
            </a:r>
          </a:p>
        </p:txBody>
      </p:sp>
      <p:sp>
        <p:nvSpPr>
          <p:cNvPr id="101" name="Arrow: Pentagon 100">
            <a:extLst>
              <a:ext uri="{FF2B5EF4-FFF2-40B4-BE49-F238E27FC236}">
                <a16:creationId xmlns:a16="http://schemas.microsoft.com/office/drawing/2014/main" id="{FE9654D8-5093-42A6-97A0-B3DB54CC5DD9}"/>
              </a:ext>
            </a:extLst>
          </p:cNvPr>
          <p:cNvSpPr/>
          <p:nvPr/>
        </p:nvSpPr>
        <p:spPr>
          <a:xfrm>
            <a:off x="3120687" y="4312693"/>
            <a:ext cx="5004237"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Imaging</a:t>
            </a:r>
          </a:p>
        </p:txBody>
      </p:sp>
      <p:cxnSp>
        <p:nvCxnSpPr>
          <p:cNvPr id="13" name="Straight Connector 12">
            <a:extLst>
              <a:ext uri="{FF2B5EF4-FFF2-40B4-BE49-F238E27FC236}">
                <a16:creationId xmlns:a16="http://schemas.microsoft.com/office/drawing/2014/main" id="{A4F8BEC8-C026-47DE-AF11-00F713BA5543}"/>
              </a:ext>
            </a:extLst>
          </p:cNvPr>
          <p:cNvCxnSpPr>
            <a:cxnSpLocks/>
          </p:cNvCxnSpPr>
          <p:nvPr/>
        </p:nvCxnSpPr>
        <p:spPr>
          <a:xfrm>
            <a:off x="1407989" y="1718824"/>
            <a:ext cx="17765" cy="4104000"/>
          </a:xfrm>
          <a:prstGeom prst="line">
            <a:avLst/>
          </a:prstGeom>
          <a:ln w="15875">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EE439D2-D18B-2C48-8BAC-070AB45A9D16}"/>
              </a:ext>
            </a:extLst>
          </p:cNvPr>
          <p:cNvSpPr txBox="1"/>
          <p:nvPr/>
        </p:nvSpPr>
        <p:spPr>
          <a:xfrm>
            <a:off x="1405075" y="1239235"/>
            <a:ext cx="395611" cy="494570"/>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55" name="TextBox 54">
            <a:extLst>
              <a:ext uri="{FF2B5EF4-FFF2-40B4-BE49-F238E27FC236}">
                <a16:creationId xmlns:a16="http://schemas.microsoft.com/office/drawing/2014/main" id="{36E3F960-00C5-C348-8298-00C84F121721}"/>
              </a:ext>
            </a:extLst>
          </p:cNvPr>
          <p:cNvSpPr txBox="1"/>
          <p:nvPr/>
        </p:nvSpPr>
        <p:spPr>
          <a:xfrm>
            <a:off x="3167230" y="1232172"/>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6" name="TextBox 55">
            <a:extLst>
              <a:ext uri="{FF2B5EF4-FFF2-40B4-BE49-F238E27FC236}">
                <a16:creationId xmlns:a16="http://schemas.microsoft.com/office/drawing/2014/main" id="{78FE5182-D5DA-144D-83EE-93A9D6501EDF}"/>
              </a:ext>
            </a:extLst>
          </p:cNvPr>
          <p:cNvSpPr txBox="1"/>
          <p:nvPr/>
        </p:nvSpPr>
        <p:spPr>
          <a:xfrm>
            <a:off x="4846573" y="1229874"/>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3</a:t>
            </a:r>
          </a:p>
        </p:txBody>
      </p:sp>
      <p:sp>
        <p:nvSpPr>
          <p:cNvPr id="57" name="TextBox 56">
            <a:extLst>
              <a:ext uri="{FF2B5EF4-FFF2-40B4-BE49-F238E27FC236}">
                <a16:creationId xmlns:a16="http://schemas.microsoft.com/office/drawing/2014/main" id="{9E8EBFD2-2209-BB46-91B7-11EA550B2301}"/>
              </a:ext>
            </a:extLst>
          </p:cNvPr>
          <p:cNvSpPr txBox="1"/>
          <p:nvPr/>
        </p:nvSpPr>
        <p:spPr>
          <a:xfrm>
            <a:off x="6525916" y="1238620"/>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4</a:t>
            </a:r>
          </a:p>
        </p:txBody>
      </p:sp>
      <p:sp>
        <p:nvSpPr>
          <p:cNvPr id="58" name="TextBox 57">
            <a:extLst>
              <a:ext uri="{FF2B5EF4-FFF2-40B4-BE49-F238E27FC236}">
                <a16:creationId xmlns:a16="http://schemas.microsoft.com/office/drawing/2014/main" id="{79A79F21-F7F6-CF41-8295-51A70F811EDA}"/>
              </a:ext>
            </a:extLst>
          </p:cNvPr>
          <p:cNvSpPr txBox="1"/>
          <p:nvPr/>
        </p:nvSpPr>
        <p:spPr>
          <a:xfrm>
            <a:off x="8205259" y="1237606"/>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5</a:t>
            </a:r>
          </a:p>
        </p:txBody>
      </p:sp>
      <p:sp>
        <p:nvSpPr>
          <p:cNvPr id="59" name="TextBox 58">
            <a:extLst>
              <a:ext uri="{FF2B5EF4-FFF2-40B4-BE49-F238E27FC236}">
                <a16:creationId xmlns:a16="http://schemas.microsoft.com/office/drawing/2014/main" id="{3233C250-3D45-6E46-A1A9-48E71D363F8D}"/>
              </a:ext>
            </a:extLst>
          </p:cNvPr>
          <p:cNvSpPr txBox="1"/>
          <p:nvPr/>
        </p:nvSpPr>
        <p:spPr>
          <a:xfrm>
            <a:off x="9884603" y="1234341"/>
            <a:ext cx="395611" cy="501633"/>
          </a:xfrm>
          <a:prstGeom prst="rect">
            <a:avLst/>
          </a:prstGeom>
          <a:no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6</a:t>
            </a:r>
          </a:p>
        </p:txBody>
      </p:sp>
      <p:sp>
        <p:nvSpPr>
          <p:cNvPr id="15" name="TextBox 14">
            <a:extLst>
              <a:ext uri="{FF2B5EF4-FFF2-40B4-BE49-F238E27FC236}">
                <a16:creationId xmlns:a16="http://schemas.microsoft.com/office/drawing/2014/main" id="{773DA2B9-5BEC-B949-B79E-F3CC0D554C5F}"/>
              </a:ext>
            </a:extLst>
          </p:cNvPr>
          <p:cNvSpPr txBox="1"/>
          <p:nvPr/>
        </p:nvSpPr>
        <p:spPr>
          <a:xfrm>
            <a:off x="927359" y="1812038"/>
            <a:ext cx="479954" cy="969725"/>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Traditional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66" name="TextBox 65">
            <a:extLst>
              <a:ext uri="{FF2B5EF4-FFF2-40B4-BE49-F238E27FC236}">
                <a16:creationId xmlns:a16="http://schemas.microsoft.com/office/drawing/2014/main" id="{8008D8B3-9EC3-4840-9F41-78866264F076}"/>
              </a:ext>
            </a:extLst>
          </p:cNvPr>
          <p:cNvSpPr txBox="1"/>
          <p:nvPr/>
        </p:nvSpPr>
        <p:spPr>
          <a:xfrm>
            <a:off x="933100" y="2881305"/>
            <a:ext cx="479954" cy="2418032"/>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R&amp;D IT </a:t>
            </a:r>
            <a:b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b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Product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49" name="Arrow: Pentagon 48">
            <a:extLst>
              <a:ext uri="{FF2B5EF4-FFF2-40B4-BE49-F238E27FC236}">
                <a16:creationId xmlns:a16="http://schemas.microsoft.com/office/drawing/2014/main" id="{A7623E7C-18AD-4B7F-99F9-C99CBB760B00}"/>
              </a:ext>
            </a:extLst>
          </p:cNvPr>
          <p:cNvSpPr/>
          <p:nvPr/>
        </p:nvSpPr>
        <p:spPr>
          <a:xfrm>
            <a:off x="3116259" y="3286003"/>
            <a:ext cx="1658229" cy="256693"/>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chemeClr val="bg1"/>
                </a:solidFill>
                <a:latin typeface="Calibri"/>
                <a:cs typeface="Arial" panose="020B0604020202020204" pitchFamily="34" charset="0"/>
              </a:rPr>
              <a:t>Augmented DMTA</a:t>
            </a:r>
          </a:p>
        </p:txBody>
      </p:sp>
      <p:sp>
        <p:nvSpPr>
          <p:cNvPr id="53" name="Rectangle 52">
            <a:extLst>
              <a:ext uri="{FF2B5EF4-FFF2-40B4-BE49-F238E27FC236}">
                <a16:creationId xmlns:a16="http://schemas.microsoft.com/office/drawing/2014/main" id="{4DB51CD8-0613-45C0-8F49-96B855CD5376}"/>
              </a:ext>
            </a:extLst>
          </p:cNvPr>
          <p:cNvSpPr/>
          <p:nvPr/>
        </p:nvSpPr>
        <p:spPr>
          <a:xfrm>
            <a:off x="2648069" y="6289328"/>
            <a:ext cx="900000" cy="39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On track to become platform</a:t>
            </a:r>
          </a:p>
        </p:txBody>
      </p:sp>
      <p:sp>
        <p:nvSpPr>
          <p:cNvPr id="12" name="TextBox 11">
            <a:extLst>
              <a:ext uri="{FF2B5EF4-FFF2-40B4-BE49-F238E27FC236}">
                <a16:creationId xmlns:a16="http://schemas.microsoft.com/office/drawing/2014/main" id="{A951A39D-2B3B-437A-8911-A1EB06B8232D}"/>
              </a:ext>
            </a:extLst>
          </p:cNvPr>
          <p:cNvSpPr txBox="1"/>
          <p:nvPr/>
        </p:nvSpPr>
        <p:spPr>
          <a:xfrm>
            <a:off x="678573" y="6342129"/>
            <a:ext cx="643061" cy="276999"/>
          </a:xfrm>
          <a:prstGeom prst="rect">
            <a:avLst/>
          </a:prstGeom>
          <a:noFill/>
        </p:spPr>
        <p:txBody>
          <a:bodyPr wrap="none" rtlCol="0">
            <a:spAutoFit/>
          </a:bodyPr>
          <a:lstStyle/>
          <a:p>
            <a:pPr algn="l">
              <a:spcAft>
                <a:spcPts val="600"/>
              </a:spcAft>
            </a:pPr>
            <a:r>
              <a:rPr lang="en-US" sz="1200" b="1"/>
              <a:t>Legend</a:t>
            </a:r>
          </a:p>
        </p:txBody>
      </p:sp>
      <p:sp>
        <p:nvSpPr>
          <p:cNvPr id="60" name="Arrow: Pentagon 59">
            <a:extLst>
              <a:ext uri="{FF2B5EF4-FFF2-40B4-BE49-F238E27FC236}">
                <a16:creationId xmlns:a16="http://schemas.microsoft.com/office/drawing/2014/main" id="{869084A8-4A1D-4C24-914E-02911BB36062}"/>
              </a:ext>
            </a:extLst>
          </p:cNvPr>
          <p:cNvSpPr/>
          <p:nvPr/>
        </p:nvSpPr>
        <p:spPr>
          <a:xfrm>
            <a:off x="1405525" y="3970341"/>
            <a:ext cx="3354799"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BIKG</a:t>
            </a:r>
          </a:p>
        </p:txBody>
      </p:sp>
      <p:sp>
        <p:nvSpPr>
          <p:cNvPr id="61" name="Arrow: Pentagon 60">
            <a:extLst>
              <a:ext uri="{FF2B5EF4-FFF2-40B4-BE49-F238E27FC236}">
                <a16:creationId xmlns:a16="http://schemas.microsoft.com/office/drawing/2014/main" id="{E7A8A8BA-6AE6-4FB6-8C91-029D57EA85B3}"/>
              </a:ext>
            </a:extLst>
          </p:cNvPr>
          <p:cNvSpPr/>
          <p:nvPr/>
        </p:nvSpPr>
        <p:spPr>
          <a:xfrm>
            <a:off x="1415660" y="4647479"/>
            <a:ext cx="6723371" cy="25200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bg1"/>
                </a:solidFill>
                <a:effectLst/>
                <a:uLnTx/>
                <a:uFillTx/>
                <a:latin typeface="Calibri"/>
                <a:ea typeface="+mn-ea"/>
                <a:cs typeface="Arial" panose="020B0604020202020204" pitchFamily="34" charset="0"/>
              </a:rPr>
              <a:t>Scientific Compute Platform</a:t>
            </a:r>
          </a:p>
        </p:txBody>
      </p:sp>
      <p:sp>
        <p:nvSpPr>
          <p:cNvPr id="62" name="Rectangle 61">
            <a:extLst>
              <a:ext uri="{FF2B5EF4-FFF2-40B4-BE49-F238E27FC236}">
                <a16:creationId xmlns:a16="http://schemas.microsoft.com/office/drawing/2014/main" id="{D4B1CBCA-EC04-4DAF-A2A8-E86F66917934}"/>
              </a:ext>
            </a:extLst>
          </p:cNvPr>
          <p:cNvSpPr/>
          <p:nvPr/>
        </p:nvSpPr>
        <p:spPr>
          <a:xfrm>
            <a:off x="678575" y="5123676"/>
            <a:ext cx="10834850" cy="904266"/>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63" name="TextBox 62">
            <a:extLst>
              <a:ext uri="{FF2B5EF4-FFF2-40B4-BE49-F238E27FC236}">
                <a16:creationId xmlns:a16="http://schemas.microsoft.com/office/drawing/2014/main" id="{996C4990-D8A3-49C3-A93E-E1C2653F777E}"/>
              </a:ext>
            </a:extLst>
          </p:cNvPr>
          <p:cNvSpPr txBox="1"/>
          <p:nvPr/>
        </p:nvSpPr>
        <p:spPr>
          <a:xfrm>
            <a:off x="927359" y="5127603"/>
            <a:ext cx="479954" cy="969725"/>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Enterprise  Product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8" name="Arrow: Right 7">
            <a:extLst>
              <a:ext uri="{FF2B5EF4-FFF2-40B4-BE49-F238E27FC236}">
                <a16:creationId xmlns:a16="http://schemas.microsoft.com/office/drawing/2014/main" id="{CFB69ECF-DFD1-4877-9822-F096E0D19323}"/>
              </a:ext>
            </a:extLst>
          </p:cNvPr>
          <p:cNvSpPr/>
          <p:nvPr/>
        </p:nvSpPr>
        <p:spPr>
          <a:xfrm rot="5400000">
            <a:off x="8683472" y="2586518"/>
            <a:ext cx="698761" cy="700454"/>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US" err="1"/>
          </a:p>
        </p:txBody>
      </p:sp>
      <p:sp>
        <p:nvSpPr>
          <p:cNvPr id="64" name="Arrow: Pentagon 63">
            <a:extLst>
              <a:ext uri="{FF2B5EF4-FFF2-40B4-BE49-F238E27FC236}">
                <a16:creationId xmlns:a16="http://schemas.microsoft.com/office/drawing/2014/main" id="{6DEC0161-987C-4B42-8755-B11149001515}"/>
              </a:ext>
            </a:extLst>
          </p:cNvPr>
          <p:cNvSpPr/>
          <p:nvPr/>
        </p:nvSpPr>
        <p:spPr>
          <a:xfrm>
            <a:off x="6618906" y="2460797"/>
            <a:ext cx="4894520" cy="25200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Pharmacovigilance Management</a:t>
            </a:r>
          </a:p>
        </p:txBody>
      </p:sp>
      <p:sp>
        <p:nvSpPr>
          <p:cNvPr id="67" name="Rectangle 66">
            <a:extLst>
              <a:ext uri="{FF2B5EF4-FFF2-40B4-BE49-F238E27FC236}">
                <a16:creationId xmlns:a16="http://schemas.microsoft.com/office/drawing/2014/main" id="{F16DE1CA-C69E-4963-9413-78E39A0F1521}"/>
              </a:ext>
            </a:extLst>
          </p:cNvPr>
          <p:cNvSpPr/>
          <p:nvPr/>
        </p:nvSpPr>
        <p:spPr>
          <a:xfrm>
            <a:off x="5573628" y="6289328"/>
            <a:ext cx="900000" cy="39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Enterprise Platforms</a:t>
            </a:r>
          </a:p>
        </p:txBody>
      </p:sp>
    </p:spTree>
    <p:extLst>
      <p:ext uri="{BB962C8B-B14F-4D97-AF65-F5344CB8AC3E}">
        <p14:creationId xmlns:p14="http://schemas.microsoft.com/office/powerpoint/2010/main" val="2645543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CD72734-C5CA-4693-AB13-DD1BA450B437}"/>
              </a:ext>
            </a:extLst>
          </p:cNvPr>
          <p:cNvGraphicFramePr>
            <a:graphicFrameLocks noChangeAspect="1"/>
          </p:cNvGraphicFramePr>
          <p:nvPr>
            <p:custDataLst>
              <p:tags r:id="rId1"/>
            </p:custDataLst>
            <p:extLst>
              <p:ext uri="{D42A27DB-BD31-4B8C-83A1-F6EECF244321}">
                <p14:modId xmlns:p14="http://schemas.microsoft.com/office/powerpoint/2010/main" val="30402064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4CD72734-C5CA-4693-AB13-DD1BA450B43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0" name="Title 139"/>
          <p:cNvSpPr>
            <a:spLocks noGrp="1"/>
          </p:cNvSpPr>
          <p:nvPr>
            <p:ph type="title"/>
          </p:nvPr>
        </p:nvSpPr>
        <p:spPr/>
        <p:txBody>
          <a:bodyPr vert="horz"/>
          <a:lstStyle/>
          <a:p>
            <a:r>
              <a:rPr lang="en-GB">
                <a:solidFill>
                  <a:schemeClr val="accent1"/>
                </a:solidFill>
              </a:rPr>
              <a:t>R&amp;D IT Portfolio and Platforms – Original View</a:t>
            </a:r>
            <a:endParaRPr lang="en-US">
              <a:highlight>
                <a:srgbClr val="FFFF00"/>
              </a:highlight>
            </a:endParaRPr>
          </a:p>
        </p:txBody>
      </p:sp>
      <p:sp>
        <p:nvSpPr>
          <p:cNvPr id="7" name="Date Placeholder 6">
            <a:extLst>
              <a:ext uri="{FF2B5EF4-FFF2-40B4-BE49-F238E27FC236}">
                <a16:creationId xmlns:a16="http://schemas.microsoft.com/office/drawing/2014/main" id="{44BC5C16-F50A-46FA-9D26-5A6DF670C0E9}"/>
              </a:ext>
            </a:extLst>
          </p:cNvPr>
          <p:cNvSpPr>
            <a:spLocks noGrp="1"/>
          </p:cNvSpPr>
          <p:nvPr>
            <p:ph type="dt" sz="half" idx="10"/>
          </p:nvPr>
        </p:nvSpPr>
        <p:spPr/>
        <p:txBody>
          <a:bodyPr/>
          <a:lstStyle/>
          <a:p>
            <a:pPr lvl="0"/>
            <a:r>
              <a:rPr lang="en-US" noProof="0"/>
              <a:t>June 2020</a:t>
            </a:r>
            <a:endParaRPr lang="en-GB" noProof="0"/>
          </a:p>
        </p:txBody>
      </p:sp>
      <p:sp>
        <p:nvSpPr>
          <p:cNvPr id="17" name="Text Placeholder 16">
            <a:extLst>
              <a:ext uri="{FF2B5EF4-FFF2-40B4-BE49-F238E27FC236}">
                <a16:creationId xmlns:a16="http://schemas.microsoft.com/office/drawing/2014/main" id="{AE2C4A73-1546-488D-9578-F8643BC00CE1}"/>
              </a:ext>
            </a:extLst>
          </p:cNvPr>
          <p:cNvSpPr>
            <a:spLocks noGrp="1"/>
          </p:cNvSpPr>
          <p:nvPr>
            <p:ph type="body" sz="quarter" idx="111"/>
          </p:nvPr>
        </p:nvSpPr>
        <p:spPr/>
        <p:txBody>
          <a:bodyPr/>
          <a:lstStyle/>
          <a:p>
            <a:endParaRPr lang="en-US"/>
          </a:p>
        </p:txBody>
      </p:sp>
      <p:sp>
        <p:nvSpPr>
          <p:cNvPr id="26" name="Date Placeholder 2">
            <a:extLst>
              <a:ext uri="{FF2B5EF4-FFF2-40B4-BE49-F238E27FC236}">
                <a16:creationId xmlns:a16="http://schemas.microsoft.com/office/drawing/2014/main" id="{0B176A97-C2DE-CC40-ACB7-C68B3692163B}"/>
              </a:ext>
            </a:extLst>
          </p:cNvPr>
          <p:cNvSpPr txBox="1">
            <a:spLocks/>
          </p:cNvSpPr>
          <p:nvPr/>
        </p:nvSpPr>
        <p:spPr>
          <a:xfrm>
            <a:off x="10079789" y="6342903"/>
            <a:ext cx="1279358" cy="309145"/>
          </a:xfrm>
          <a:prstGeom prst="rect">
            <a:avLst/>
          </a:prstGeom>
        </p:spPr>
        <p:txBody>
          <a:bodyPr anchor="ctr"/>
          <a:lstStyle>
            <a:lvl1pPr marL="0" indent="0" algn="l" defTabSz="609585" rtl="0" eaLnBrk="1" latinLnBrk="0" hangingPunct="1">
              <a:lnSpc>
                <a:spcPct val="100000"/>
              </a:lnSpc>
              <a:spcBef>
                <a:spcPts val="0"/>
              </a:spcBef>
              <a:buFont typeface="Arial"/>
              <a:buNone/>
              <a:defRPr sz="2933" kern="1200">
                <a:solidFill>
                  <a:schemeClr val="accent2"/>
                </a:solidFill>
                <a:latin typeface="Arial" pitchFamily="34" charset="0"/>
                <a:ea typeface="+mn-ea"/>
                <a:cs typeface="Arial" pitchFamily="34" charset="0"/>
              </a:defRPr>
            </a:lvl1pPr>
            <a:lvl2pPr marL="457189" indent="0" algn="ctr" defTabSz="609585" rtl="0" eaLnBrk="1" latinLnBrk="0" hangingPunct="1">
              <a:spcBef>
                <a:spcPct val="20000"/>
              </a:spcBef>
              <a:buFont typeface="Arial"/>
              <a:buNone/>
              <a:defRPr sz="3733" kern="1200">
                <a:solidFill>
                  <a:schemeClr val="tx1">
                    <a:tint val="75000"/>
                  </a:schemeClr>
                </a:solidFill>
                <a:latin typeface="+mn-lt"/>
                <a:ea typeface="+mn-ea"/>
                <a:cs typeface="+mn-cs"/>
              </a:defRPr>
            </a:lvl2pPr>
            <a:lvl3pPr marL="914377" indent="0" algn="ctr" defTabSz="609585" rtl="0" eaLnBrk="1" latinLnBrk="0" hangingPunct="1">
              <a:spcBef>
                <a:spcPct val="20000"/>
              </a:spcBef>
              <a:buFont typeface="Arial"/>
              <a:buNone/>
              <a:defRPr sz="3200" kern="1200">
                <a:solidFill>
                  <a:schemeClr val="tx1">
                    <a:tint val="75000"/>
                  </a:schemeClr>
                </a:solidFill>
                <a:latin typeface="+mn-lt"/>
                <a:ea typeface="+mn-ea"/>
                <a:cs typeface="+mn-cs"/>
              </a:defRPr>
            </a:lvl3pPr>
            <a:lvl4pPr marL="1371566"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4pPr>
            <a:lvl5pPr marL="1828754"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5pPr>
            <a:lvl6pPr marL="2285943"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6pPr>
            <a:lvl7pPr marL="2743131"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7pPr>
            <a:lvl8pPr marL="3200320"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8pPr>
            <a:lvl9pPr marL="3657509" indent="0" algn="ctr" defTabSz="609585" rtl="0" eaLnBrk="1" latinLnBrk="0" hangingPunct="1">
              <a:spcBef>
                <a:spcPct val="20000"/>
              </a:spcBef>
              <a:buFont typeface="Arial"/>
              <a:buNone/>
              <a:defRPr sz="2667" kern="1200">
                <a:solidFill>
                  <a:schemeClr val="tx1">
                    <a:tint val="75000"/>
                  </a:schemeClr>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 typeface="Arial"/>
              <a:buNone/>
              <a:tabLst/>
              <a:defRPr/>
            </a:pP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 name="Rectangle 9">
            <a:extLst>
              <a:ext uri="{FF2B5EF4-FFF2-40B4-BE49-F238E27FC236}">
                <a16:creationId xmlns:a16="http://schemas.microsoft.com/office/drawing/2014/main" id="{4EE6817E-39FC-42CB-A7BB-DBAED96CF953}"/>
              </a:ext>
            </a:extLst>
          </p:cNvPr>
          <p:cNvSpPr/>
          <p:nvPr/>
        </p:nvSpPr>
        <p:spPr>
          <a:xfrm>
            <a:off x="4957564" y="6134800"/>
            <a:ext cx="762000" cy="382600"/>
          </a:xfrm>
          <a:prstGeom prst="rect">
            <a:avLst/>
          </a:prstGeom>
          <a:solidFill>
            <a:srgbClr val="F6C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F4444"/>
                </a:solidFill>
                <a:effectLst/>
                <a:uLnTx/>
                <a:uFillTx/>
                <a:latin typeface="Calibri"/>
                <a:ea typeface="+mn-ea"/>
                <a:cs typeface="Arial" panose="020B0604020202020204" pitchFamily="34" charset="0"/>
              </a:rPr>
              <a:t>Early Science</a:t>
            </a:r>
          </a:p>
        </p:txBody>
      </p:sp>
      <p:sp>
        <p:nvSpPr>
          <p:cNvPr id="104" name="Rectangle 103">
            <a:extLst>
              <a:ext uri="{FF2B5EF4-FFF2-40B4-BE49-F238E27FC236}">
                <a16:creationId xmlns:a16="http://schemas.microsoft.com/office/drawing/2014/main" id="{4B6FC22D-9E03-41D5-A7A5-A8CE0D6990E2}"/>
              </a:ext>
            </a:extLst>
          </p:cNvPr>
          <p:cNvSpPr/>
          <p:nvPr/>
        </p:nvSpPr>
        <p:spPr>
          <a:xfrm>
            <a:off x="5902239" y="6134800"/>
            <a:ext cx="762000" cy="381000"/>
          </a:xfrm>
          <a:prstGeom prst="rect">
            <a:avLst/>
          </a:prstGeom>
          <a:solidFill>
            <a:srgbClr val="8A7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Late Science</a:t>
            </a:r>
          </a:p>
        </p:txBody>
      </p:sp>
      <p:sp>
        <p:nvSpPr>
          <p:cNvPr id="105" name="Rectangle 104">
            <a:extLst>
              <a:ext uri="{FF2B5EF4-FFF2-40B4-BE49-F238E27FC236}">
                <a16:creationId xmlns:a16="http://schemas.microsoft.com/office/drawing/2014/main" id="{EE7D4B99-2920-4E51-A067-B376F3941615}"/>
              </a:ext>
            </a:extLst>
          </p:cNvPr>
          <p:cNvSpPr/>
          <p:nvPr/>
        </p:nvSpPr>
        <p:spPr>
          <a:xfrm>
            <a:off x="6853437" y="6134800"/>
            <a:ext cx="762000" cy="381000"/>
          </a:xfrm>
          <a:prstGeom prst="rect">
            <a:avLst/>
          </a:prstGeom>
          <a:solidFill>
            <a:srgbClr val="6688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Research D&amp;A</a:t>
            </a:r>
          </a:p>
        </p:txBody>
      </p:sp>
      <p:grpSp>
        <p:nvGrpSpPr>
          <p:cNvPr id="34" name="Group 33">
            <a:extLst>
              <a:ext uri="{FF2B5EF4-FFF2-40B4-BE49-F238E27FC236}">
                <a16:creationId xmlns:a16="http://schemas.microsoft.com/office/drawing/2014/main" id="{7D573130-3998-2A42-95A6-7D0E8A82C94A}"/>
              </a:ext>
            </a:extLst>
          </p:cNvPr>
          <p:cNvGrpSpPr/>
          <p:nvPr/>
        </p:nvGrpSpPr>
        <p:grpSpPr>
          <a:xfrm>
            <a:off x="678574" y="1229874"/>
            <a:ext cx="10847572" cy="4695672"/>
            <a:chOff x="1526543" y="1276503"/>
            <a:chExt cx="9844147" cy="4261312"/>
          </a:xfrm>
        </p:grpSpPr>
        <p:sp>
          <p:nvSpPr>
            <p:cNvPr id="65" name="Rectangle 64">
              <a:extLst>
                <a:ext uri="{FF2B5EF4-FFF2-40B4-BE49-F238E27FC236}">
                  <a16:creationId xmlns:a16="http://schemas.microsoft.com/office/drawing/2014/main" id="{5E7B44F0-D91B-AC4E-9BC9-314B8D371810}"/>
                </a:ext>
              </a:extLst>
            </p:cNvPr>
            <p:cNvSpPr/>
            <p:nvPr/>
          </p:nvSpPr>
          <p:spPr>
            <a:xfrm>
              <a:off x="1526543" y="2828329"/>
              <a:ext cx="9832603" cy="2709486"/>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4" name="Rectangle 13">
              <a:extLst>
                <a:ext uri="{FF2B5EF4-FFF2-40B4-BE49-F238E27FC236}">
                  <a16:creationId xmlns:a16="http://schemas.microsoft.com/office/drawing/2014/main" id="{7CD3C4D0-77B7-7F49-A380-24DF2F97C10A}"/>
                </a:ext>
              </a:extLst>
            </p:cNvPr>
            <p:cNvSpPr/>
            <p:nvPr/>
          </p:nvSpPr>
          <p:spPr>
            <a:xfrm>
              <a:off x="1526544" y="1801251"/>
              <a:ext cx="9832602" cy="970359"/>
            </a:xfrm>
            <a:prstGeom prst="rect">
              <a:avLst/>
            </a:prstGeom>
            <a:noFill/>
            <a:ln w="12700">
              <a:solidFill>
                <a:srgbClr val="9DB0AC"/>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07" name="Straight Connector 106">
              <a:extLst>
                <a:ext uri="{FF2B5EF4-FFF2-40B4-BE49-F238E27FC236}">
                  <a16:creationId xmlns:a16="http://schemas.microsoft.com/office/drawing/2014/main" id="{02360B65-280B-483E-A0B8-669C1E15DF94}"/>
                </a:ext>
              </a:extLst>
            </p:cNvPr>
            <p:cNvCxnSpPr>
              <a:cxnSpLocks/>
            </p:cNvCxnSpPr>
            <p:nvPr/>
          </p:nvCxnSpPr>
          <p:spPr>
            <a:xfrm>
              <a:off x="3723384" y="1735788"/>
              <a:ext cx="15741" cy="3802026"/>
            </a:xfrm>
            <a:prstGeom prst="line">
              <a:avLst/>
            </a:prstGeom>
            <a:ln w="15875">
              <a:solidFill>
                <a:srgbClr val="830051"/>
              </a:solidFill>
              <a:prstDash val="solid"/>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F06A678-9081-4830-A69B-F23591F24158}"/>
                </a:ext>
              </a:extLst>
            </p:cNvPr>
            <p:cNvCxnSpPr>
              <a:cxnSpLocks/>
            </p:cNvCxnSpPr>
            <p:nvPr/>
          </p:nvCxnSpPr>
          <p:spPr>
            <a:xfrm>
              <a:off x="5246513" y="1735788"/>
              <a:ext cx="12802" cy="3802026"/>
            </a:xfrm>
            <a:prstGeom prst="line">
              <a:avLst/>
            </a:prstGeom>
            <a:ln w="15875">
              <a:solidFill>
                <a:srgbClr val="68D2DF"/>
              </a:solidFill>
              <a:prstDash val="solid"/>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8E6783E-7D5D-4235-A2FB-12986D298CF4}"/>
                </a:ext>
              </a:extLst>
            </p:cNvPr>
            <p:cNvCxnSpPr>
              <a:cxnSpLocks/>
            </p:cNvCxnSpPr>
            <p:nvPr/>
          </p:nvCxnSpPr>
          <p:spPr>
            <a:xfrm>
              <a:off x="6771896" y="1735788"/>
              <a:ext cx="12802" cy="3802026"/>
            </a:xfrm>
            <a:prstGeom prst="line">
              <a:avLst/>
            </a:prstGeom>
            <a:ln w="15875">
              <a:solidFill>
                <a:srgbClr val="C4D600"/>
              </a:solidFill>
              <a:prstDash val="solid"/>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64D736D-577B-48C3-B238-BFEAB9FA01D4}"/>
                </a:ext>
              </a:extLst>
            </p:cNvPr>
            <p:cNvCxnSpPr>
              <a:cxnSpLocks/>
            </p:cNvCxnSpPr>
            <p:nvPr/>
          </p:nvCxnSpPr>
          <p:spPr>
            <a:xfrm>
              <a:off x="8284089" y="1735788"/>
              <a:ext cx="12802" cy="3802026"/>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8242B50A-FB33-434E-890C-80BD403613D9}"/>
                </a:ext>
              </a:extLst>
            </p:cNvPr>
            <p:cNvCxnSpPr>
              <a:cxnSpLocks/>
            </p:cNvCxnSpPr>
            <p:nvPr/>
          </p:nvCxnSpPr>
          <p:spPr>
            <a:xfrm>
              <a:off x="9811181" y="1735788"/>
              <a:ext cx="12802" cy="3802026"/>
            </a:xfrm>
            <a:prstGeom prst="line">
              <a:avLst/>
            </a:prstGeom>
            <a:ln w="15875">
              <a:solidFill>
                <a:srgbClr val="003865"/>
              </a:solidFill>
              <a:prstDash val="solid"/>
            </a:ln>
          </p:spPr>
          <p:style>
            <a:lnRef idx="1">
              <a:schemeClr val="accent1"/>
            </a:lnRef>
            <a:fillRef idx="0">
              <a:schemeClr val="accent1"/>
            </a:fillRef>
            <a:effectRef idx="0">
              <a:schemeClr val="accent1"/>
            </a:effectRef>
            <a:fontRef idx="minor">
              <a:schemeClr val="tx1"/>
            </a:fontRef>
          </p:style>
        </p:cxnSp>
        <p:sp>
          <p:nvSpPr>
            <p:cNvPr id="38" name="Arrow: Pentagon 276">
              <a:extLst>
                <a:ext uri="{FF2B5EF4-FFF2-40B4-BE49-F238E27FC236}">
                  <a16:creationId xmlns:a16="http://schemas.microsoft.com/office/drawing/2014/main" id="{21109523-26F7-48E5-BFD7-D778DB36BA2E}"/>
                </a:ext>
              </a:extLst>
            </p:cNvPr>
            <p:cNvSpPr/>
            <p:nvPr/>
          </p:nvSpPr>
          <p:spPr>
            <a:xfrm>
              <a:off x="2182257" y="1278588"/>
              <a:ext cx="1554480" cy="457200"/>
            </a:xfrm>
            <a:prstGeom prst="homePlate">
              <a:avLst>
                <a:gd name="adj" fmla="val 24843"/>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Target Discovery</a:t>
              </a:r>
            </a:p>
          </p:txBody>
        </p:sp>
        <p:sp>
          <p:nvSpPr>
            <p:cNvPr id="68" name="Arrow: Pentagon 277">
              <a:extLst>
                <a:ext uri="{FF2B5EF4-FFF2-40B4-BE49-F238E27FC236}">
                  <a16:creationId xmlns:a16="http://schemas.microsoft.com/office/drawing/2014/main" id="{5339E8D1-3B23-4884-A8B9-709CF546E8C1}"/>
                </a:ext>
              </a:extLst>
            </p:cNvPr>
            <p:cNvSpPr/>
            <p:nvPr/>
          </p:nvSpPr>
          <p:spPr>
            <a:xfrm>
              <a:off x="3711736" y="1278588"/>
              <a:ext cx="1554480" cy="457200"/>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Drug Discovery</a:t>
              </a:r>
            </a:p>
          </p:txBody>
        </p:sp>
        <p:sp>
          <p:nvSpPr>
            <p:cNvPr id="69" name="Arrow: Pentagon 277">
              <a:extLst>
                <a:ext uri="{FF2B5EF4-FFF2-40B4-BE49-F238E27FC236}">
                  <a16:creationId xmlns:a16="http://schemas.microsoft.com/office/drawing/2014/main" id="{881D8D5B-3F46-4AB6-B996-0E63979F7B6D}"/>
                </a:ext>
              </a:extLst>
            </p:cNvPr>
            <p:cNvSpPr/>
            <p:nvPr/>
          </p:nvSpPr>
          <p:spPr>
            <a:xfrm>
              <a:off x="5234969" y="1278588"/>
              <a:ext cx="1554480" cy="457200"/>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Pre-Clinical </a:t>
              </a:r>
            </a:p>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Science</a:t>
              </a:r>
            </a:p>
          </p:txBody>
        </p:sp>
        <p:sp>
          <p:nvSpPr>
            <p:cNvPr id="70" name="Arrow: Pentagon 277">
              <a:extLst>
                <a:ext uri="{FF2B5EF4-FFF2-40B4-BE49-F238E27FC236}">
                  <a16:creationId xmlns:a16="http://schemas.microsoft.com/office/drawing/2014/main" id="{B6BC685F-B862-459C-8FDE-E49FC42D7F02}"/>
                </a:ext>
              </a:extLst>
            </p:cNvPr>
            <p:cNvSpPr/>
            <p:nvPr/>
          </p:nvSpPr>
          <p:spPr>
            <a:xfrm>
              <a:off x="6758202" y="1278588"/>
              <a:ext cx="1554480" cy="457200"/>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Clinical Trials</a:t>
              </a:r>
            </a:p>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chemeClr val="bg1"/>
                  </a:solidFill>
                  <a:effectLst/>
                  <a:uLnTx/>
                  <a:uFillTx/>
                  <a:latin typeface="Calibri"/>
                  <a:ea typeface="+mn-ea"/>
                  <a:cs typeface="+mn-cs"/>
                </a:rPr>
                <a:t> (Ph 1-3)</a:t>
              </a:r>
            </a:p>
          </p:txBody>
        </p:sp>
        <p:sp>
          <p:nvSpPr>
            <p:cNvPr id="71" name="Arrow: Pentagon 277">
              <a:extLst>
                <a:ext uri="{FF2B5EF4-FFF2-40B4-BE49-F238E27FC236}">
                  <a16:creationId xmlns:a16="http://schemas.microsoft.com/office/drawing/2014/main" id="{3AB460CF-6160-4DBC-8E63-1E307B97281B}"/>
                </a:ext>
              </a:extLst>
            </p:cNvPr>
            <p:cNvSpPr/>
            <p:nvPr/>
          </p:nvSpPr>
          <p:spPr>
            <a:xfrm>
              <a:off x="8274914" y="1278588"/>
              <a:ext cx="1554480" cy="457200"/>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Submission &amp; Approval</a:t>
              </a:r>
            </a:p>
          </p:txBody>
        </p:sp>
        <p:sp>
          <p:nvSpPr>
            <p:cNvPr id="72" name="Arrow: Pentagon 277">
              <a:extLst>
                <a:ext uri="{FF2B5EF4-FFF2-40B4-BE49-F238E27FC236}">
                  <a16:creationId xmlns:a16="http://schemas.microsoft.com/office/drawing/2014/main" id="{CF66A810-CBA6-498B-8D1D-E4597B0C26A0}"/>
                </a:ext>
              </a:extLst>
            </p:cNvPr>
            <p:cNvSpPr/>
            <p:nvPr/>
          </p:nvSpPr>
          <p:spPr>
            <a:xfrm>
              <a:off x="9804667" y="1278588"/>
              <a:ext cx="1554480" cy="457200"/>
            </a:xfrm>
            <a:prstGeom prst="chevron">
              <a:avLst>
                <a:gd name="adj" fmla="val 23737"/>
              </a:avLst>
            </a:prstGeom>
            <a:solidFill>
              <a:schemeClr val="tx1"/>
            </a:solidFill>
            <a:ln w="25400" cap="flat" cmpd="sng" algn="ctr">
              <a:noFill/>
              <a:prstDash val="solid"/>
            </a:ln>
            <a:effectLst/>
          </p:spPr>
          <p:txBody>
            <a:bodyPr rtlCol="0" anchor="ct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srgbClr val="FFFFFF"/>
                  </a:solidFill>
                  <a:effectLst/>
                  <a:uLnTx/>
                  <a:uFillTx/>
                  <a:latin typeface="Calibri"/>
                  <a:ea typeface="+mn-ea"/>
                  <a:cs typeface="+mn-cs"/>
                </a:rPr>
                <a:t>Delivery &amp; Monitoring</a:t>
              </a:r>
            </a:p>
          </p:txBody>
        </p:sp>
        <p:sp>
          <p:nvSpPr>
            <p:cNvPr id="3" name="Arrow: Pentagon 2">
              <a:extLst>
                <a:ext uri="{FF2B5EF4-FFF2-40B4-BE49-F238E27FC236}">
                  <a16:creationId xmlns:a16="http://schemas.microsoft.com/office/drawing/2014/main" id="{14B2E065-8F5D-4D14-80F5-78A3C81629F2}"/>
                </a:ext>
              </a:extLst>
            </p:cNvPr>
            <p:cNvSpPr/>
            <p:nvPr/>
          </p:nvSpPr>
          <p:spPr>
            <a:xfrm>
              <a:off x="2176960" y="1808446"/>
              <a:ext cx="9182187" cy="274320"/>
            </a:xfrm>
            <a:prstGeom prst="homePlate">
              <a:avLst/>
            </a:prstGeom>
            <a:solidFill>
              <a:srgbClr val="8A7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R&amp;D Portfolio &amp; Capacity Management</a:t>
              </a:r>
            </a:p>
          </p:txBody>
        </p:sp>
        <p:sp>
          <p:nvSpPr>
            <p:cNvPr id="82" name="Arrow: Pentagon 81">
              <a:extLst>
                <a:ext uri="{FF2B5EF4-FFF2-40B4-BE49-F238E27FC236}">
                  <a16:creationId xmlns:a16="http://schemas.microsoft.com/office/drawing/2014/main" id="{A14F9B79-7A77-4BF5-9DCE-7E69399DFDF8}"/>
                </a:ext>
              </a:extLst>
            </p:cNvPr>
            <p:cNvSpPr/>
            <p:nvPr/>
          </p:nvSpPr>
          <p:spPr>
            <a:xfrm>
              <a:off x="2195447" y="5263494"/>
              <a:ext cx="9163699" cy="274320"/>
            </a:xfrm>
            <a:prstGeom prst="homePlate">
              <a:avLst/>
            </a:prstGeom>
            <a:solidFill>
              <a:srgbClr val="5A82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Compute and Core Engineering (Data Science Platform, Scientific Compute Platform, Data Ops) </a:t>
              </a:r>
            </a:p>
          </p:txBody>
        </p:sp>
        <p:sp>
          <p:nvSpPr>
            <p:cNvPr id="83" name="Arrow: Pentagon 82">
              <a:extLst>
                <a:ext uri="{FF2B5EF4-FFF2-40B4-BE49-F238E27FC236}">
                  <a16:creationId xmlns:a16="http://schemas.microsoft.com/office/drawing/2014/main" id="{529A26D5-8B5F-4E5D-8AAD-0136644339C1}"/>
                </a:ext>
              </a:extLst>
            </p:cNvPr>
            <p:cNvSpPr/>
            <p:nvPr/>
          </p:nvSpPr>
          <p:spPr>
            <a:xfrm>
              <a:off x="2195447" y="4917266"/>
              <a:ext cx="9163699" cy="274320"/>
            </a:xfrm>
            <a:prstGeom prst="homePlate">
              <a:avLst/>
            </a:prstGeom>
            <a:solidFill>
              <a:srgbClr val="5A82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R&amp;D Data Foundation Platform (Data Lake &amp; Ingestion, Catalogue, MDM, RDM, DF&amp;I, TTA)</a:t>
              </a:r>
            </a:p>
          </p:txBody>
        </p:sp>
        <p:sp>
          <p:nvSpPr>
            <p:cNvPr id="84" name="Arrow: Pentagon 83">
              <a:extLst>
                <a:ext uri="{FF2B5EF4-FFF2-40B4-BE49-F238E27FC236}">
                  <a16:creationId xmlns:a16="http://schemas.microsoft.com/office/drawing/2014/main" id="{8A912573-A54E-4CDA-869F-330EF47289AC}"/>
                </a:ext>
              </a:extLst>
            </p:cNvPr>
            <p:cNvSpPr/>
            <p:nvPr/>
          </p:nvSpPr>
          <p:spPr>
            <a:xfrm>
              <a:off x="2195447" y="2147474"/>
              <a:ext cx="4571426" cy="274320"/>
            </a:xfrm>
            <a:prstGeom prst="homePlate">
              <a:avLst/>
            </a:prstGeom>
            <a:solidFill>
              <a:srgbClr val="F6C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F4444"/>
                  </a:solidFill>
                  <a:effectLst/>
                  <a:uLnTx/>
                  <a:uFillTx/>
                  <a:latin typeface="Calibri"/>
                  <a:ea typeface="+mn-ea"/>
                  <a:cs typeface="Arial" panose="020B0604020202020204" pitchFamily="34" charset="0"/>
                </a:rPr>
                <a:t>Lab (ELN, LIMS , Reagent tracking)</a:t>
              </a:r>
            </a:p>
          </p:txBody>
        </p:sp>
        <p:sp>
          <p:nvSpPr>
            <p:cNvPr id="85" name="Arrow: Pentagon 84">
              <a:extLst>
                <a:ext uri="{FF2B5EF4-FFF2-40B4-BE49-F238E27FC236}">
                  <a16:creationId xmlns:a16="http://schemas.microsoft.com/office/drawing/2014/main" id="{7EBB650A-DB01-471C-B3D1-E66BBCB27E19}"/>
                </a:ext>
              </a:extLst>
            </p:cNvPr>
            <p:cNvSpPr/>
            <p:nvPr/>
          </p:nvSpPr>
          <p:spPr>
            <a:xfrm>
              <a:off x="2195447" y="4219665"/>
              <a:ext cx="9163699" cy="274320"/>
            </a:xfrm>
            <a:prstGeom prst="homePlate">
              <a:avLst/>
            </a:prstGeom>
            <a:solidFill>
              <a:srgbClr val="5A82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AI Engineering Platform (Graph, Competitive Intelligence, Deep Learning, NLP, Information Engineering &amp; External Content)</a:t>
              </a:r>
            </a:p>
          </p:txBody>
        </p:sp>
        <p:sp>
          <p:nvSpPr>
            <p:cNvPr id="90" name="Arrow: Pentagon 89">
              <a:extLst>
                <a:ext uri="{FF2B5EF4-FFF2-40B4-BE49-F238E27FC236}">
                  <a16:creationId xmlns:a16="http://schemas.microsoft.com/office/drawing/2014/main" id="{27263711-AD27-4F0A-8499-1C1F19278176}"/>
                </a:ext>
              </a:extLst>
            </p:cNvPr>
            <p:cNvSpPr/>
            <p:nvPr/>
          </p:nvSpPr>
          <p:spPr>
            <a:xfrm>
              <a:off x="6095999" y="4564361"/>
              <a:ext cx="5274691" cy="274320"/>
            </a:xfrm>
            <a:prstGeom prst="homePlate">
              <a:avLst/>
            </a:prstGeom>
            <a:solidFill>
              <a:srgbClr val="8A7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Digital Health &amp; Late Science Data Platform</a:t>
              </a:r>
            </a:p>
          </p:txBody>
        </p:sp>
        <p:sp>
          <p:nvSpPr>
            <p:cNvPr id="91" name="Arrow: Pentagon 90">
              <a:extLst>
                <a:ext uri="{FF2B5EF4-FFF2-40B4-BE49-F238E27FC236}">
                  <a16:creationId xmlns:a16="http://schemas.microsoft.com/office/drawing/2014/main" id="{426B5970-1EAD-41F5-A7CE-C15959F4B5F6}"/>
                </a:ext>
              </a:extLst>
            </p:cNvPr>
            <p:cNvSpPr/>
            <p:nvPr/>
          </p:nvSpPr>
          <p:spPr>
            <a:xfrm>
              <a:off x="2195447" y="3874969"/>
              <a:ext cx="1527775" cy="274320"/>
            </a:xfrm>
            <a:prstGeom prst="homePlate">
              <a:avLst/>
            </a:prstGeom>
            <a:solidFill>
              <a:srgbClr val="5A82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Omics</a:t>
              </a:r>
            </a:p>
          </p:txBody>
        </p:sp>
        <p:sp>
          <p:nvSpPr>
            <p:cNvPr id="92" name="Arrow: Pentagon 91">
              <a:extLst>
                <a:ext uri="{FF2B5EF4-FFF2-40B4-BE49-F238E27FC236}">
                  <a16:creationId xmlns:a16="http://schemas.microsoft.com/office/drawing/2014/main" id="{191CC628-70BF-4DB7-8285-2ABF09B7E7BD}"/>
                </a:ext>
              </a:extLst>
            </p:cNvPr>
            <p:cNvSpPr/>
            <p:nvPr/>
          </p:nvSpPr>
          <p:spPr>
            <a:xfrm>
              <a:off x="6779077" y="2497290"/>
              <a:ext cx="4580069" cy="274320"/>
            </a:xfrm>
            <a:prstGeom prst="homePlate">
              <a:avLst/>
            </a:prstGeom>
            <a:solidFill>
              <a:srgbClr val="8A7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Pharmacovigilance Management</a:t>
              </a:r>
            </a:p>
          </p:txBody>
        </p:sp>
        <p:sp>
          <p:nvSpPr>
            <p:cNvPr id="93" name="Arrow: Pentagon 92">
              <a:extLst>
                <a:ext uri="{FF2B5EF4-FFF2-40B4-BE49-F238E27FC236}">
                  <a16:creationId xmlns:a16="http://schemas.microsoft.com/office/drawing/2014/main" id="{D9A1AF22-02FD-4392-976A-50BDD9582B94}"/>
                </a:ext>
              </a:extLst>
            </p:cNvPr>
            <p:cNvSpPr/>
            <p:nvPr/>
          </p:nvSpPr>
          <p:spPr>
            <a:xfrm>
              <a:off x="7472947" y="2151066"/>
              <a:ext cx="3886200" cy="274320"/>
            </a:xfrm>
            <a:prstGeom prst="homePlate">
              <a:avLst/>
            </a:prstGeom>
            <a:solidFill>
              <a:srgbClr val="8A7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Regulatory &amp; Quality Management</a:t>
              </a:r>
            </a:p>
          </p:txBody>
        </p:sp>
        <p:sp>
          <p:nvSpPr>
            <p:cNvPr id="96" name="Arrow: Pentagon 95">
              <a:extLst>
                <a:ext uri="{FF2B5EF4-FFF2-40B4-BE49-F238E27FC236}">
                  <a16:creationId xmlns:a16="http://schemas.microsoft.com/office/drawing/2014/main" id="{6EBEF8FA-C935-4DA3-B3EC-174C3FF0B5D6}"/>
                </a:ext>
              </a:extLst>
            </p:cNvPr>
            <p:cNvSpPr/>
            <p:nvPr/>
          </p:nvSpPr>
          <p:spPr>
            <a:xfrm>
              <a:off x="5257894" y="2828329"/>
              <a:ext cx="1507489" cy="274320"/>
            </a:xfrm>
            <a:prstGeom prst="homePlate">
              <a:avLst/>
            </a:prstGeom>
            <a:solidFill>
              <a:srgbClr val="F6C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err="1">
                  <a:ln>
                    <a:noFill/>
                  </a:ln>
                  <a:solidFill>
                    <a:srgbClr val="3F4444"/>
                  </a:solidFill>
                  <a:effectLst/>
                  <a:uLnTx/>
                  <a:uFillTx/>
                  <a:latin typeface="Calibri"/>
                  <a:ea typeface="+mn-ea"/>
                  <a:cs typeface="Arial" panose="020B0604020202020204" pitchFamily="34" charset="0"/>
                </a:rPr>
                <a:t>Invivo</a:t>
              </a:r>
              <a:endParaRPr kumimoji="0" lang="en-US" sz="1000" b="0" i="0" u="none" strike="noStrike" kern="1200" cap="none" spc="0" normalizeH="0" baseline="0" noProof="0">
                <a:ln>
                  <a:noFill/>
                </a:ln>
                <a:solidFill>
                  <a:srgbClr val="3F4444"/>
                </a:solidFill>
                <a:effectLst/>
                <a:uLnTx/>
                <a:uFillTx/>
                <a:latin typeface="Calibri"/>
                <a:ea typeface="+mn-ea"/>
                <a:cs typeface="Arial" panose="020B0604020202020204" pitchFamily="34" charset="0"/>
              </a:endParaRPr>
            </a:p>
          </p:txBody>
        </p:sp>
        <p:sp>
          <p:nvSpPr>
            <p:cNvPr id="98" name="Arrow: Pentagon 97">
              <a:extLst>
                <a:ext uri="{FF2B5EF4-FFF2-40B4-BE49-F238E27FC236}">
                  <a16:creationId xmlns:a16="http://schemas.microsoft.com/office/drawing/2014/main" id="{7AE69936-E3FF-42CB-82A5-8748A32D4A46}"/>
                </a:ext>
              </a:extLst>
            </p:cNvPr>
            <p:cNvSpPr/>
            <p:nvPr/>
          </p:nvSpPr>
          <p:spPr>
            <a:xfrm>
              <a:off x="6779077" y="3178929"/>
              <a:ext cx="1497327" cy="274320"/>
            </a:xfrm>
            <a:prstGeom prst="homePlate">
              <a:avLst/>
            </a:prstGeom>
            <a:solidFill>
              <a:srgbClr val="8A7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defRPr/>
              </a:pPr>
              <a:r>
                <a:rPr kumimoji="0" lang="en-US" sz="800" b="0" i="0" u="none" strike="noStrike" kern="1200" cap="none" spc="0" normalizeH="0" baseline="0" noProof="0">
                  <a:ln>
                    <a:noFill/>
                  </a:ln>
                  <a:solidFill>
                    <a:srgbClr val="FFFFFF"/>
                  </a:solidFill>
                  <a:effectLst/>
                  <a:uLnTx/>
                  <a:uFillTx/>
                  <a:latin typeface="Calibri"/>
                  <a:ea typeface="+mn-ea"/>
                  <a:cs typeface="Arial"/>
                </a:rPr>
                <a:t>Digital Patient Solutions</a:t>
              </a:r>
              <a:endParaRPr kumimoji="0" lang="en-US" sz="800" b="0" i="0" u="none" strike="noStrike" kern="1200" cap="none" spc="0" normalizeH="0" baseline="0" noProof="0">
                <a:ln>
                  <a:noFill/>
                </a:ln>
                <a:solidFill>
                  <a:srgbClr val="FFFFFF"/>
                </a:solidFill>
                <a:effectLst/>
                <a:uLnTx/>
                <a:uFillTx/>
                <a:latin typeface="Calibri"/>
                <a:ea typeface="+mn-ea"/>
                <a:cs typeface="Arial" panose="020B0604020202020204" pitchFamily="34" charset="0"/>
              </a:endParaRPr>
            </a:p>
          </p:txBody>
        </p:sp>
        <p:sp>
          <p:nvSpPr>
            <p:cNvPr id="99" name="Arrow: Pentagon 98">
              <a:extLst>
                <a:ext uri="{FF2B5EF4-FFF2-40B4-BE49-F238E27FC236}">
                  <a16:creationId xmlns:a16="http://schemas.microsoft.com/office/drawing/2014/main" id="{5DCDFE48-2FBF-40A7-A657-7944888183B6}"/>
                </a:ext>
              </a:extLst>
            </p:cNvPr>
            <p:cNvSpPr/>
            <p:nvPr/>
          </p:nvSpPr>
          <p:spPr>
            <a:xfrm>
              <a:off x="6779077" y="3530273"/>
              <a:ext cx="1497327" cy="274320"/>
            </a:xfrm>
            <a:prstGeom prst="homePlate">
              <a:avLst/>
            </a:prstGeom>
            <a:solidFill>
              <a:srgbClr val="8A7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Study Design &amp; Intelligence</a:t>
              </a:r>
            </a:p>
          </p:txBody>
        </p:sp>
        <p:sp>
          <p:nvSpPr>
            <p:cNvPr id="100" name="Arrow: Pentagon 99">
              <a:extLst>
                <a:ext uri="{FF2B5EF4-FFF2-40B4-BE49-F238E27FC236}">
                  <a16:creationId xmlns:a16="http://schemas.microsoft.com/office/drawing/2014/main" id="{5E4FA919-BF43-4A89-8E66-85B674711243}"/>
                </a:ext>
              </a:extLst>
            </p:cNvPr>
            <p:cNvSpPr/>
            <p:nvPr/>
          </p:nvSpPr>
          <p:spPr>
            <a:xfrm>
              <a:off x="6779077" y="2834233"/>
              <a:ext cx="1498499" cy="274320"/>
            </a:xfrm>
            <a:prstGeom prst="homePlate">
              <a:avLst/>
            </a:prstGeom>
            <a:solidFill>
              <a:srgbClr val="8A7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defRPr/>
              </a:pPr>
              <a:r>
                <a:rPr kumimoji="0" lang="en-US" sz="8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Operational Clinical Development</a:t>
              </a:r>
            </a:p>
          </p:txBody>
        </p:sp>
        <p:sp>
          <p:nvSpPr>
            <p:cNvPr id="101" name="Arrow: Pentagon 100">
              <a:extLst>
                <a:ext uri="{FF2B5EF4-FFF2-40B4-BE49-F238E27FC236}">
                  <a16:creationId xmlns:a16="http://schemas.microsoft.com/office/drawing/2014/main" id="{FE9654D8-5093-42A6-97A0-B3DB54CC5DD9}"/>
                </a:ext>
              </a:extLst>
            </p:cNvPr>
            <p:cNvSpPr/>
            <p:nvPr/>
          </p:nvSpPr>
          <p:spPr>
            <a:xfrm>
              <a:off x="5259703" y="3874969"/>
              <a:ext cx="3024386" cy="274320"/>
            </a:xfrm>
            <a:prstGeom prst="homePlate">
              <a:avLst/>
            </a:prstGeom>
            <a:solidFill>
              <a:srgbClr val="5A82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Calibri"/>
                  <a:ea typeface="+mn-ea"/>
                  <a:cs typeface="Arial" panose="020B0604020202020204" pitchFamily="34" charset="0"/>
                </a:rPr>
                <a:t>Imaging</a:t>
              </a:r>
            </a:p>
          </p:txBody>
        </p:sp>
        <p:cxnSp>
          <p:nvCxnSpPr>
            <p:cNvPr id="13" name="Straight Connector 12">
              <a:extLst>
                <a:ext uri="{FF2B5EF4-FFF2-40B4-BE49-F238E27FC236}">
                  <a16:creationId xmlns:a16="http://schemas.microsoft.com/office/drawing/2014/main" id="{A4F8BEC8-C026-47DE-AF11-00F713BA5543}"/>
                </a:ext>
              </a:extLst>
            </p:cNvPr>
            <p:cNvCxnSpPr>
              <a:cxnSpLocks/>
            </p:cNvCxnSpPr>
            <p:nvPr/>
          </p:nvCxnSpPr>
          <p:spPr>
            <a:xfrm>
              <a:off x="2176960" y="1276503"/>
              <a:ext cx="16122" cy="4261311"/>
            </a:xfrm>
            <a:prstGeom prst="line">
              <a:avLst/>
            </a:prstGeom>
            <a:ln w="15875">
              <a:solidFill>
                <a:schemeClr val="accent1"/>
              </a:solidFill>
              <a:prstDash val="solid"/>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EE439D2-D18B-2C48-8BAC-070AB45A9D16}"/>
                </a:ext>
              </a:extLst>
            </p:cNvPr>
            <p:cNvSpPr txBox="1"/>
            <p:nvPr/>
          </p:nvSpPr>
          <p:spPr>
            <a:xfrm>
              <a:off x="2185841" y="1284998"/>
              <a:ext cx="359016" cy="448821"/>
            </a:xfrm>
            <a:prstGeom prst="rect">
              <a:avLst/>
            </a:prstGeom>
            <a:solidFill>
              <a:schemeClr val="tx1"/>
            </a:solid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1</a:t>
              </a:r>
            </a:p>
          </p:txBody>
        </p:sp>
        <p:sp>
          <p:nvSpPr>
            <p:cNvPr id="55" name="TextBox 54">
              <a:extLst>
                <a:ext uri="{FF2B5EF4-FFF2-40B4-BE49-F238E27FC236}">
                  <a16:creationId xmlns:a16="http://schemas.microsoft.com/office/drawing/2014/main" id="{36E3F960-00C5-C348-8298-00C84F121721}"/>
                </a:ext>
              </a:extLst>
            </p:cNvPr>
            <p:cNvSpPr txBox="1"/>
            <p:nvPr/>
          </p:nvSpPr>
          <p:spPr>
            <a:xfrm>
              <a:off x="3784993" y="1278588"/>
              <a:ext cx="359016" cy="455231"/>
            </a:xfrm>
            <a:prstGeom prst="rect">
              <a:avLst/>
            </a:prstGeom>
            <a:solidFill>
              <a:schemeClr val="tx1"/>
            </a:solid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a:t>
              </a:r>
            </a:p>
          </p:txBody>
        </p:sp>
        <p:sp>
          <p:nvSpPr>
            <p:cNvPr id="56" name="TextBox 55">
              <a:extLst>
                <a:ext uri="{FF2B5EF4-FFF2-40B4-BE49-F238E27FC236}">
                  <a16:creationId xmlns:a16="http://schemas.microsoft.com/office/drawing/2014/main" id="{78FE5182-D5DA-144D-83EE-93A9D6501EDF}"/>
                </a:ext>
              </a:extLst>
            </p:cNvPr>
            <p:cNvSpPr txBox="1"/>
            <p:nvPr/>
          </p:nvSpPr>
          <p:spPr>
            <a:xfrm>
              <a:off x="5308993" y="1276503"/>
              <a:ext cx="359016" cy="455231"/>
            </a:xfrm>
            <a:prstGeom prst="rect">
              <a:avLst/>
            </a:prstGeom>
            <a:solidFill>
              <a:schemeClr val="tx1"/>
            </a:solid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3</a:t>
              </a:r>
            </a:p>
          </p:txBody>
        </p:sp>
        <p:sp>
          <p:nvSpPr>
            <p:cNvPr id="57" name="TextBox 56">
              <a:extLst>
                <a:ext uri="{FF2B5EF4-FFF2-40B4-BE49-F238E27FC236}">
                  <a16:creationId xmlns:a16="http://schemas.microsoft.com/office/drawing/2014/main" id="{9E8EBFD2-2209-BB46-91B7-11EA550B2301}"/>
                </a:ext>
              </a:extLst>
            </p:cNvPr>
            <p:cNvSpPr txBox="1"/>
            <p:nvPr/>
          </p:nvSpPr>
          <p:spPr>
            <a:xfrm>
              <a:off x="6832993" y="1284440"/>
              <a:ext cx="359016" cy="455231"/>
            </a:xfrm>
            <a:prstGeom prst="rect">
              <a:avLst/>
            </a:prstGeom>
            <a:solidFill>
              <a:schemeClr val="tx1"/>
            </a:solid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4</a:t>
              </a:r>
            </a:p>
          </p:txBody>
        </p:sp>
        <p:sp>
          <p:nvSpPr>
            <p:cNvPr id="58" name="TextBox 57">
              <a:extLst>
                <a:ext uri="{FF2B5EF4-FFF2-40B4-BE49-F238E27FC236}">
                  <a16:creationId xmlns:a16="http://schemas.microsoft.com/office/drawing/2014/main" id="{79A79F21-F7F6-CF41-8295-51A70F811EDA}"/>
                </a:ext>
              </a:extLst>
            </p:cNvPr>
            <p:cNvSpPr txBox="1"/>
            <p:nvPr/>
          </p:nvSpPr>
          <p:spPr>
            <a:xfrm>
              <a:off x="8356993" y="1283520"/>
              <a:ext cx="359016" cy="455231"/>
            </a:xfrm>
            <a:prstGeom prst="rect">
              <a:avLst/>
            </a:prstGeom>
            <a:solidFill>
              <a:schemeClr val="tx1"/>
            </a:solid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5</a:t>
              </a:r>
            </a:p>
          </p:txBody>
        </p:sp>
        <p:sp>
          <p:nvSpPr>
            <p:cNvPr id="59" name="TextBox 58">
              <a:extLst>
                <a:ext uri="{FF2B5EF4-FFF2-40B4-BE49-F238E27FC236}">
                  <a16:creationId xmlns:a16="http://schemas.microsoft.com/office/drawing/2014/main" id="{3233C250-3D45-6E46-A1A9-48E71D363F8D}"/>
                </a:ext>
              </a:extLst>
            </p:cNvPr>
            <p:cNvSpPr txBox="1"/>
            <p:nvPr/>
          </p:nvSpPr>
          <p:spPr>
            <a:xfrm>
              <a:off x="9880993" y="1280557"/>
              <a:ext cx="359016" cy="455231"/>
            </a:xfrm>
            <a:prstGeom prst="rect">
              <a:avLst/>
            </a:prstGeom>
            <a:solidFill>
              <a:schemeClr val="tx1"/>
            </a:solidFill>
          </p:spPr>
          <p:txBody>
            <a:bodyPr wrap="square" rtlCol="0" anchor="ctr">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6</a:t>
              </a:r>
            </a:p>
          </p:txBody>
        </p:sp>
        <p:grpSp>
          <p:nvGrpSpPr>
            <p:cNvPr id="11" name="Group 10">
              <a:extLst>
                <a:ext uri="{FF2B5EF4-FFF2-40B4-BE49-F238E27FC236}">
                  <a16:creationId xmlns:a16="http://schemas.microsoft.com/office/drawing/2014/main" id="{6BC92D14-9AFA-C349-8FA7-9E75B3A7DFD3}"/>
                </a:ext>
              </a:extLst>
            </p:cNvPr>
            <p:cNvGrpSpPr/>
            <p:nvPr/>
          </p:nvGrpSpPr>
          <p:grpSpPr>
            <a:xfrm>
              <a:off x="3738737" y="2828329"/>
              <a:ext cx="1507613" cy="624920"/>
              <a:chOff x="3738737" y="2828329"/>
              <a:chExt cx="1507613" cy="624920"/>
            </a:xfrm>
          </p:grpSpPr>
          <p:sp>
            <p:nvSpPr>
              <p:cNvPr id="4" name="Rectangle 3">
                <a:extLst>
                  <a:ext uri="{FF2B5EF4-FFF2-40B4-BE49-F238E27FC236}">
                    <a16:creationId xmlns:a16="http://schemas.microsoft.com/office/drawing/2014/main" id="{1D36EF87-372D-CC44-9539-8C884762AB45}"/>
                  </a:ext>
                </a:extLst>
              </p:cNvPr>
              <p:cNvSpPr/>
              <p:nvPr/>
            </p:nvSpPr>
            <p:spPr>
              <a:xfrm>
                <a:off x="3738737" y="2833644"/>
                <a:ext cx="1507613" cy="304171"/>
              </a:xfrm>
              <a:prstGeom prst="rect">
                <a:avLst/>
              </a:prstGeom>
              <a:solidFill>
                <a:srgbClr val="5982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GB" sz="1000" b="0" i="0" u="none" strike="noStrike" kern="1200" cap="none" spc="0" normalizeH="0" baseline="0" noProof="0">
                    <a:ln>
                      <a:noFill/>
                    </a:ln>
                    <a:solidFill>
                      <a:srgbClr val="FFFFFF"/>
                    </a:solidFill>
                    <a:effectLst/>
                    <a:uLnTx/>
                    <a:uFillTx/>
                    <a:latin typeface="Calibri"/>
                    <a:ea typeface="+mn-ea"/>
                    <a:cs typeface="+mn-cs"/>
                  </a:rPr>
                  <a:t>Augmented Drug Design</a:t>
                </a:r>
              </a:p>
            </p:txBody>
          </p:sp>
          <p:sp>
            <p:nvSpPr>
              <p:cNvPr id="6" name="Rectangle 5">
                <a:extLst>
                  <a:ext uri="{FF2B5EF4-FFF2-40B4-BE49-F238E27FC236}">
                    <a16:creationId xmlns:a16="http://schemas.microsoft.com/office/drawing/2014/main" id="{651485D7-5F56-544A-8845-DD6D8F686C98}"/>
                  </a:ext>
                </a:extLst>
              </p:cNvPr>
              <p:cNvSpPr/>
              <p:nvPr/>
            </p:nvSpPr>
            <p:spPr>
              <a:xfrm>
                <a:off x="3738799" y="2828329"/>
                <a:ext cx="1502690" cy="624920"/>
              </a:xfrm>
              <a:prstGeom prst="rect">
                <a:avLst/>
              </a:prstGeom>
              <a:noFill/>
              <a:ln>
                <a:solidFill>
                  <a:srgbClr val="9DB0A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grpSp>
        <p:sp>
          <p:nvSpPr>
            <p:cNvPr id="15" name="TextBox 14">
              <a:extLst>
                <a:ext uri="{FF2B5EF4-FFF2-40B4-BE49-F238E27FC236}">
                  <a16:creationId xmlns:a16="http://schemas.microsoft.com/office/drawing/2014/main" id="{773DA2B9-5BEC-B949-B79E-F3CC0D554C5F}"/>
                </a:ext>
              </a:extLst>
            </p:cNvPr>
            <p:cNvSpPr txBox="1"/>
            <p:nvPr/>
          </p:nvSpPr>
          <p:spPr>
            <a:xfrm>
              <a:off x="1752315" y="1804816"/>
              <a:ext cx="435557" cy="963163"/>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Traditional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sp>
          <p:nvSpPr>
            <p:cNvPr id="66" name="TextBox 65">
              <a:extLst>
                <a:ext uri="{FF2B5EF4-FFF2-40B4-BE49-F238E27FC236}">
                  <a16:creationId xmlns:a16="http://schemas.microsoft.com/office/drawing/2014/main" id="{8008D8B3-9EC3-4840-9F41-78866264F076}"/>
                </a:ext>
              </a:extLst>
            </p:cNvPr>
            <p:cNvSpPr txBox="1"/>
            <p:nvPr/>
          </p:nvSpPr>
          <p:spPr>
            <a:xfrm>
              <a:off x="1757525" y="2839898"/>
              <a:ext cx="435557" cy="2697916"/>
            </a:xfrm>
            <a:prstGeom prst="rect">
              <a:avLst/>
            </a:prstGeom>
            <a:noFill/>
          </p:spPr>
          <p:txBody>
            <a:bodyPr vert="vert270" wrap="square" rtlCol="0" anchor="ctr">
              <a:no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3F4444"/>
                  </a:solidFill>
                  <a:effectLst/>
                  <a:uLnTx/>
                  <a:uFillTx/>
                  <a:latin typeface="Calibri"/>
                  <a:ea typeface="+mn-ea"/>
                  <a:cs typeface="Arial" panose="020B0604020202020204" pitchFamily="34" charset="0"/>
                </a:rPr>
                <a:t>Product Delivery</a:t>
              </a:r>
            </a:p>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mn-cs"/>
              </a:endParaRPr>
            </a:p>
          </p:txBody>
        </p:sp>
      </p:grpSp>
      <p:sp>
        <p:nvSpPr>
          <p:cNvPr id="49" name="Arrow: Pentagon 48">
            <a:extLst>
              <a:ext uri="{FF2B5EF4-FFF2-40B4-BE49-F238E27FC236}">
                <a16:creationId xmlns:a16="http://schemas.microsoft.com/office/drawing/2014/main" id="{A7623E7C-18AD-4B7F-99F9-C99CBB760B00}"/>
              </a:ext>
            </a:extLst>
          </p:cNvPr>
          <p:cNvSpPr/>
          <p:nvPr/>
        </p:nvSpPr>
        <p:spPr>
          <a:xfrm>
            <a:off x="3130683" y="3295858"/>
            <a:ext cx="1661149" cy="302282"/>
          </a:xfrm>
          <a:prstGeom prst="homePlate">
            <a:avLst/>
          </a:prstGeom>
          <a:solidFill>
            <a:srgbClr val="F6CD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F4444"/>
                </a:solidFill>
                <a:effectLst/>
                <a:uLnTx/>
                <a:uFillTx/>
                <a:latin typeface="Calibri"/>
                <a:ea typeface="+mn-ea"/>
                <a:cs typeface="Arial" panose="020B0604020202020204" pitchFamily="34" charset="0"/>
              </a:rPr>
              <a:t>(D)MTA</a:t>
            </a:r>
          </a:p>
        </p:txBody>
      </p:sp>
      <p:sp>
        <p:nvSpPr>
          <p:cNvPr id="53" name="Rectangle 52">
            <a:extLst>
              <a:ext uri="{FF2B5EF4-FFF2-40B4-BE49-F238E27FC236}">
                <a16:creationId xmlns:a16="http://schemas.microsoft.com/office/drawing/2014/main" id="{4DB51CD8-0613-45C0-8F49-96B855CD5376}"/>
              </a:ext>
            </a:extLst>
          </p:cNvPr>
          <p:cNvSpPr/>
          <p:nvPr/>
        </p:nvSpPr>
        <p:spPr>
          <a:xfrm>
            <a:off x="7792935" y="6131929"/>
            <a:ext cx="762000" cy="381000"/>
          </a:xfrm>
          <a:prstGeom prst="rect">
            <a:avLst/>
          </a:prstGeom>
          <a:solidFill>
            <a:srgbClr val="CD99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r>
              <a:rPr lang="en-US" sz="1000">
                <a:solidFill>
                  <a:srgbClr val="FFFFFF"/>
                </a:solidFill>
                <a:latin typeface="Calibri"/>
                <a:cs typeface="Arial" panose="020B0604020202020204" pitchFamily="34" charset="0"/>
              </a:rPr>
              <a:t>Enterprise D&amp;A</a:t>
            </a:r>
          </a:p>
        </p:txBody>
      </p:sp>
      <p:sp>
        <p:nvSpPr>
          <p:cNvPr id="12" name="TextBox 11">
            <a:extLst>
              <a:ext uri="{FF2B5EF4-FFF2-40B4-BE49-F238E27FC236}">
                <a16:creationId xmlns:a16="http://schemas.microsoft.com/office/drawing/2014/main" id="{A951A39D-2B3B-437A-8911-A1EB06B8232D}"/>
              </a:ext>
            </a:extLst>
          </p:cNvPr>
          <p:cNvSpPr txBox="1"/>
          <p:nvPr/>
        </p:nvSpPr>
        <p:spPr>
          <a:xfrm>
            <a:off x="3963254" y="6169975"/>
            <a:ext cx="883319" cy="276999"/>
          </a:xfrm>
          <a:prstGeom prst="rect">
            <a:avLst/>
          </a:prstGeom>
          <a:noFill/>
        </p:spPr>
        <p:txBody>
          <a:bodyPr wrap="none" rtlCol="0">
            <a:spAutoFit/>
          </a:bodyPr>
          <a:lstStyle/>
          <a:p>
            <a:pPr algn="l">
              <a:spcAft>
                <a:spcPts val="600"/>
              </a:spcAft>
            </a:pPr>
            <a:r>
              <a:rPr lang="en-US" sz="1200" b="1"/>
              <a:t>Ownership</a:t>
            </a:r>
          </a:p>
        </p:txBody>
      </p:sp>
    </p:spTree>
    <p:extLst>
      <p:ext uri="{BB962C8B-B14F-4D97-AF65-F5344CB8AC3E}">
        <p14:creationId xmlns:p14="http://schemas.microsoft.com/office/powerpoint/2010/main" val="2314339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31F8B-07F5-9B7D-D3DF-66C233442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604FB-4528-A5FD-88C6-4C5D39EE851C}"/>
              </a:ext>
            </a:extLst>
          </p:cNvPr>
          <p:cNvSpPr>
            <a:spLocks noGrp="1"/>
          </p:cNvSpPr>
          <p:nvPr>
            <p:ph type="title"/>
          </p:nvPr>
        </p:nvSpPr>
        <p:spPr/>
        <p:txBody>
          <a:bodyPr/>
          <a:lstStyle/>
          <a:p>
            <a:r>
              <a:rPr lang="en-GB"/>
              <a:t>Role – Solution Architect</a:t>
            </a:r>
          </a:p>
        </p:txBody>
      </p:sp>
      <p:sp>
        <p:nvSpPr>
          <p:cNvPr id="3" name="Slide Number Placeholder 2">
            <a:extLst>
              <a:ext uri="{FF2B5EF4-FFF2-40B4-BE49-F238E27FC236}">
                <a16:creationId xmlns:a16="http://schemas.microsoft.com/office/drawing/2014/main" id="{E949D649-C576-3C42-EC65-755D0EE425D9}"/>
              </a:ext>
            </a:extLst>
          </p:cNvPr>
          <p:cNvSpPr>
            <a:spLocks noGrp="1"/>
          </p:cNvSpPr>
          <p:nvPr>
            <p:ph type="sldNum" sz="quarter" idx="12"/>
          </p:nvPr>
        </p:nvSpPr>
        <p:spPr/>
        <p:txBody>
          <a:bodyPr/>
          <a:lstStyle/>
          <a:p>
            <a:fld id="{F8E47D07-9D1E-4FE9-B31A-2F5863681021}" type="slidenum">
              <a:rPr lang="en-GB" smtClean="0"/>
              <a:pPr/>
              <a:t>7</a:t>
            </a:fld>
            <a:endParaRPr lang="en-GB"/>
          </a:p>
        </p:txBody>
      </p:sp>
      <p:sp>
        <p:nvSpPr>
          <p:cNvPr id="6" name="Rectangle 5">
            <a:extLst>
              <a:ext uri="{FF2B5EF4-FFF2-40B4-BE49-F238E27FC236}">
                <a16:creationId xmlns:a16="http://schemas.microsoft.com/office/drawing/2014/main" id="{0948E58A-8E81-318B-5D5D-7A286E57BD5A}"/>
              </a:ext>
            </a:extLst>
          </p:cNvPr>
          <p:cNvSpPr/>
          <p:nvPr/>
        </p:nvSpPr>
        <p:spPr>
          <a:xfrm>
            <a:off x="433166" y="1637355"/>
            <a:ext cx="3837883" cy="512368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rtlCol="0" anchor="t" anchorCtr="0">
            <a:noAutofit/>
          </a:bodyPr>
          <a:lstStyle/>
          <a:p>
            <a:pPr marL="171450" indent="-171450">
              <a:spcBef>
                <a:spcPts val="600"/>
              </a:spcBef>
              <a:buFont typeface="Arial" panose="020B0604020202020204" pitchFamily="34" charset="0"/>
              <a:buChar char="•"/>
            </a:pPr>
            <a:r>
              <a:rPr lang="en-GB" sz="1400">
                <a:solidFill>
                  <a:schemeClr val="tx1"/>
                </a:solidFill>
              </a:rPr>
              <a:t>Definition of Platform including applications, technology landscape and vendors linked to Business Capabilities</a:t>
            </a:r>
          </a:p>
          <a:p>
            <a:pPr marL="171450" indent="-171450">
              <a:spcBef>
                <a:spcPts val="600"/>
              </a:spcBef>
              <a:buFont typeface="Arial" panose="020B0604020202020204" pitchFamily="34" charset="0"/>
              <a:buChar char="•"/>
            </a:pPr>
            <a:r>
              <a:rPr lang="en-GB" sz="1400">
                <a:solidFill>
                  <a:schemeClr val="tx1"/>
                </a:solidFill>
              </a:rPr>
              <a:t>Evolution and roadmap of the Platform to meet business needs</a:t>
            </a:r>
          </a:p>
          <a:p>
            <a:pPr marL="171450" indent="-171450">
              <a:spcBef>
                <a:spcPts val="600"/>
              </a:spcBef>
              <a:buFont typeface="Arial" panose="020B0604020202020204" pitchFamily="34" charset="0"/>
              <a:buChar char="•"/>
            </a:pPr>
            <a:r>
              <a:rPr lang="en-GB" sz="1400">
                <a:solidFill>
                  <a:schemeClr val="tx1"/>
                </a:solidFill>
              </a:rPr>
              <a:t>Alignment to EA standards and data standards</a:t>
            </a:r>
          </a:p>
          <a:p>
            <a:pPr marL="171450" indent="-171450">
              <a:spcBef>
                <a:spcPts val="600"/>
              </a:spcBef>
              <a:buFont typeface="Arial" panose="020B0604020202020204" pitchFamily="34" charset="0"/>
              <a:buChar char="•"/>
            </a:pPr>
            <a:r>
              <a:rPr lang="en-GB" sz="1400">
                <a:solidFill>
                  <a:schemeClr val="tx1"/>
                </a:solidFill>
              </a:rPr>
              <a:t>Definition of Integration &amp; Interface patterns</a:t>
            </a:r>
          </a:p>
          <a:p>
            <a:pPr marL="171450" indent="-171450">
              <a:spcBef>
                <a:spcPts val="600"/>
              </a:spcBef>
              <a:buFont typeface="Arial" panose="020B0604020202020204" pitchFamily="34" charset="0"/>
              <a:buChar char="•"/>
            </a:pPr>
            <a:r>
              <a:rPr lang="en-GB" sz="1400">
                <a:solidFill>
                  <a:schemeClr val="tx1"/>
                </a:solidFill>
              </a:rPr>
              <a:t>Definition of Security &amp; Compliance Standards</a:t>
            </a:r>
          </a:p>
          <a:p>
            <a:pPr marL="171450" indent="-171450">
              <a:spcBef>
                <a:spcPts val="600"/>
              </a:spcBef>
              <a:buFont typeface="Arial" panose="020B0604020202020204" pitchFamily="34" charset="0"/>
              <a:buChar char="•"/>
            </a:pPr>
            <a:r>
              <a:rPr lang="en-GB" sz="1400">
                <a:solidFill>
                  <a:schemeClr val="tx1"/>
                </a:solidFill>
              </a:rPr>
              <a:t>Driving consistency in application of Technologies across different Platforms</a:t>
            </a:r>
          </a:p>
          <a:p>
            <a:pPr marL="171450" indent="-171450">
              <a:spcBef>
                <a:spcPts val="600"/>
              </a:spcBef>
              <a:buFont typeface="Arial" panose="020B0604020202020204" pitchFamily="34" charset="0"/>
              <a:buChar char="•"/>
            </a:pPr>
            <a:r>
              <a:rPr lang="en-GB" sz="1400">
                <a:solidFill>
                  <a:schemeClr val="tx1"/>
                </a:solidFill>
              </a:rPr>
              <a:t>Management of Conceptual and Logical Data Models (or deferred to Platform IA if one exists)</a:t>
            </a:r>
          </a:p>
          <a:p>
            <a:pPr marL="171450" indent="-171450">
              <a:spcBef>
                <a:spcPts val="600"/>
              </a:spcBef>
              <a:buFont typeface="Arial" panose="020B0604020202020204" pitchFamily="34" charset="0"/>
              <a:buChar char="•"/>
            </a:pPr>
            <a:r>
              <a:rPr lang="en-GB" sz="1400">
                <a:solidFill>
                  <a:schemeClr val="tx1"/>
                </a:solidFill>
              </a:rPr>
              <a:t>Proposals for Investment opportunities </a:t>
            </a:r>
          </a:p>
          <a:p>
            <a:pPr marL="171450" indent="-171450">
              <a:spcBef>
                <a:spcPts val="600"/>
              </a:spcBef>
              <a:buFont typeface="Arial" panose="020B0604020202020204" pitchFamily="34" charset="0"/>
              <a:buChar char="•"/>
            </a:pPr>
            <a:r>
              <a:rPr lang="en-GB" sz="1400">
                <a:solidFill>
                  <a:schemeClr val="tx1"/>
                </a:solidFill>
              </a:rPr>
              <a:t>Participate in business case development</a:t>
            </a:r>
          </a:p>
          <a:p>
            <a:pPr marL="171450" indent="-171450">
              <a:spcBef>
                <a:spcPts val="600"/>
              </a:spcBef>
              <a:buFont typeface="Arial" panose="020B0604020202020204" pitchFamily="34" charset="0"/>
              <a:buChar char="•"/>
            </a:pPr>
            <a:r>
              <a:rPr lang="en-GB" sz="1400">
                <a:solidFill>
                  <a:schemeClr val="tx1"/>
                </a:solidFill>
              </a:rPr>
              <a:t>Architecture risks and mitigation actions</a:t>
            </a:r>
          </a:p>
          <a:p>
            <a:pPr>
              <a:lnSpc>
                <a:spcPct val="90000"/>
              </a:lnSpc>
              <a:spcBef>
                <a:spcPts val="600"/>
              </a:spcBef>
              <a:spcAft>
                <a:spcPts val="600"/>
              </a:spcAft>
            </a:pPr>
            <a:endParaRPr lang="en-GB" sz="1400">
              <a:solidFill>
                <a:schemeClr val="tx1"/>
              </a:solidFill>
            </a:endParaRPr>
          </a:p>
          <a:p>
            <a:pPr>
              <a:lnSpc>
                <a:spcPct val="90000"/>
              </a:lnSpc>
              <a:spcBef>
                <a:spcPts val="600"/>
              </a:spcBef>
              <a:spcAft>
                <a:spcPts val="600"/>
              </a:spcAft>
            </a:pPr>
            <a:endParaRPr lang="en-GB" sz="1400">
              <a:solidFill>
                <a:schemeClr val="tx1"/>
              </a:solidFill>
            </a:endParaRPr>
          </a:p>
        </p:txBody>
      </p:sp>
      <p:sp>
        <p:nvSpPr>
          <p:cNvPr id="7" name="Isosceles Triangle 6">
            <a:extLst>
              <a:ext uri="{FF2B5EF4-FFF2-40B4-BE49-F238E27FC236}">
                <a16:creationId xmlns:a16="http://schemas.microsoft.com/office/drawing/2014/main" id="{ED3D2AAE-A829-F804-59C8-D678D4192D3A}"/>
              </a:ext>
            </a:extLst>
          </p:cNvPr>
          <p:cNvSpPr/>
          <p:nvPr/>
        </p:nvSpPr>
        <p:spPr>
          <a:xfrm rot="5400000">
            <a:off x="5796850" y="3658040"/>
            <a:ext cx="771911" cy="44203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ctr">
              <a:lnSpc>
                <a:spcPct val="90000"/>
              </a:lnSpc>
              <a:spcAft>
                <a:spcPts val="600"/>
              </a:spcAft>
            </a:pPr>
            <a:endParaRPr lang="en-GB" err="1"/>
          </a:p>
        </p:txBody>
      </p:sp>
      <p:sp>
        <p:nvSpPr>
          <p:cNvPr id="11" name="Rectangle 10">
            <a:extLst>
              <a:ext uri="{FF2B5EF4-FFF2-40B4-BE49-F238E27FC236}">
                <a16:creationId xmlns:a16="http://schemas.microsoft.com/office/drawing/2014/main" id="{E505D32B-96F4-0B57-D575-ACF0B9FDCE30}"/>
              </a:ext>
            </a:extLst>
          </p:cNvPr>
          <p:cNvSpPr/>
          <p:nvPr/>
        </p:nvSpPr>
        <p:spPr>
          <a:xfrm>
            <a:off x="407987" y="930213"/>
            <a:ext cx="5630862" cy="6254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normAutofit/>
          </a:bodyPr>
          <a:lstStyle/>
          <a:p>
            <a:pPr>
              <a:lnSpc>
                <a:spcPct val="90000"/>
              </a:lnSpc>
              <a:spcAft>
                <a:spcPts val="600"/>
              </a:spcAft>
            </a:pPr>
            <a:r>
              <a:rPr lang="en-US" b="1"/>
              <a:t>Responsibilities - Strategic</a:t>
            </a:r>
            <a:endParaRPr lang="en-GB" b="1"/>
          </a:p>
        </p:txBody>
      </p:sp>
      <p:sp>
        <p:nvSpPr>
          <p:cNvPr id="14" name="Rectangle 13">
            <a:extLst>
              <a:ext uri="{FF2B5EF4-FFF2-40B4-BE49-F238E27FC236}">
                <a16:creationId xmlns:a16="http://schemas.microsoft.com/office/drawing/2014/main" id="{56122A66-39DC-E824-BB29-166F354045D2}"/>
              </a:ext>
            </a:extLst>
          </p:cNvPr>
          <p:cNvSpPr/>
          <p:nvPr/>
        </p:nvSpPr>
        <p:spPr>
          <a:xfrm>
            <a:off x="6403822" y="947803"/>
            <a:ext cx="5630862" cy="6254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88000" rtlCol="0" anchor="ctr">
            <a:normAutofit/>
          </a:bodyPr>
          <a:lstStyle/>
          <a:p>
            <a:pPr>
              <a:lnSpc>
                <a:spcPct val="90000"/>
              </a:lnSpc>
              <a:spcAft>
                <a:spcPts val="600"/>
              </a:spcAft>
            </a:pPr>
            <a:r>
              <a:rPr lang="en-US" b="1"/>
              <a:t>Responsibilities - Design</a:t>
            </a:r>
            <a:endParaRPr lang="en-GB" b="1"/>
          </a:p>
        </p:txBody>
      </p:sp>
      <p:sp>
        <p:nvSpPr>
          <p:cNvPr id="15" name="Rectangle 14">
            <a:extLst>
              <a:ext uri="{FF2B5EF4-FFF2-40B4-BE49-F238E27FC236}">
                <a16:creationId xmlns:a16="http://schemas.microsoft.com/office/drawing/2014/main" id="{B5C08384-A832-4434-3058-237D8126B886}"/>
              </a:ext>
            </a:extLst>
          </p:cNvPr>
          <p:cNvSpPr/>
          <p:nvPr/>
        </p:nvSpPr>
        <p:spPr>
          <a:xfrm>
            <a:off x="6428875" y="1637355"/>
            <a:ext cx="3799709" cy="512368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rtlCol="0" anchor="t" anchorCtr="0">
            <a:noAutofit/>
          </a:bodyPr>
          <a:lstStyle/>
          <a:p>
            <a:pPr marL="285750" indent="-285750">
              <a:lnSpc>
                <a:spcPct val="90000"/>
              </a:lnSpc>
              <a:spcBef>
                <a:spcPts val="600"/>
              </a:spcBef>
              <a:spcAft>
                <a:spcPts val="600"/>
              </a:spcAft>
              <a:buFont typeface="Arial" panose="020B0604020202020204" pitchFamily="34" charset="0"/>
              <a:buChar char="•"/>
            </a:pPr>
            <a:r>
              <a:rPr lang="en-GB" sz="1400">
                <a:solidFill>
                  <a:schemeClr val="tx1"/>
                </a:solidFill>
              </a:rPr>
              <a:t>Logical Solution Designs</a:t>
            </a:r>
          </a:p>
          <a:p>
            <a:pPr marL="285750" indent="-285750">
              <a:lnSpc>
                <a:spcPct val="90000"/>
              </a:lnSpc>
              <a:spcBef>
                <a:spcPts val="600"/>
              </a:spcBef>
              <a:spcAft>
                <a:spcPts val="600"/>
              </a:spcAft>
              <a:buFont typeface="Arial" panose="020B0604020202020204" pitchFamily="34" charset="0"/>
              <a:buChar char="•"/>
            </a:pPr>
            <a:r>
              <a:rPr lang="en-GB" sz="1400">
                <a:solidFill>
                  <a:schemeClr val="tx1"/>
                </a:solidFill>
              </a:rPr>
              <a:t>Continued compliance/flagging against EA principles, standards and Data Standards</a:t>
            </a:r>
          </a:p>
          <a:p>
            <a:pPr marL="285750" indent="-285750">
              <a:lnSpc>
                <a:spcPct val="90000"/>
              </a:lnSpc>
              <a:spcBef>
                <a:spcPts val="600"/>
              </a:spcBef>
              <a:spcAft>
                <a:spcPts val="600"/>
              </a:spcAft>
              <a:buFont typeface="Arial" panose="020B0604020202020204" pitchFamily="34" charset="0"/>
              <a:buChar char="•"/>
            </a:pPr>
            <a:r>
              <a:rPr lang="en-GB" sz="1400">
                <a:solidFill>
                  <a:schemeClr val="tx1"/>
                </a:solidFill>
              </a:rPr>
              <a:t>Management of Platform Architecture delivery runway aligned to PI Planning defined priorities</a:t>
            </a:r>
          </a:p>
          <a:p>
            <a:pPr marL="285750" indent="-285750">
              <a:lnSpc>
                <a:spcPct val="90000"/>
              </a:lnSpc>
              <a:spcBef>
                <a:spcPts val="600"/>
              </a:spcBef>
              <a:spcAft>
                <a:spcPts val="600"/>
              </a:spcAft>
              <a:buFont typeface="Arial" panose="020B0604020202020204" pitchFamily="34" charset="0"/>
              <a:buChar char="•"/>
            </a:pPr>
            <a:r>
              <a:rPr lang="en-GB" sz="1400">
                <a:solidFill>
                  <a:schemeClr val="tx1"/>
                </a:solidFill>
              </a:rPr>
              <a:t>Impact of Enterprise change to technology &amp; application landscape (e.g. data centre strategies)</a:t>
            </a:r>
          </a:p>
          <a:p>
            <a:pPr marL="285750" indent="-285750">
              <a:lnSpc>
                <a:spcPct val="90000"/>
              </a:lnSpc>
              <a:spcBef>
                <a:spcPts val="600"/>
              </a:spcBef>
              <a:spcAft>
                <a:spcPts val="600"/>
              </a:spcAft>
              <a:buFont typeface="Arial" panose="020B0604020202020204" pitchFamily="34" charset="0"/>
              <a:buChar char="•"/>
            </a:pPr>
            <a:r>
              <a:rPr lang="en-GB" sz="1400">
                <a:solidFill>
                  <a:schemeClr val="tx1"/>
                </a:solidFill>
              </a:rPr>
              <a:t>Design architectures for projects or solutions that address business, application, information, and infrastructure requirements. </a:t>
            </a:r>
          </a:p>
          <a:p>
            <a:pPr marL="285750" indent="-285750">
              <a:lnSpc>
                <a:spcPct val="90000"/>
              </a:lnSpc>
              <a:spcBef>
                <a:spcPts val="600"/>
              </a:spcBef>
              <a:spcAft>
                <a:spcPts val="600"/>
              </a:spcAft>
              <a:buFont typeface="Arial" panose="020B0604020202020204" pitchFamily="34" charset="0"/>
              <a:buChar char="•"/>
            </a:pPr>
            <a:r>
              <a:rPr lang="en-GB" sz="1400">
                <a:solidFill>
                  <a:schemeClr val="tx1"/>
                </a:solidFill>
              </a:rPr>
              <a:t>Participate in Architecture Assessments &amp; Reviews as a Subject Matter Expert</a:t>
            </a:r>
          </a:p>
          <a:p>
            <a:pPr>
              <a:lnSpc>
                <a:spcPct val="90000"/>
              </a:lnSpc>
              <a:spcBef>
                <a:spcPts val="600"/>
              </a:spcBef>
              <a:spcAft>
                <a:spcPts val="600"/>
              </a:spcAft>
            </a:pPr>
            <a:endParaRPr lang="en-GB" sz="1400">
              <a:solidFill>
                <a:schemeClr val="tx1"/>
              </a:solidFill>
            </a:endParaRPr>
          </a:p>
        </p:txBody>
      </p:sp>
      <p:sp>
        <p:nvSpPr>
          <p:cNvPr id="16" name="Arrow: Down 15">
            <a:extLst>
              <a:ext uri="{FF2B5EF4-FFF2-40B4-BE49-F238E27FC236}">
                <a16:creationId xmlns:a16="http://schemas.microsoft.com/office/drawing/2014/main" id="{6B58809D-0C40-5450-1880-1C1B8DF17CB8}"/>
              </a:ext>
            </a:extLst>
          </p:cNvPr>
          <p:cNvSpPr/>
          <p:nvPr/>
        </p:nvSpPr>
        <p:spPr>
          <a:xfrm>
            <a:off x="4950468" y="3091595"/>
            <a:ext cx="477794" cy="560173"/>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GB" err="1"/>
          </a:p>
        </p:txBody>
      </p:sp>
      <p:sp>
        <p:nvSpPr>
          <p:cNvPr id="17" name="TextBox 16">
            <a:extLst>
              <a:ext uri="{FF2B5EF4-FFF2-40B4-BE49-F238E27FC236}">
                <a16:creationId xmlns:a16="http://schemas.microsoft.com/office/drawing/2014/main" id="{BFA35285-6B63-69CD-F87C-AFD975319734}"/>
              </a:ext>
            </a:extLst>
          </p:cNvPr>
          <p:cNvSpPr txBox="1"/>
          <p:nvPr/>
        </p:nvSpPr>
        <p:spPr>
          <a:xfrm>
            <a:off x="4264785" y="3718483"/>
            <a:ext cx="1918020" cy="1603516"/>
          </a:xfrm>
          <a:prstGeom prst="rect">
            <a:avLst/>
          </a:prstGeom>
          <a:noFill/>
        </p:spPr>
        <p:txBody>
          <a:bodyPr wrap="square" rtlCol="0">
            <a:spAutoFit/>
          </a:bodyPr>
          <a:lstStyle/>
          <a:p>
            <a:pPr marL="285750" indent="-285750" algn="l">
              <a:lnSpc>
                <a:spcPct val="90000"/>
              </a:lnSpc>
              <a:spcAft>
                <a:spcPts val="600"/>
              </a:spcAft>
              <a:buFont typeface="Arial" panose="020B0604020202020204" pitchFamily="34" charset="0"/>
              <a:buChar char="•"/>
            </a:pPr>
            <a:r>
              <a:rPr lang="en-GB" sz="1400"/>
              <a:t>Platform Application and Technology Vision</a:t>
            </a:r>
          </a:p>
          <a:p>
            <a:pPr marL="285750" indent="-285750" algn="l">
              <a:lnSpc>
                <a:spcPct val="90000"/>
              </a:lnSpc>
              <a:spcAft>
                <a:spcPts val="600"/>
              </a:spcAft>
              <a:buFont typeface="Arial" panose="020B0604020202020204" pitchFamily="34" charset="0"/>
              <a:buChar char="•"/>
            </a:pPr>
            <a:r>
              <a:rPr lang="en-GB" sz="1400"/>
              <a:t>Platform/Capability Roadmaps</a:t>
            </a:r>
          </a:p>
          <a:p>
            <a:pPr marL="285750" indent="-285750" algn="l">
              <a:lnSpc>
                <a:spcPct val="90000"/>
              </a:lnSpc>
              <a:spcAft>
                <a:spcPts val="600"/>
              </a:spcAft>
              <a:buFont typeface="Arial" panose="020B0604020202020204" pitchFamily="34" charset="0"/>
              <a:buChar char="•"/>
            </a:pPr>
            <a:r>
              <a:rPr lang="en-GB" sz="1400"/>
              <a:t>Platform Architecture risks</a:t>
            </a:r>
          </a:p>
        </p:txBody>
      </p:sp>
      <p:sp>
        <p:nvSpPr>
          <p:cNvPr id="18" name="TextBox 17">
            <a:extLst>
              <a:ext uri="{FF2B5EF4-FFF2-40B4-BE49-F238E27FC236}">
                <a16:creationId xmlns:a16="http://schemas.microsoft.com/office/drawing/2014/main" id="{516611C6-79DC-9D93-94D9-51DB4788097C}"/>
              </a:ext>
            </a:extLst>
          </p:cNvPr>
          <p:cNvSpPr txBox="1"/>
          <p:nvPr/>
        </p:nvSpPr>
        <p:spPr>
          <a:xfrm>
            <a:off x="4678135" y="2727578"/>
            <a:ext cx="1360714" cy="297302"/>
          </a:xfrm>
          <a:prstGeom prst="rect">
            <a:avLst/>
          </a:prstGeom>
          <a:noFill/>
        </p:spPr>
        <p:txBody>
          <a:bodyPr wrap="square" rtlCol="0">
            <a:spAutoFit/>
          </a:bodyPr>
          <a:lstStyle/>
          <a:p>
            <a:pPr algn="l">
              <a:lnSpc>
                <a:spcPct val="90000"/>
              </a:lnSpc>
              <a:spcAft>
                <a:spcPts val="600"/>
              </a:spcAft>
            </a:pPr>
            <a:r>
              <a:rPr lang="en-GB" sz="1400" b="1"/>
              <a:t>Deliverables</a:t>
            </a:r>
          </a:p>
        </p:txBody>
      </p:sp>
      <p:sp>
        <p:nvSpPr>
          <p:cNvPr id="19" name="Arrow: Down 18">
            <a:extLst>
              <a:ext uri="{FF2B5EF4-FFF2-40B4-BE49-F238E27FC236}">
                <a16:creationId xmlns:a16="http://schemas.microsoft.com/office/drawing/2014/main" id="{28064B7A-5B97-0BD8-E03A-6AEF69CAB366}"/>
              </a:ext>
            </a:extLst>
          </p:cNvPr>
          <p:cNvSpPr/>
          <p:nvPr/>
        </p:nvSpPr>
        <p:spPr>
          <a:xfrm>
            <a:off x="10751403" y="3091594"/>
            <a:ext cx="477794" cy="560173"/>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lnSpc>
                <a:spcPct val="90000"/>
              </a:lnSpc>
              <a:spcAft>
                <a:spcPts val="600"/>
              </a:spcAft>
            </a:pPr>
            <a:endParaRPr lang="en-GB" err="1"/>
          </a:p>
        </p:txBody>
      </p:sp>
      <p:sp>
        <p:nvSpPr>
          <p:cNvPr id="20" name="TextBox 19">
            <a:extLst>
              <a:ext uri="{FF2B5EF4-FFF2-40B4-BE49-F238E27FC236}">
                <a16:creationId xmlns:a16="http://schemas.microsoft.com/office/drawing/2014/main" id="{C03850AE-9CCF-1DE2-09F6-CED20F6E7E31}"/>
              </a:ext>
            </a:extLst>
          </p:cNvPr>
          <p:cNvSpPr txBox="1"/>
          <p:nvPr/>
        </p:nvSpPr>
        <p:spPr>
          <a:xfrm>
            <a:off x="10274659" y="3726759"/>
            <a:ext cx="1760704" cy="944874"/>
          </a:xfrm>
          <a:prstGeom prst="rect">
            <a:avLst/>
          </a:prstGeom>
          <a:noFill/>
        </p:spPr>
        <p:txBody>
          <a:bodyPr wrap="square" rtlCol="0">
            <a:spAutoFit/>
          </a:bodyPr>
          <a:lstStyle/>
          <a:p>
            <a:pPr marL="285750" indent="-285750" algn="l">
              <a:lnSpc>
                <a:spcPct val="90000"/>
              </a:lnSpc>
              <a:spcAft>
                <a:spcPts val="600"/>
              </a:spcAft>
              <a:buFont typeface="Arial" panose="020B0604020202020204" pitchFamily="34" charset="0"/>
              <a:buChar char="•"/>
            </a:pPr>
            <a:r>
              <a:rPr lang="en-GB" sz="1400"/>
              <a:t>Solution Blueprints</a:t>
            </a:r>
          </a:p>
          <a:p>
            <a:pPr marL="285750" indent="-285750" algn="l">
              <a:lnSpc>
                <a:spcPct val="90000"/>
              </a:lnSpc>
              <a:spcAft>
                <a:spcPts val="600"/>
              </a:spcAft>
              <a:buFont typeface="Arial" panose="020B0604020202020204" pitchFamily="34" charset="0"/>
              <a:buChar char="•"/>
            </a:pPr>
            <a:r>
              <a:rPr lang="en-GB" sz="1400"/>
              <a:t>Security assessments</a:t>
            </a:r>
          </a:p>
        </p:txBody>
      </p:sp>
      <p:sp>
        <p:nvSpPr>
          <p:cNvPr id="21" name="TextBox 20">
            <a:extLst>
              <a:ext uri="{FF2B5EF4-FFF2-40B4-BE49-F238E27FC236}">
                <a16:creationId xmlns:a16="http://schemas.microsoft.com/office/drawing/2014/main" id="{D2AAD5E9-7137-D6AA-FEBF-FE8B6BC714BF}"/>
              </a:ext>
            </a:extLst>
          </p:cNvPr>
          <p:cNvSpPr txBox="1"/>
          <p:nvPr/>
        </p:nvSpPr>
        <p:spPr>
          <a:xfrm>
            <a:off x="10474654" y="2727578"/>
            <a:ext cx="1360714" cy="297302"/>
          </a:xfrm>
          <a:prstGeom prst="rect">
            <a:avLst/>
          </a:prstGeom>
          <a:noFill/>
        </p:spPr>
        <p:txBody>
          <a:bodyPr wrap="square" rtlCol="0">
            <a:spAutoFit/>
          </a:bodyPr>
          <a:lstStyle/>
          <a:p>
            <a:pPr algn="l">
              <a:lnSpc>
                <a:spcPct val="90000"/>
              </a:lnSpc>
              <a:spcAft>
                <a:spcPts val="600"/>
              </a:spcAft>
            </a:pPr>
            <a:r>
              <a:rPr lang="en-GB" sz="1400" b="1"/>
              <a:t>Deliverables</a:t>
            </a:r>
          </a:p>
        </p:txBody>
      </p:sp>
    </p:spTree>
    <p:custDataLst>
      <p:tags r:id="rId1"/>
    </p:custDataLst>
    <p:extLst>
      <p:ext uri="{BB962C8B-B14F-4D97-AF65-F5344CB8AC3E}">
        <p14:creationId xmlns:p14="http://schemas.microsoft.com/office/powerpoint/2010/main" val="1918958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855742D7-4150-497D-9DBD-F78E73DE53C2}"/>
              </a:ext>
            </a:extLst>
          </p:cNvPr>
          <p:cNvSpPr/>
          <p:nvPr/>
        </p:nvSpPr>
        <p:spPr>
          <a:xfrm>
            <a:off x="1733329" y="2195649"/>
            <a:ext cx="2379773" cy="44568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spcAft>
                <a:spcPts val="800"/>
              </a:spcAft>
            </a:pPr>
            <a:r>
              <a:rPr lang="en-GB" sz="2400">
                <a:solidFill>
                  <a:schemeClr val="tx1"/>
                </a:solidFill>
              </a:rPr>
              <a:t>Level 3</a:t>
            </a:r>
          </a:p>
        </p:txBody>
      </p:sp>
      <p:sp>
        <p:nvSpPr>
          <p:cNvPr id="67" name="Rectangle 66">
            <a:extLst>
              <a:ext uri="{FF2B5EF4-FFF2-40B4-BE49-F238E27FC236}">
                <a16:creationId xmlns:a16="http://schemas.microsoft.com/office/drawing/2014/main" id="{1310D00B-C7E6-4A74-8AF8-5762F996B338}"/>
              </a:ext>
            </a:extLst>
          </p:cNvPr>
          <p:cNvSpPr/>
          <p:nvPr/>
        </p:nvSpPr>
        <p:spPr>
          <a:xfrm>
            <a:off x="1859847" y="2840453"/>
            <a:ext cx="2126736" cy="277190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ormAutofit/>
          </a:bodyPr>
          <a:lstStyle/>
          <a:p>
            <a:pPr algn="ctr">
              <a:spcAft>
                <a:spcPts val="800"/>
              </a:spcAft>
            </a:pPr>
            <a:endParaRPr lang="en-GB" sz="1600">
              <a:solidFill>
                <a:schemeClr val="bg1"/>
              </a:solidFill>
            </a:endParaRPr>
          </a:p>
        </p:txBody>
      </p:sp>
      <p:sp>
        <p:nvSpPr>
          <p:cNvPr id="78" name="Rectangle: Rounded Corners 77">
            <a:extLst>
              <a:ext uri="{FF2B5EF4-FFF2-40B4-BE49-F238E27FC236}">
                <a16:creationId xmlns:a16="http://schemas.microsoft.com/office/drawing/2014/main" id="{EA61AB10-5698-43A1-AEAF-7BB9E8237AE8}"/>
              </a:ext>
            </a:extLst>
          </p:cNvPr>
          <p:cNvSpPr/>
          <p:nvPr/>
        </p:nvSpPr>
        <p:spPr>
          <a:xfrm>
            <a:off x="1733329" y="1676192"/>
            <a:ext cx="2386363" cy="34017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spcAft>
                <a:spcPts val="600"/>
              </a:spcAft>
            </a:pPr>
            <a:r>
              <a:rPr lang="en-GB" sz="1200" b="1">
                <a:solidFill>
                  <a:schemeClr val="bg1"/>
                </a:solidFill>
              </a:rPr>
              <a:t>PRODUCTS ON SELF-SERVICE PLATFORMS</a:t>
            </a:r>
          </a:p>
        </p:txBody>
      </p:sp>
      <p:sp>
        <p:nvSpPr>
          <p:cNvPr id="3" name="Slide Number Placeholder 2">
            <a:extLst>
              <a:ext uri="{FF2B5EF4-FFF2-40B4-BE49-F238E27FC236}">
                <a16:creationId xmlns:a16="http://schemas.microsoft.com/office/drawing/2014/main" id="{1462A547-B0AC-4598-AB2F-5BC14EEA60B5}"/>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8</a:t>
            </a:fld>
            <a:endParaRPr lang="en-GB"/>
          </a:p>
        </p:txBody>
      </p:sp>
      <p:sp>
        <p:nvSpPr>
          <p:cNvPr id="5" name="Rectangle 4">
            <a:extLst>
              <a:ext uri="{FF2B5EF4-FFF2-40B4-BE49-F238E27FC236}">
                <a16:creationId xmlns:a16="http://schemas.microsoft.com/office/drawing/2014/main" id="{062B3645-6739-4870-867C-33A4AC9CEF1F}"/>
              </a:ext>
            </a:extLst>
          </p:cNvPr>
          <p:cNvSpPr/>
          <p:nvPr/>
        </p:nvSpPr>
        <p:spPr>
          <a:xfrm>
            <a:off x="6900594" y="2195649"/>
            <a:ext cx="2379773" cy="44568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spcAft>
                <a:spcPts val="800"/>
              </a:spcAft>
            </a:pPr>
            <a:r>
              <a:rPr lang="en-GB" sz="2400">
                <a:solidFill>
                  <a:schemeClr val="tx1"/>
                </a:solidFill>
              </a:rPr>
              <a:t>Level 1</a:t>
            </a:r>
          </a:p>
        </p:txBody>
      </p:sp>
      <p:sp>
        <p:nvSpPr>
          <p:cNvPr id="6" name="Rectangle 5">
            <a:extLst>
              <a:ext uri="{FF2B5EF4-FFF2-40B4-BE49-F238E27FC236}">
                <a16:creationId xmlns:a16="http://schemas.microsoft.com/office/drawing/2014/main" id="{0CF85446-EF9E-4D55-BF6C-8F1C2D3AAF91}"/>
              </a:ext>
            </a:extLst>
          </p:cNvPr>
          <p:cNvSpPr/>
          <p:nvPr/>
        </p:nvSpPr>
        <p:spPr>
          <a:xfrm>
            <a:off x="7027112" y="2832441"/>
            <a:ext cx="2126736" cy="36544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ormAutofit/>
          </a:bodyPr>
          <a:lstStyle/>
          <a:p>
            <a:pPr algn="ctr">
              <a:spcAft>
                <a:spcPts val="800"/>
              </a:spcAft>
            </a:pPr>
            <a:r>
              <a:rPr lang="en-GB" sz="1600">
                <a:solidFill>
                  <a:schemeClr val="bg1"/>
                </a:solidFill>
              </a:rPr>
              <a:t>Platform </a:t>
            </a:r>
          </a:p>
          <a:p>
            <a:pPr algn="ctr">
              <a:spcAft>
                <a:spcPts val="800"/>
              </a:spcAft>
            </a:pPr>
            <a:r>
              <a:rPr lang="en-GB" sz="1600">
                <a:solidFill>
                  <a:schemeClr val="bg1"/>
                </a:solidFill>
              </a:rPr>
              <a:t>Operating </a:t>
            </a:r>
          </a:p>
          <a:p>
            <a:pPr algn="ctr">
              <a:spcAft>
                <a:spcPts val="800"/>
              </a:spcAft>
            </a:pPr>
            <a:r>
              <a:rPr lang="en-GB" sz="1600">
                <a:solidFill>
                  <a:schemeClr val="bg1"/>
                </a:solidFill>
              </a:rPr>
              <a:t>Model</a:t>
            </a:r>
          </a:p>
        </p:txBody>
      </p:sp>
      <p:sp>
        <p:nvSpPr>
          <p:cNvPr id="8" name="Rectangle 7">
            <a:extLst>
              <a:ext uri="{FF2B5EF4-FFF2-40B4-BE49-F238E27FC236}">
                <a16:creationId xmlns:a16="http://schemas.microsoft.com/office/drawing/2014/main" id="{9B59A71B-DDB5-4955-BB98-BE8E83285E82}"/>
              </a:ext>
            </a:extLst>
          </p:cNvPr>
          <p:cNvSpPr/>
          <p:nvPr/>
        </p:nvSpPr>
        <p:spPr>
          <a:xfrm>
            <a:off x="9424103" y="2195649"/>
            <a:ext cx="2379773" cy="44568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spcAft>
                <a:spcPts val="800"/>
              </a:spcAft>
            </a:pPr>
            <a:r>
              <a:rPr lang="en-GB" sz="2400">
                <a:solidFill>
                  <a:schemeClr val="tx1"/>
                </a:solidFill>
              </a:rPr>
              <a:t>Level 0</a:t>
            </a:r>
          </a:p>
        </p:txBody>
      </p:sp>
      <p:sp>
        <p:nvSpPr>
          <p:cNvPr id="19" name="Title 1">
            <a:extLst>
              <a:ext uri="{FF2B5EF4-FFF2-40B4-BE49-F238E27FC236}">
                <a16:creationId xmlns:a16="http://schemas.microsoft.com/office/drawing/2014/main" id="{67ACC409-9DD5-42AC-A86E-059FE585C778}"/>
              </a:ext>
            </a:extLst>
          </p:cNvPr>
          <p:cNvSpPr txBox="1">
            <a:spLocks/>
          </p:cNvSpPr>
          <p:nvPr/>
        </p:nvSpPr>
        <p:spPr>
          <a:xfrm>
            <a:off x="407987" y="404812"/>
            <a:ext cx="11376025" cy="1007427"/>
          </a:xfrm>
          <a:prstGeom prst="rect">
            <a:avLst/>
          </a:prstGeom>
        </p:spPr>
        <p:txBody>
          <a:bodyPr vert="horz" lIns="0" tIns="0" rIns="0" bIns="0" rtlCol="0" anchor="t">
            <a:normAutofit/>
          </a:bodyPr>
          <a:lstStyle>
            <a:defPPr>
              <a:defRPr lang="en-US"/>
            </a:defPPr>
            <a:lvl1pPr>
              <a:lnSpc>
                <a:spcPct val="100000"/>
              </a:lnSpc>
              <a:spcBef>
                <a:spcPct val="0"/>
              </a:spcBef>
              <a:buNone/>
              <a:defRPr sz="3600">
                <a:solidFill>
                  <a:schemeClr val="accent1"/>
                </a:solidFill>
                <a:latin typeface="+mj-lt"/>
                <a:ea typeface="+mj-ea"/>
                <a:cs typeface="+mj-cs"/>
              </a:defRPr>
            </a:lvl1pPr>
          </a:lstStyle>
          <a:p>
            <a:r>
              <a:rPr lang="en-GB"/>
              <a:t>R&amp;D IT Platform Maturity Mapping as of June 2022</a:t>
            </a:r>
          </a:p>
        </p:txBody>
      </p:sp>
      <p:sp>
        <p:nvSpPr>
          <p:cNvPr id="21" name="Rectangle 20">
            <a:extLst>
              <a:ext uri="{FF2B5EF4-FFF2-40B4-BE49-F238E27FC236}">
                <a16:creationId xmlns:a16="http://schemas.microsoft.com/office/drawing/2014/main" id="{38727164-B0D1-425D-BACA-D27A9B5BFA46}"/>
              </a:ext>
            </a:extLst>
          </p:cNvPr>
          <p:cNvSpPr/>
          <p:nvPr/>
        </p:nvSpPr>
        <p:spPr>
          <a:xfrm>
            <a:off x="4317621" y="2195649"/>
            <a:ext cx="2379773" cy="44568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spcAft>
                <a:spcPts val="800"/>
              </a:spcAft>
            </a:pPr>
            <a:r>
              <a:rPr lang="en-GB" sz="2400">
                <a:solidFill>
                  <a:schemeClr val="tx1"/>
                </a:solidFill>
              </a:rPr>
              <a:t>Level 2</a:t>
            </a:r>
          </a:p>
        </p:txBody>
      </p:sp>
      <p:sp>
        <p:nvSpPr>
          <p:cNvPr id="26" name="Rectangle 25">
            <a:extLst>
              <a:ext uri="{FF2B5EF4-FFF2-40B4-BE49-F238E27FC236}">
                <a16:creationId xmlns:a16="http://schemas.microsoft.com/office/drawing/2014/main" id="{6B207844-618F-4C52-9085-A27F0F849B91}"/>
              </a:ext>
            </a:extLst>
          </p:cNvPr>
          <p:cNvSpPr/>
          <p:nvPr/>
        </p:nvSpPr>
        <p:spPr>
          <a:xfrm>
            <a:off x="4444139" y="2840454"/>
            <a:ext cx="2126736" cy="32167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ormAutofit/>
          </a:bodyPr>
          <a:lstStyle/>
          <a:p>
            <a:pPr algn="ctr">
              <a:spcAft>
                <a:spcPts val="800"/>
              </a:spcAft>
            </a:pPr>
            <a:r>
              <a:rPr lang="en-GB" sz="1600">
                <a:solidFill>
                  <a:schemeClr val="bg1"/>
                </a:solidFill>
              </a:rPr>
              <a:t>Platform Operating </a:t>
            </a:r>
          </a:p>
          <a:p>
            <a:pPr algn="ctr">
              <a:spcAft>
                <a:spcPts val="800"/>
              </a:spcAft>
            </a:pPr>
            <a:r>
              <a:rPr lang="en-GB" sz="1600">
                <a:solidFill>
                  <a:schemeClr val="bg1"/>
                </a:solidFill>
              </a:rPr>
              <a:t>Model</a:t>
            </a:r>
          </a:p>
        </p:txBody>
      </p:sp>
      <p:grpSp>
        <p:nvGrpSpPr>
          <p:cNvPr id="51" name="Group 50">
            <a:extLst>
              <a:ext uri="{FF2B5EF4-FFF2-40B4-BE49-F238E27FC236}">
                <a16:creationId xmlns:a16="http://schemas.microsoft.com/office/drawing/2014/main" id="{4B05D9DB-6C83-472B-BF56-6BB12222552F}"/>
              </a:ext>
            </a:extLst>
          </p:cNvPr>
          <p:cNvGrpSpPr/>
          <p:nvPr/>
        </p:nvGrpSpPr>
        <p:grpSpPr>
          <a:xfrm>
            <a:off x="544874" y="2755922"/>
            <a:ext cx="11461727" cy="3786117"/>
            <a:chOff x="-1231387" y="2092287"/>
            <a:chExt cx="7108956" cy="1761550"/>
          </a:xfrm>
        </p:grpSpPr>
        <p:sp>
          <p:nvSpPr>
            <p:cNvPr id="52" name="Rectangle 51">
              <a:extLst>
                <a:ext uri="{FF2B5EF4-FFF2-40B4-BE49-F238E27FC236}">
                  <a16:creationId xmlns:a16="http://schemas.microsoft.com/office/drawing/2014/main" id="{E83912B7-46C7-4E44-BA79-1DE91DF9A11A}"/>
                </a:ext>
              </a:extLst>
            </p:cNvPr>
            <p:cNvSpPr/>
            <p:nvPr/>
          </p:nvSpPr>
          <p:spPr>
            <a:xfrm>
              <a:off x="-1231385" y="2092287"/>
              <a:ext cx="7108954" cy="9677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spcAft>
                  <a:spcPts val="800"/>
                </a:spcAft>
              </a:pPr>
              <a:r>
                <a:rPr lang="en-GB" sz="1600" b="1">
                  <a:solidFill>
                    <a:schemeClr val="tx1"/>
                  </a:solidFill>
                </a:rPr>
                <a:t>Architecture</a:t>
              </a:r>
              <a:br>
                <a:rPr lang="en-GB" sz="1600" b="1">
                  <a:solidFill>
                    <a:schemeClr val="tx1"/>
                  </a:solidFill>
                </a:rPr>
              </a:br>
              <a:r>
                <a:rPr lang="en-GB" sz="1600" b="1">
                  <a:solidFill>
                    <a:schemeClr val="tx1"/>
                  </a:solidFill>
                </a:rPr>
                <a:t>&amp; Technology</a:t>
              </a:r>
            </a:p>
          </p:txBody>
        </p:sp>
        <p:sp>
          <p:nvSpPr>
            <p:cNvPr id="53" name="Rectangle 52">
              <a:extLst>
                <a:ext uri="{FF2B5EF4-FFF2-40B4-BE49-F238E27FC236}">
                  <a16:creationId xmlns:a16="http://schemas.microsoft.com/office/drawing/2014/main" id="{60139E5C-3487-42AD-9AB5-4434803F5E93}"/>
                </a:ext>
              </a:extLst>
            </p:cNvPr>
            <p:cNvSpPr/>
            <p:nvPr/>
          </p:nvSpPr>
          <p:spPr>
            <a:xfrm>
              <a:off x="-1231387" y="3098266"/>
              <a:ext cx="7108954" cy="7555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spcAft>
                  <a:spcPts val="800"/>
                </a:spcAft>
              </a:pPr>
              <a:r>
                <a:rPr lang="en-GB" sz="1600" b="1">
                  <a:solidFill>
                    <a:schemeClr val="tx1"/>
                  </a:solidFill>
                </a:rPr>
                <a:t>Operating</a:t>
              </a:r>
              <a:br>
                <a:rPr lang="en-GB" sz="1600" b="1">
                  <a:solidFill>
                    <a:schemeClr val="tx1"/>
                  </a:solidFill>
                </a:rPr>
              </a:br>
              <a:r>
                <a:rPr lang="en-GB" sz="1600" b="1">
                  <a:solidFill>
                    <a:schemeClr val="tx1"/>
                  </a:solidFill>
                </a:rPr>
                <a:t>Model</a:t>
              </a:r>
            </a:p>
          </p:txBody>
        </p:sp>
      </p:grpSp>
      <p:sp>
        <p:nvSpPr>
          <p:cNvPr id="55" name="Rectangle 54">
            <a:extLst>
              <a:ext uri="{FF2B5EF4-FFF2-40B4-BE49-F238E27FC236}">
                <a16:creationId xmlns:a16="http://schemas.microsoft.com/office/drawing/2014/main" id="{575AC501-1BC7-4DBE-95DE-BC256964DE3F}"/>
              </a:ext>
            </a:extLst>
          </p:cNvPr>
          <p:cNvSpPr/>
          <p:nvPr/>
        </p:nvSpPr>
        <p:spPr>
          <a:xfrm>
            <a:off x="1942602" y="4982766"/>
            <a:ext cx="7123021" cy="26713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20000"/>
              </a:lnSpc>
              <a:spcAft>
                <a:spcPts val="600"/>
              </a:spcAft>
            </a:pPr>
            <a:r>
              <a:rPr lang="en-GB" sz="1400">
                <a:solidFill>
                  <a:schemeClr val="bg1"/>
                </a:solidFill>
              </a:rPr>
              <a:t>Platform Leads + Platform Architects + Product Owners</a:t>
            </a:r>
          </a:p>
        </p:txBody>
      </p:sp>
      <p:sp>
        <p:nvSpPr>
          <p:cNvPr id="57" name="Arrow: Down 56">
            <a:extLst>
              <a:ext uri="{FF2B5EF4-FFF2-40B4-BE49-F238E27FC236}">
                <a16:creationId xmlns:a16="http://schemas.microsoft.com/office/drawing/2014/main" id="{244426CB-9B60-44BB-888F-7479CC908810}"/>
              </a:ext>
            </a:extLst>
          </p:cNvPr>
          <p:cNvSpPr/>
          <p:nvPr/>
        </p:nvSpPr>
        <p:spPr>
          <a:xfrm rot="5400000">
            <a:off x="6462233" y="-3673811"/>
            <a:ext cx="479610" cy="1020367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spcAft>
                <a:spcPts val="600"/>
              </a:spcAft>
            </a:pPr>
            <a:endParaRPr lang="en-GB" err="1"/>
          </a:p>
        </p:txBody>
      </p:sp>
      <p:sp>
        <p:nvSpPr>
          <p:cNvPr id="58" name="TextBox 57">
            <a:extLst>
              <a:ext uri="{FF2B5EF4-FFF2-40B4-BE49-F238E27FC236}">
                <a16:creationId xmlns:a16="http://schemas.microsoft.com/office/drawing/2014/main" id="{1AA04C20-2EE9-497F-BCB0-1BF925DEEA6B}"/>
              </a:ext>
            </a:extLst>
          </p:cNvPr>
          <p:cNvSpPr txBox="1"/>
          <p:nvPr/>
        </p:nvSpPr>
        <p:spPr>
          <a:xfrm>
            <a:off x="7258100" y="1253111"/>
            <a:ext cx="2728632" cy="338554"/>
          </a:xfrm>
          <a:prstGeom prst="rect">
            <a:avLst/>
          </a:prstGeom>
          <a:noFill/>
        </p:spPr>
        <p:txBody>
          <a:bodyPr wrap="none" rtlCol="0">
            <a:spAutoFit/>
          </a:bodyPr>
          <a:lstStyle>
            <a:defPPr>
              <a:defRPr lang="en-US"/>
            </a:defPPr>
            <a:lvl1pPr>
              <a:spcAft>
                <a:spcPts val="600"/>
              </a:spcAft>
              <a:defRPr sz="1600">
                <a:solidFill>
                  <a:schemeClr val="bg1"/>
                </a:solidFill>
              </a:defRPr>
            </a:lvl1pPr>
          </a:lstStyle>
          <a:p>
            <a:r>
              <a:rPr lang="en-GB"/>
              <a:t>Digital Transformation Journey</a:t>
            </a:r>
          </a:p>
        </p:txBody>
      </p:sp>
      <p:sp>
        <p:nvSpPr>
          <p:cNvPr id="59" name="Rectangle: Rounded Corners 58">
            <a:extLst>
              <a:ext uri="{FF2B5EF4-FFF2-40B4-BE49-F238E27FC236}">
                <a16:creationId xmlns:a16="http://schemas.microsoft.com/office/drawing/2014/main" id="{E2847902-C827-4071-835A-58E87FEE4D5C}"/>
              </a:ext>
            </a:extLst>
          </p:cNvPr>
          <p:cNvSpPr/>
          <p:nvPr/>
        </p:nvSpPr>
        <p:spPr>
          <a:xfrm>
            <a:off x="6896653" y="1672122"/>
            <a:ext cx="2379772" cy="35415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spcAft>
                <a:spcPts val="600"/>
              </a:spcAft>
            </a:pPr>
            <a:r>
              <a:rPr lang="en-GB" sz="1200" b="1">
                <a:solidFill>
                  <a:schemeClr val="bg1"/>
                </a:solidFill>
              </a:rPr>
              <a:t>PRODUCTS</a:t>
            </a:r>
          </a:p>
        </p:txBody>
      </p:sp>
      <p:sp>
        <p:nvSpPr>
          <p:cNvPr id="60" name="Rectangle: Rounded Corners 59">
            <a:extLst>
              <a:ext uri="{FF2B5EF4-FFF2-40B4-BE49-F238E27FC236}">
                <a16:creationId xmlns:a16="http://schemas.microsoft.com/office/drawing/2014/main" id="{05255E0C-E737-45A7-B915-3B37159B5861}"/>
              </a:ext>
            </a:extLst>
          </p:cNvPr>
          <p:cNvSpPr/>
          <p:nvPr/>
        </p:nvSpPr>
        <p:spPr>
          <a:xfrm>
            <a:off x="4317621" y="1676192"/>
            <a:ext cx="2386363" cy="340178"/>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spcAft>
                <a:spcPts val="600"/>
              </a:spcAft>
            </a:pPr>
            <a:r>
              <a:rPr lang="en-GB" sz="1200" b="1">
                <a:solidFill>
                  <a:schemeClr val="bg1"/>
                </a:solidFill>
              </a:rPr>
              <a:t>PRODUCTS ON PLATFORMS</a:t>
            </a:r>
          </a:p>
        </p:txBody>
      </p:sp>
      <p:sp>
        <p:nvSpPr>
          <p:cNvPr id="61" name="Rectangle: Rounded Corners 60">
            <a:extLst>
              <a:ext uri="{FF2B5EF4-FFF2-40B4-BE49-F238E27FC236}">
                <a16:creationId xmlns:a16="http://schemas.microsoft.com/office/drawing/2014/main" id="{64FFC032-A51B-4233-B5A1-1AD32CC0CA9B}"/>
              </a:ext>
            </a:extLst>
          </p:cNvPr>
          <p:cNvSpPr/>
          <p:nvPr/>
        </p:nvSpPr>
        <p:spPr>
          <a:xfrm>
            <a:off x="9438487" y="1667831"/>
            <a:ext cx="2379772" cy="354152"/>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spcAft>
                <a:spcPts val="600"/>
              </a:spcAft>
            </a:pPr>
            <a:r>
              <a:rPr lang="en-GB" sz="1200" b="1">
                <a:solidFill>
                  <a:schemeClr val="bg1"/>
                </a:solidFill>
              </a:rPr>
              <a:t>BUSINESS SERVICES</a:t>
            </a:r>
          </a:p>
        </p:txBody>
      </p:sp>
      <p:sp>
        <p:nvSpPr>
          <p:cNvPr id="62" name="TextBox 61">
            <a:extLst>
              <a:ext uri="{FF2B5EF4-FFF2-40B4-BE49-F238E27FC236}">
                <a16:creationId xmlns:a16="http://schemas.microsoft.com/office/drawing/2014/main" id="{FA595B4D-6E9C-488E-9BAB-CA73C908940E}"/>
              </a:ext>
            </a:extLst>
          </p:cNvPr>
          <p:cNvSpPr txBox="1"/>
          <p:nvPr/>
        </p:nvSpPr>
        <p:spPr>
          <a:xfrm>
            <a:off x="544876" y="1583297"/>
            <a:ext cx="1397726" cy="523220"/>
          </a:xfrm>
          <a:prstGeom prst="rect">
            <a:avLst/>
          </a:prstGeom>
          <a:noFill/>
        </p:spPr>
        <p:txBody>
          <a:bodyPr wrap="square" rtlCol="0">
            <a:spAutoFit/>
          </a:bodyPr>
          <a:lstStyle>
            <a:defPPr>
              <a:defRPr lang="en-US"/>
            </a:defPPr>
            <a:lvl1pPr>
              <a:spcAft>
                <a:spcPts val="600"/>
              </a:spcAft>
              <a:defRPr sz="1400" b="1">
                <a:solidFill>
                  <a:schemeClr val="accent3"/>
                </a:solidFill>
              </a:defRPr>
            </a:lvl1pPr>
          </a:lstStyle>
          <a:p>
            <a:r>
              <a:rPr lang="en-GB"/>
              <a:t>What the Business sees</a:t>
            </a:r>
          </a:p>
        </p:txBody>
      </p:sp>
      <p:sp>
        <p:nvSpPr>
          <p:cNvPr id="4" name="TextBox 3">
            <a:extLst>
              <a:ext uri="{FF2B5EF4-FFF2-40B4-BE49-F238E27FC236}">
                <a16:creationId xmlns:a16="http://schemas.microsoft.com/office/drawing/2014/main" id="{B6A7B760-4ECF-4FA1-88F4-D13762C92150}"/>
              </a:ext>
            </a:extLst>
          </p:cNvPr>
          <p:cNvSpPr txBox="1"/>
          <p:nvPr/>
        </p:nvSpPr>
        <p:spPr>
          <a:xfrm>
            <a:off x="1855153" y="5617344"/>
            <a:ext cx="2126736" cy="338554"/>
          </a:xfrm>
          <a:prstGeom prst="rect">
            <a:avLst/>
          </a:prstGeom>
          <a:noFill/>
        </p:spPr>
        <p:txBody>
          <a:bodyPr wrap="square" rtlCol="0">
            <a:spAutoFit/>
          </a:bodyPr>
          <a:lstStyle/>
          <a:p>
            <a:pPr algn="ctr">
              <a:spcAft>
                <a:spcPts val="600"/>
              </a:spcAft>
            </a:pPr>
            <a:r>
              <a:rPr lang="en-GB" sz="1600" i="1"/>
              <a:t>Thin Operating Model </a:t>
            </a:r>
          </a:p>
        </p:txBody>
      </p:sp>
      <p:sp>
        <p:nvSpPr>
          <p:cNvPr id="79" name="TextBox 78">
            <a:extLst>
              <a:ext uri="{FF2B5EF4-FFF2-40B4-BE49-F238E27FC236}">
                <a16:creationId xmlns:a16="http://schemas.microsoft.com/office/drawing/2014/main" id="{6E0FCB40-688B-4627-91F0-3BC354E223DB}"/>
              </a:ext>
            </a:extLst>
          </p:cNvPr>
          <p:cNvSpPr txBox="1"/>
          <p:nvPr/>
        </p:nvSpPr>
        <p:spPr>
          <a:xfrm>
            <a:off x="4444139" y="2884435"/>
            <a:ext cx="2126736" cy="977191"/>
          </a:xfrm>
          <a:prstGeom prst="rect">
            <a:avLst/>
          </a:prstGeom>
          <a:noFill/>
        </p:spPr>
        <p:txBody>
          <a:bodyPr wrap="square" lIns="91440" tIns="45720" rIns="91440" bIns="45720" rtlCol="0" anchor="t">
            <a:spAutoFit/>
          </a:bodyPr>
          <a:lstStyle/>
          <a:p>
            <a:pPr marL="85725" lvl="0" indent="-76200">
              <a:spcAft>
                <a:spcPts val="300"/>
              </a:spcAft>
              <a:buFont typeface="+mj-lt"/>
              <a:buAutoNum type="arabicPeriod"/>
              <a:tabLst>
                <a:tab pos="457200" algn="l"/>
              </a:tabLst>
            </a:pPr>
            <a:r>
              <a:rPr lang="en-US" sz="1000" b="1">
                <a:solidFill>
                  <a:schemeClr val="bg1"/>
                </a:solidFill>
                <a:effectLst/>
              </a:rPr>
              <a:t>Augmented Drug Design</a:t>
            </a:r>
          </a:p>
          <a:p>
            <a:pPr marL="85725" lvl="0" indent="-76200">
              <a:spcAft>
                <a:spcPts val="300"/>
              </a:spcAft>
              <a:buFont typeface="+mj-lt"/>
              <a:buAutoNum type="arabicPeriod"/>
              <a:tabLst>
                <a:tab pos="457200" algn="l"/>
              </a:tabLst>
            </a:pPr>
            <a:r>
              <a:rPr lang="en-US" sz="1000" b="1">
                <a:solidFill>
                  <a:schemeClr val="bg1"/>
                </a:solidFill>
                <a:effectLst/>
              </a:rPr>
              <a:t>Biological Insights Knowledge Graph (BIKG)</a:t>
            </a:r>
            <a:endParaRPr lang="en-US" sz="1000" b="1">
              <a:solidFill>
                <a:schemeClr val="bg1"/>
              </a:solidFill>
              <a:effectLst/>
              <a:cs typeface="Calibri"/>
            </a:endParaRPr>
          </a:p>
          <a:p>
            <a:pPr marL="85725" lvl="0" indent="-76200">
              <a:spcAft>
                <a:spcPts val="300"/>
              </a:spcAft>
              <a:buFont typeface="+mj-lt"/>
              <a:buAutoNum type="arabicPeriod"/>
              <a:tabLst>
                <a:tab pos="457200" algn="l"/>
              </a:tabLst>
            </a:pPr>
            <a:r>
              <a:rPr lang="en-US" sz="1000" b="1">
                <a:solidFill>
                  <a:schemeClr val="bg1"/>
                </a:solidFill>
                <a:effectLst/>
              </a:rPr>
              <a:t>Study Design &amp; Intelligence (SD&amp;I)</a:t>
            </a:r>
            <a:endParaRPr lang="en-US" sz="1000" b="1">
              <a:solidFill>
                <a:schemeClr val="bg1"/>
              </a:solidFill>
              <a:effectLst/>
              <a:cs typeface="Calibri"/>
            </a:endParaRPr>
          </a:p>
          <a:p>
            <a:pPr marL="85725" indent="-76200">
              <a:spcAft>
                <a:spcPts val="300"/>
              </a:spcAft>
              <a:buFont typeface="+mj-lt"/>
              <a:buAutoNum type="arabicPeriod"/>
              <a:tabLst>
                <a:tab pos="457200" algn="l"/>
              </a:tabLst>
            </a:pPr>
            <a:r>
              <a:rPr lang="en-US" sz="1000" b="1">
                <a:solidFill>
                  <a:schemeClr val="bg1"/>
                </a:solidFill>
              </a:rPr>
              <a:t>Digital Patient Solutions (DPS)</a:t>
            </a:r>
            <a:endParaRPr lang="en-US" sz="1000" b="1">
              <a:solidFill>
                <a:schemeClr val="bg1"/>
              </a:solidFill>
              <a:cs typeface="Calibri"/>
            </a:endParaRPr>
          </a:p>
        </p:txBody>
      </p:sp>
      <p:sp>
        <p:nvSpPr>
          <p:cNvPr id="80" name="TextBox 79">
            <a:extLst>
              <a:ext uri="{FF2B5EF4-FFF2-40B4-BE49-F238E27FC236}">
                <a16:creationId xmlns:a16="http://schemas.microsoft.com/office/drawing/2014/main" id="{1E239385-B89B-410F-ABE4-591162CC8B79}"/>
              </a:ext>
            </a:extLst>
          </p:cNvPr>
          <p:cNvSpPr txBox="1"/>
          <p:nvPr/>
        </p:nvSpPr>
        <p:spPr>
          <a:xfrm>
            <a:off x="7023170" y="2873081"/>
            <a:ext cx="2126736" cy="2131353"/>
          </a:xfrm>
          <a:prstGeom prst="rect">
            <a:avLst/>
          </a:prstGeom>
          <a:noFill/>
        </p:spPr>
        <p:txBody>
          <a:bodyPr wrap="square" lIns="91440" tIns="45720" rIns="91440" bIns="45720" rtlCol="0" anchor="t">
            <a:spAutoFit/>
          </a:bodyPr>
          <a:lstStyle/>
          <a:p>
            <a:pPr marL="85725" lvl="0" indent="-85725">
              <a:spcBef>
                <a:spcPts val="300"/>
              </a:spcBef>
              <a:buFont typeface="+mj-lt"/>
              <a:buAutoNum type="arabicPeriod"/>
              <a:tabLst>
                <a:tab pos="457200" algn="l"/>
              </a:tabLst>
            </a:pPr>
            <a:r>
              <a:rPr lang="en-US" sz="1000" b="1">
                <a:solidFill>
                  <a:schemeClr val="bg1"/>
                </a:solidFill>
                <a:effectLst/>
              </a:rPr>
              <a:t>Scientific Compute Platform (SCP)</a:t>
            </a:r>
          </a:p>
          <a:p>
            <a:pPr marL="85725" lvl="0" indent="-85725">
              <a:spcBef>
                <a:spcPts val="300"/>
              </a:spcBef>
              <a:buFont typeface="+mj-lt"/>
              <a:buAutoNum type="arabicPeriod"/>
              <a:tabLst>
                <a:tab pos="457200" algn="l"/>
              </a:tabLst>
            </a:pPr>
            <a:r>
              <a:rPr lang="en-US" sz="1000" b="1">
                <a:solidFill>
                  <a:schemeClr val="bg1"/>
                </a:solidFill>
                <a:effectLst/>
              </a:rPr>
              <a:t>(D)MTA</a:t>
            </a:r>
            <a:endParaRPr lang="en-US" sz="1000" b="1">
              <a:solidFill>
                <a:schemeClr val="bg1"/>
              </a:solidFill>
              <a:effectLst/>
              <a:cs typeface="Calibri"/>
            </a:endParaRPr>
          </a:p>
          <a:p>
            <a:pPr marL="85725" lvl="0" indent="-85725">
              <a:spcBef>
                <a:spcPts val="300"/>
              </a:spcBef>
              <a:buFont typeface="+mj-lt"/>
              <a:buAutoNum type="arabicPeriod"/>
              <a:tabLst>
                <a:tab pos="457200" algn="l"/>
              </a:tabLst>
            </a:pPr>
            <a:r>
              <a:rPr lang="en-US" sz="1000" b="1">
                <a:solidFill>
                  <a:schemeClr val="bg1"/>
                </a:solidFill>
                <a:effectLst/>
              </a:rPr>
              <a:t>Imaging</a:t>
            </a:r>
            <a:endParaRPr lang="en-US" sz="1000" b="1">
              <a:solidFill>
                <a:schemeClr val="bg1"/>
              </a:solidFill>
              <a:effectLst/>
              <a:cs typeface="Calibri"/>
            </a:endParaRPr>
          </a:p>
          <a:p>
            <a:pPr marL="85725" lvl="0" indent="-85725">
              <a:spcBef>
                <a:spcPts val="300"/>
              </a:spcBef>
              <a:buFont typeface="+mj-lt"/>
              <a:buAutoNum type="arabicPeriod"/>
              <a:tabLst>
                <a:tab pos="457200" algn="l"/>
              </a:tabLst>
            </a:pPr>
            <a:r>
              <a:rPr lang="en-US" sz="1000" b="1">
                <a:solidFill>
                  <a:schemeClr val="bg1"/>
                </a:solidFill>
                <a:effectLst/>
              </a:rPr>
              <a:t>Omics</a:t>
            </a:r>
            <a:endParaRPr lang="en-US" sz="1000" b="1">
              <a:solidFill>
                <a:schemeClr val="bg1"/>
              </a:solidFill>
              <a:effectLst/>
              <a:cs typeface="Calibri"/>
            </a:endParaRPr>
          </a:p>
          <a:p>
            <a:pPr marL="85725" lvl="0" indent="-85725">
              <a:spcBef>
                <a:spcPts val="300"/>
              </a:spcBef>
              <a:buFont typeface="+mj-lt"/>
              <a:buAutoNum type="arabicPeriod"/>
              <a:tabLst>
                <a:tab pos="457200" algn="l"/>
              </a:tabLst>
            </a:pPr>
            <a:r>
              <a:rPr lang="en-US" sz="1000" b="1">
                <a:solidFill>
                  <a:schemeClr val="bg1"/>
                </a:solidFill>
                <a:effectLst/>
              </a:rPr>
              <a:t>Digital Lab</a:t>
            </a:r>
            <a:endParaRPr lang="en-US" sz="1000" b="1">
              <a:solidFill>
                <a:schemeClr val="bg1"/>
              </a:solidFill>
              <a:effectLst/>
              <a:cs typeface="Calibri"/>
            </a:endParaRPr>
          </a:p>
          <a:p>
            <a:pPr marL="85725" lvl="0" indent="-85725">
              <a:spcBef>
                <a:spcPts val="300"/>
              </a:spcBef>
              <a:buFont typeface="+mj-lt"/>
              <a:buAutoNum type="arabicPeriod"/>
              <a:tabLst>
                <a:tab pos="457200" algn="l"/>
              </a:tabLst>
            </a:pPr>
            <a:r>
              <a:rPr lang="en-US" sz="1000" b="1" err="1">
                <a:solidFill>
                  <a:schemeClr val="bg1"/>
                </a:solidFill>
                <a:effectLst/>
              </a:rPr>
              <a:t>InVivo</a:t>
            </a:r>
            <a:endParaRPr lang="en-US" sz="1000" b="1">
              <a:solidFill>
                <a:schemeClr val="bg1"/>
              </a:solidFill>
              <a:effectLst/>
            </a:endParaRPr>
          </a:p>
          <a:p>
            <a:pPr marL="85725" indent="-85725">
              <a:spcBef>
                <a:spcPts val="300"/>
              </a:spcBef>
              <a:buFont typeface="+mj-lt"/>
              <a:buAutoNum type="arabicPeriod"/>
              <a:tabLst>
                <a:tab pos="457200" algn="l"/>
              </a:tabLst>
            </a:pPr>
            <a:r>
              <a:rPr lang="en-US" sz="1000" b="1">
                <a:solidFill>
                  <a:schemeClr val="bg1"/>
                </a:solidFill>
                <a:effectLst/>
              </a:rPr>
              <a:t>Operational Clinical Development</a:t>
            </a:r>
            <a:r>
              <a:rPr lang="en-US" sz="1000" b="1">
                <a:solidFill>
                  <a:schemeClr val="bg1"/>
                </a:solidFill>
              </a:rPr>
              <a:t> </a:t>
            </a:r>
            <a:endParaRPr lang="en-US" sz="1000" b="1">
              <a:solidFill>
                <a:schemeClr val="bg1"/>
              </a:solidFill>
              <a:cs typeface="Calibri"/>
            </a:endParaRPr>
          </a:p>
          <a:p>
            <a:pPr marL="85725" indent="-85725">
              <a:spcBef>
                <a:spcPts val="300"/>
              </a:spcBef>
              <a:buAutoNum type="arabicPeriod"/>
              <a:tabLst>
                <a:tab pos="457200" algn="l"/>
              </a:tabLst>
            </a:pPr>
            <a:r>
              <a:rPr lang="en-US" sz="1000" b="1">
                <a:solidFill>
                  <a:schemeClr val="bg1"/>
                </a:solidFill>
              </a:rPr>
              <a:t>Drug Development Data Platform (3DP)</a:t>
            </a:r>
            <a:endParaRPr lang="en-US" sz="1000" b="1">
              <a:solidFill>
                <a:schemeClr val="bg1"/>
              </a:solidFill>
              <a:cs typeface="Calibri"/>
            </a:endParaRPr>
          </a:p>
          <a:p>
            <a:pPr lvl="0">
              <a:spcBef>
                <a:spcPts val="300"/>
              </a:spcBef>
              <a:tabLst>
                <a:tab pos="457200" algn="l"/>
              </a:tabLst>
            </a:pPr>
            <a:endParaRPr lang="en-US" sz="1000" b="1">
              <a:solidFill>
                <a:schemeClr val="bg1"/>
              </a:solidFill>
            </a:endParaRPr>
          </a:p>
          <a:p>
            <a:pPr marL="85725" indent="-85725" algn="l">
              <a:spcBef>
                <a:spcPts val="300"/>
              </a:spcBef>
              <a:spcAft>
                <a:spcPts val="300"/>
              </a:spcAft>
            </a:pPr>
            <a:endParaRPr lang="en-US" sz="1000" b="1">
              <a:solidFill>
                <a:schemeClr val="bg1"/>
              </a:solidFill>
            </a:endParaRPr>
          </a:p>
        </p:txBody>
      </p:sp>
    </p:spTree>
    <p:extLst>
      <p:ext uri="{BB962C8B-B14F-4D97-AF65-F5344CB8AC3E}">
        <p14:creationId xmlns:p14="http://schemas.microsoft.com/office/powerpoint/2010/main" val="2369054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99C74F-6EBC-4621-B4A4-88EE4321E045}"/>
              </a:ext>
            </a:extLst>
          </p:cNvPr>
          <p:cNvGraphicFramePr>
            <a:graphicFrameLocks noChangeAspect="1"/>
          </p:cNvGraphicFramePr>
          <p:nvPr>
            <p:custDataLst>
              <p:tags r:id="rId1"/>
            </p:custDataLst>
            <p:extLst>
              <p:ext uri="{D42A27DB-BD31-4B8C-83A1-F6EECF244321}">
                <p14:modId xmlns:p14="http://schemas.microsoft.com/office/powerpoint/2010/main" val="33029357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a:extLst>
                          <a:ext uri="{FF2B5EF4-FFF2-40B4-BE49-F238E27FC236}">
                            <a16:creationId xmlns:a16="http://schemas.microsoft.com/office/drawing/2014/main" id="{3099C74F-6EBC-4621-B4A4-88EE4321E0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20B7BB96-73AD-40CD-B5B9-34C76450083B}"/>
              </a:ext>
            </a:extLst>
          </p:cNvPr>
          <p:cNvSpPr>
            <a:spLocks noGrp="1"/>
          </p:cNvSpPr>
          <p:nvPr>
            <p:ph type="title"/>
          </p:nvPr>
        </p:nvSpPr>
        <p:spPr/>
        <p:txBody>
          <a:bodyPr vert="horz"/>
          <a:lstStyle/>
          <a:p>
            <a:r>
              <a:rPr lang="en-US"/>
              <a:t>R&amp;D IT Platform One pagers</a:t>
            </a:r>
          </a:p>
        </p:txBody>
      </p:sp>
      <p:sp>
        <p:nvSpPr>
          <p:cNvPr id="8" name="Text Placeholder 7">
            <a:extLst>
              <a:ext uri="{FF2B5EF4-FFF2-40B4-BE49-F238E27FC236}">
                <a16:creationId xmlns:a16="http://schemas.microsoft.com/office/drawing/2014/main" id="{A134A1FF-3E1B-4404-9B85-56EA097CC622}"/>
              </a:ext>
            </a:extLst>
          </p:cNvPr>
          <p:cNvSpPr>
            <a:spLocks noGrp="1"/>
          </p:cNvSpPr>
          <p:nvPr>
            <p:ph type="body" sz="quarter" idx="33"/>
          </p:nvPr>
        </p:nvSpPr>
        <p:spPr/>
        <p:txBody>
          <a:bodyPr>
            <a:normAutofit fontScale="92500" lnSpcReduction="10000"/>
          </a:bodyPr>
          <a:lstStyle/>
          <a:p>
            <a:r>
              <a:rPr lang="en-US"/>
              <a:t>B</a:t>
            </a:r>
          </a:p>
        </p:txBody>
      </p:sp>
      <p:sp>
        <p:nvSpPr>
          <p:cNvPr id="9" name="Text Placeholder 8">
            <a:extLst>
              <a:ext uri="{FF2B5EF4-FFF2-40B4-BE49-F238E27FC236}">
                <a16:creationId xmlns:a16="http://schemas.microsoft.com/office/drawing/2014/main" id="{C4EDD8DC-7F83-4C25-89C3-446F34ECE9D8}"/>
              </a:ext>
            </a:extLst>
          </p:cNvPr>
          <p:cNvSpPr>
            <a:spLocks noGrp="1"/>
          </p:cNvSpPr>
          <p:nvPr>
            <p:ph type="body" sz="quarter" idx="34"/>
          </p:nvPr>
        </p:nvSpPr>
        <p:spPr/>
        <p:txBody>
          <a:bodyPr/>
          <a:lstStyle/>
          <a:p>
            <a:endParaRPr lang="en-US"/>
          </a:p>
        </p:txBody>
      </p:sp>
      <p:sp>
        <p:nvSpPr>
          <p:cNvPr id="4" name="Date Placeholder 3">
            <a:extLst>
              <a:ext uri="{FF2B5EF4-FFF2-40B4-BE49-F238E27FC236}">
                <a16:creationId xmlns:a16="http://schemas.microsoft.com/office/drawing/2014/main" id="{70BE45ED-59DD-4AF1-8E3E-2CA475FE5F6C}"/>
              </a:ext>
            </a:extLst>
          </p:cNvPr>
          <p:cNvSpPr>
            <a:spLocks noGrp="1"/>
          </p:cNvSpPr>
          <p:nvPr>
            <p:ph type="dt" sz="half" idx="35"/>
          </p:nvPr>
        </p:nvSpPr>
        <p:spPr/>
        <p:txBody>
          <a:bodyPr/>
          <a:lstStyle/>
          <a:p>
            <a:endParaRPr lang="en-GB"/>
          </a:p>
        </p:txBody>
      </p:sp>
      <p:sp>
        <p:nvSpPr>
          <p:cNvPr id="5" name="Slide Number Placeholder 4">
            <a:extLst>
              <a:ext uri="{FF2B5EF4-FFF2-40B4-BE49-F238E27FC236}">
                <a16:creationId xmlns:a16="http://schemas.microsoft.com/office/drawing/2014/main" id="{4F5A2521-261D-46C1-A974-6960EBF00970}"/>
              </a:ext>
            </a:extLst>
          </p:cNvPr>
          <p:cNvSpPr>
            <a:spLocks noGrp="1"/>
          </p:cNvSpPr>
          <p:nvPr>
            <p:ph type="sldNum" sz="quarter" idx="4294967295"/>
          </p:nvPr>
        </p:nvSpPr>
        <p:spPr>
          <a:xfrm>
            <a:off x="0" y="6456363"/>
            <a:ext cx="407988" cy="309562"/>
          </a:xfrm>
        </p:spPr>
        <p:txBody>
          <a:bodyPr/>
          <a:lstStyle/>
          <a:p>
            <a:fld id="{F8E47D07-9D1E-4FE9-B31A-2F5863681021}" type="slidenum">
              <a:rPr lang="en-GB" smtClean="0"/>
              <a:pPr/>
              <a:t>9</a:t>
            </a:fld>
            <a:endParaRPr lang="en-GB"/>
          </a:p>
        </p:txBody>
      </p:sp>
      <p:pic>
        <p:nvPicPr>
          <p:cNvPr id="16" name="Picture Placeholder 15" descr="A picture containing text, x-ray film&#10;&#10;Description automatically generated">
            <a:extLst>
              <a:ext uri="{FF2B5EF4-FFF2-40B4-BE49-F238E27FC236}">
                <a16:creationId xmlns:a16="http://schemas.microsoft.com/office/drawing/2014/main" id="{07D94D0F-F39C-4AFA-B840-F7A39F3C5FDD}"/>
              </a:ext>
            </a:extLst>
          </p:cNvPr>
          <p:cNvPicPr>
            <a:picLocks noGrp="1" noChangeAspect="1"/>
          </p:cNvPicPr>
          <p:nvPr>
            <p:ph type="pic" sz="quarter" idx="36"/>
          </p:nvPr>
        </p:nvPicPr>
        <p:blipFill>
          <a:blip r:embed="rId5">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263361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10</a:t>
            </a:fld>
            <a:endParaRPr lang="en-GB"/>
          </a:p>
        </p:txBody>
      </p:sp>
      <p:sp>
        <p:nvSpPr>
          <p:cNvPr id="13" name="Text Placeholder 12">
            <a:extLst>
              <a:ext uri="{FF2B5EF4-FFF2-40B4-BE49-F238E27FC236}">
                <a16:creationId xmlns:a16="http://schemas.microsoft.com/office/drawing/2014/main" id="{CCE9CE61-FF0E-4F14-A30C-EA0549092F76}"/>
              </a:ext>
            </a:extLst>
          </p:cNvPr>
          <p:cNvSpPr>
            <a:spLocks noGrp="1"/>
          </p:cNvSpPr>
          <p:nvPr>
            <p:ph type="body" sz="quarter" idx="111"/>
          </p:nvPr>
        </p:nvSpPr>
        <p:spPr/>
        <p:txBody>
          <a:bodyPr/>
          <a:lstStyle/>
          <a:p>
            <a:endParaRPr lang="en-US"/>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solidFill>
                  <a:schemeClr val="tx1"/>
                </a:solidFill>
              </a:rPr>
              <a:t>Scientific Compute Platform</a:t>
            </a:r>
          </a:p>
          <a:p>
            <a:endParaRPr lang="en-GB" sz="2000">
              <a:solidFill>
                <a:schemeClr val="tx1"/>
              </a:solidFill>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43199" y="205761"/>
            <a:ext cx="5037668" cy="333937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GB" sz="1800">
                <a:solidFill>
                  <a:schemeClr val="tx1"/>
                </a:solidFill>
              </a:rPr>
              <a:t>Scientific Compute Platform (</a:t>
            </a:r>
            <a:r>
              <a:rPr lang="en-US">
                <a:solidFill>
                  <a:schemeClr val="tx1"/>
                </a:solidFill>
              </a:rPr>
              <a:t>SCP)</a:t>
            </a:r>
          </a:p>
          <a:p>
            <a:pPr algn="l"/>
            <a:endParaRPr lang="en-US" sz="1000" b="0">
              <a:solidFill>
                <a:schemeClr val="tx1"/>
              </a:solidFill>
            </a:endParaRPr>
          </a:p>
          <a:p>
            <a:pPr marL="215900" lvl="2" indent="0">
              <a:buClr>
                <a:schemeClr val="tx1"/>
              </a:buClr>
              <a:buNone/>
            </a:pPr>
            <a:r>
              <a:rPr lang="en-GB" sz="1000">
                <a:solidFill>
                  <a:schemeClr val="tx1"/>
                </a:solidFill>
              </a:rPr>
              <a:t>The Scientific Computing Platform (SCP) is AstraZeneca’s approach to create a flexible &amp; global high-performance computing environment supporting research across </a:t>
            </a:r>
            <a:r>
              <a:rPr lang="en-GB" sz="1000" err="1">
                <a:solidFill>
                  <a:schemeClr val="tx1"/>
                </a:solidFill>
              </a:rPr>
              <a:t>BioPharm</a:t>
            </a:r>
            <a:r>
              <a:rPr lang="en-GB" sz="1000">
                <a:solidFill>
                  <a:schemeClr val="tx1"/>
                </a:solidFill>
              </a:rPr>
              <a:t>, Oncology and Operations.</a:t>
            </a:r>
          </a:p>
          <a:p>
            <a:pPr marL="215900" lvl="2" indent="0">
              <a:buClr>
                <a:schemeClr val="tx1"/>
              </a:buClr>
              <a:buNone/>
            </a:pPr>
            <a:r>
              <a:rPr lang="en-GB" sz="1000">
                <a:solidFill>
                  <a:schemeClr val="tx1"/>
                </a:solidFill>
              </a:rPr>
              <a:t>Growth Through Innovation initiatives are leveraging SCP capabilities to drive science and innovation e.g. </a:t>
            </a:r>
            <a:r>
              <a:rPr lang="en-GB" sz="1000" err="1">
                <a:solidFill>
                  <a:schemeClr val="tx1"/>
                </a:solidFill>
              </a:rPr>
              <a:t>CryoEM</a:t>
            </a:r>
            <a:r>
              <a:rPr lang="en-GB" sz="1000">
                <a:solidFill>
                  <a:schemeClr val="tx1"/>
                </a:solidFill>
              </a:rPr>
              <a:t>, Multi-OMICs, Imaging, BIKG, Augmented Drug Design. </a:t>
            </a:r>
          </a:p>
          <a:p>
            <a:pPr marL="215900" lvl="2" indent="0">
              <a:buClr>
                <a:schemeClr val="tx1"/>
              </a:buClr>
              <a:buNone/>
            </a:pPr>
            <a:r>
              <a:rPr lang="en-GB" sz="1000">
                <a:solidFill>
                  <a:schemeClr val="tx1"/>
                </a:solidFill>
              </a:rPr>
              <a:t>The SCP platform comprises of three key capabilities: </a:t>
            </a:r>
          </a:p>
          <a:p>
            <a:pPr lvl="2">
              <a:buClr>
                <a:schemeClr val="tx1"/>
              </a:buClr>
            </a:pPr>
            <a:r>
              <a:rPr lang="en-GB" sz="1000" b="1">
                <a:solidFill>
                  <a:schemeClr val="tx1"/>
                </a:solidFill>
              </a:rPr>
              <a:t>Compute &amp; Storage</a:t>
            </a:r>
            <a:r>
              <a:rPr lang="en-GB" sz="1000">
                <a:solidFill>
                  <a:schemeClr val="tx1"/>
                </a:solidFill>
              </a:rPr>
              <a:t>: Solve ever larger problems. Access to large scale compute environments integrated with storage platforms supporting handling large data sets.</a:t>
            </a:r>
          </a:p>
          <a:p>
            <a:pPr lvl="2">
              <a:buClr>
                <a:schemeClr val="tx1"/>
              </a:buClr>
            </a:pPr>
            <a:r>
              <a:rPr lang="en-GB" sz="1000" b="1">
                <a:solidFill>
                  <a:schemeClr val="tx1"/>
                </a:solidFill>
              </a:rPr>
              <a:t>Applications</a:t>
            </a:r>
            <a:r>
              <a:rPr lang="en-GB" sz="1000">
                <a:solidFill>
                  <a:schemeClr val="tx1"/>
                </a:solidFill>
              </a:rPr>
              <a:t>: Leverage well tested and performance optimized applications. Access to large portfolio of applications for data and scientific analytics supporting disciplines across AstraZeneca, e.g. Python, R, bioinformatics tools, AI &amp; ML frameworks</a:t>
            </a:r>
          </a:p>
          <a:p>
            <a:pPr lvl="2">
              <a:buClr>
                <a:schemeClr val="tx1"/>
              </a:buClr>
            </a:pPr>
            <a:r>
              <a:rPr lang="en-GB" sz="1000" b="1">
                <a:solidFill>
                  <a:schemeClr val="tx1"/>
                </a:solidFill>
              </a:rPr>
              <a:t>Analytics environments</a:t>
            </a:r>
            <a:r>
              <a:rPr lang="en-GB" sz="1000">
                <a:solidFill>
                  <a:schemeClr val="tx1"/>
                </a:solidFill>
              </a:rPr>
              <a:t>:  Specialist analytics environments support diverse scientific needs. Access to various analytics environment for data science, bioinformatics, chemistry and big compute for experts and beginners.</a:t>
            </a:r>
          </a:p>
          <a:p>
            <a:pPr marL="215900" lvl="2" indent="0">
              <a:buClr>
                <a:schemeClr val="tx1"/>
              </a:buClr>
              <a:buNone/>
            </a:pPr>
            <a:r>
              <a:rPr lang="en-GB" sz="1000">
                <a:solidFill>
                  <a:schemeClr val="tx1"/>
                </a:solidFill>
              </a:rPr>
              <a:t>The SCP platform supports more than 2000 R&amp;D scientists on a daily basis and provide services for more 250 analytics tools. </a:t>
            </a: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7713133" y="745223"/>
            <a:ext cx="4144432" cy="2034159"/>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6171171" y="330408"/>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3003748" y="4241727"/>
          <a:ext cx="8688819" cy="277368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26878">
                <a:tc>
                  <a:txBody>
                    <a:bodyPr/>
                    <a:lstStyle/>
                    <a:p>
                      <a:pPr algn="ctr"/>
                      <a:r>
                        <a:rPr lang="en-GB" sz="1200">
                          <a:solidFill>
                            <a:schemeClr val="bg1"/>
                          </a:solidFill>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1462100">
                <a:tc>
                  <a:txBody>
                    <a:bodyPr/>
                    <a:lstStyle/>
                    <a:p>
                      <a:pPr marL="171450" lvl="0" indent="-171450">
                        <a:buFont typeface="Arial" panose="020B0604020202020204" pitchFamily="34" charset="0"/>
                        <a:buChar char="•"/>
                      </a:pPr>
                      <a:r>
                        <a:rPr lang="en-GB" sz="1000"/>
                        <a:t>SCP US cluster build out to double the compute and storage capacity of SCP. </a:t>
                      </a:r>
                    </a:p>
                    <a:p>
                      <a:pPr marL="171450" lvl="0" indent="-171450">
                        <a:buFont typeface="Arial" panose="020B0604020202020204" pitchFamily="34" charset="0"/>
                        <a:buChar char="•"/>
                      </a:pPr>
                      <a:r>
                        <a:rPr lang="en-GB" sz="1000"/>
                        <a:t>Galaxy enables bioinformaticians to perform complex data processing and analysis with an easy to use tool.</a:t>
                      </a:r>
                    </a:p>
                    <a:p>
                      <a:pPr marL="171450" lvl="0" indent="-171450">
                        <a:buFont typeface="Arial" panose="020B0604020202020204" pitchFamily="34" charset="0"/>
                        <a:buChar char="•"/>
                      </a:pPr>
                      <a:r>
                        <a:rPr lang="en-GB" sz="1000"/>
                        <a:t>SCP EU cluster capacity uplift drives harmonisation by accommodating legacy Medimmune workloads onto SCP.</a:t>
                      </a:r>
                    </a:p>
                    <a:p>
                      <a:pPr marL="171450" lvl="0" indent="-171450">
                        <a:buFont typeface="Arial" panose="020B0604020202020204" pitchFamily="34" charset="0"/>
                        <a:buChar char="•"/>
                      </a:pPr>
                      <a:r>
                        <a:rPr lang="en-GB" sz="1000"/>
                        <a:t>Rstudio &amp; Rstudio Connect provides core analysis environments upgraded and improve user experience.</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marL="171450" lvl="0" indent="-171450">
                        <a:buFont typeface="Arial" panose="020B0604020202020204" pitchFamily="34" charset="0"/>
                        <a:buChar char="•"/>
                      </a:pPr>
                      <a:r>
                        <a:rPr lang="en-GB" sz="1000"/>
                        <a:t>SCP US cluster go-live, enabling more than 400 scientists to access HPC with low latency. </a:t>
                      </a:r>
                    </a:p>
                    <a:p>
                      <a:pPr marL="171450" lvl="0" indent="-171450">
                        <a:buFont typeface="Arial" panose="020B0604020202020204" pitchFamily="34" charset="0"/>
                        <a:buChar char="•"/>
                      </a:pPr>
                      <a:r>
                        <a:rPr lang="en-GB" sz="1000"/>
                        <a:t>New SCP control plane, redesign, architect the SCP control plane to allow multi region control from a single plane.</a:t>
                      </a:r>
                    </a:p>
                    <a:p>
                      <a:pPr marL="171450" lvl="0" indent="-171450">
                        <a:buFont typeface="Arial" panose="020B0604020202020204" pitchFamily="34" charset="0"/>
                        <a:buChar char="•"/>
                      </a:pPr>
                      <a:r>
                        <a:rPr lang="en-GB" sz="1000"/>
                        <a:t>Discovery studio, enabling UK structural biology groups to use SCP. </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marL="171450" lvl="0" indent="-171450">
                        <a:buFont typeface="Arial" panose="020B0604020202020204" pitchFamily="34" charset="0"/>
                        <a:buChar char="•"/>
                      </a:pPr>
                      <a:r>
                        <a:rPr lang="en-GB" sz="1000"/>
                        <a:t>Enhanced support on storage and compute for structure chemistry on CryoEM.</a:t>
                      </a:r>
                    </a:p>
                    <a:p>
                      <a:pPr marL="171450" lvl="0" indent="-171450">
                        <a:buFont typeface="Arial" panose="020B0604020202020204" pitchFamily="34" charset="0"/>
                        <a:buChar char="•"/>
                      </a:pPr>
                      <a:r>
                        <a:rPr lang="en-GB" sz="1000"/>
                        <a:t>Migrate existing user and services, and onboard new users to SCP US Cluster. </a:t>
                      </a:r>
                    </a:p>
                    <a:p>
                      <a:pPr marL="171450" lvl="0" indent="-171450">
                        <a:buFont typeface="Arial" panose="020B0604020202020204" pitchFamily="34" charset="0"/>
                        <a:buChar char="•"/>
                      </a:pPr>
                      <a:r>
                        <a:rPr lang="en-GB" sz="1000"/>
                        <a:t>HPC as a Service that enables SCP to burst compute into public Cloud to provide more compute flexibility and capacity for R&amp;D. </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r h="201669">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754923607"/>
                  </a:ext>
                </a:extLst>
              </a:tr>
              <a:tr h="201669">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1025454338"/>
                  </a:ext>
                </a:extLst>
              </a:tr>
              <a:tr h="201669">
                <a:tc>
                  <a:txBody>
                    <a:bodyPr/>
                    <a:lstStyle/>
                    <a:p>
                      <a:pPr marL="285750" indent="-285750">
                        <a:buFont typeface="Arial" panose="020B0604020202020204" pitchFamily="34" charset="0"/>
                        <a:buChar char="•"/>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B w="3175" cap="flat" cmpd="sng" algn="ctr">
                      <a:solidFill>
                        <a:schemeClr val="tx2"/>
                      </a:solidFill>
                      <a:prstDash val="solid"/>
                      <a:round/>
                      <a:headEnd type="none" w="med" len="med"/>
                      <a:tailEnd type="none" w="med" len="med"/>
                    </a:lnB>
                  </a:tcPr>
                </a:tc>
                <a:tc>
                  <a:txBody>
                    <a:bodyPr/>
                    <a:lstStyle/>
                    <a:p>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589581222"/>
                  </a:ext>
                </a:extLst>
              </a:tr>
            </a:tbl>
          </a:graphicData>
        </a:graphic>
      </p:graphicFrame>
      <p:sp>
        <p:nvSpPr>
          <p:cNvPr id="14" name="Oval 13">
            <a:extLst>
              <a:ext uri="{FF2B5EF4-FFF2-40B4-BE49-F238E27FC236}">
                <a16:creationId xmlns:a16="http://schemas.microsoft.com/office/drawing/2014/main" id="{4DBE382D-1568-4A06-BC91-19AC9E6D280C}"/>
              </a:ext>
            </a:extLst>
          </p:cNvPr>
          <p:cNvSpPr/>
          <p:nvPr/>
        </p:nvSpPr>
        <p:spPr>
          <a:xfrm>
            <a:off x="6420449" y="330408"/>
            <a:ext cx="144000" cy="144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5" name="Oval 14">
            <a:extLst>
              <a:ext uri="{FF2B5EF4-FFF2-40B4-BE49-F238E27FC236}">
                <a16:creationId xmlns:a16="http://schemas.microsoft.com/office/drawing/2014/main" id="{4E87BDE1-B9F2-4A8B-A0D8-C8EA961E39C6}"/>
              </a:ext>
            </a:extLst>
          </p:cNvPr>
          <p:cNvSpPr/>
          <p:nvPr/>
        </p:nvSpPr>
        <p:spPr>
          <a:xfrm>
            <a:off x="6669727" y="330408"/>
            <a:ext cx="144000" cy="144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Tree>
    <p:extLst>
      <p:ext uri="{BB962C8B-B14F-4D97-AF65-F5344CB8AC3E}">
        <p14:creationId xmlns:p14="http://schemas.microsoft.com/office/powerpoint/2010/main" val="2163877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pPr lvl="0"/>
            <a:r>
              <a:rPr lang="en-GB" noProof="0"/>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pPr lvl="0"/>
            <a:fld id="{F8E47D07-9D1E-4FE9-B31A-2F5863681021}" type="slidenum">
              <a:rPr lang="en-GB" noProof="0" smtClean="0"/>
              <a:pPr lvl="0"/>
              <a:t>11</a:t>
            </a:fld>
            <a:endParaRPr lang="en-GB" noProof="0"/>
          </a:p>
        </p:txBody>
      </p:sp>
      <p:sp>
        <p:nvSpPr>
          <p:cNvPr id="12" name="Text Placeholder 11">
            <a:extLst>
              <a:ext uri="{FF2B5EF4-FFF2-40B4-BE49-F238E27FC236}">
                <a16:creationId xmlns:a16="http://schemas.microsoft.com/office/drawing/2014/main" id="{50499D87-11C2-44FC-AD66-21679C7D8E57}"/>
              </a:ext>
            </a:extLst>
          </p:cNvPr>
          <p:cNvSpPr>
            <a:spLocks noGrp="1"/>
          </p:cNvSpPr>
          <p:nvPr>
            <p:ph type="body" sz="quarter" idx="111"/>
          </p:nvPr>
        </p:nvSpPr>
        <p:spPr/>
        <p:txBody>
          <a:bodyPr/>
          <a:lstStyle/>
          <a:p>
            <a:r>
              <a:rPr lang="en-US"/>
              <a:t>Updated: May 9</a:t>
            </a:r>
            <a:r>
              <a:rPr lang="en-US" baseline="30000"/>
              <a:t>th</a:t>
            </a:r>
            <a:r>
              <a:rPr lang="en-US"/>
              <a:t> 2022</a:t>
            </a:r>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3F4444"/>
                </a:solidFill>
                <a:effectLst/>
                <a:uLnTx/>
                <a:uFillTx/>
                <a:latin typeface="Calisto MT"/>
                <a:ea typeface="+mn-ea"/>
                <a:cs typeface="+mn-cs"/>
              </a:rPr>
              <a:t>Augmented</a:t>
            </a:r>
          </a:p>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3F4444"/>
                </a:solidFill>
                <a:effectLst/>
                <a:uLnTx/>
                <a:uFillTx/>
                <a:latin typeface="Calisto MT"/>
                <a:ea typeface="+mn-ea"/>
                <a:cs typeface="+mn-cs"/>
              </a:rPr>
              <a:t>DMTA</a:t>
            </a:r>
          </a:p>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endParaRPr kumimoji="0" lang="en-GB" sz="2000" b="0" i="0" u="none" strike="noStrike" kern="1200" cap="none" spc="0" normalizeH="0" baseline="0" noProof="0">
              <a:ln>
                <a:noFill/>
              </a:ln>
              <a:solidFill>
                <a:srgbClr val="3F4444"/>
              </a:solidFill>
              <a:effectLst/>
              <a:uLnTx/>
              <a:uFillTx/>
              <a:latin typeface="Calisto MT"/>
              <a:ea typeface="+mn-ea"/>
              <a:cs typeface="+mn-cs"/>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51665" y="231934"/>
            <a:ext cx="5134641" cy="3123932"/>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F4444"/>
                </a:solidFill>
                <a:effectLst/>
                <a:uLnTx/>
                <a:uFillTx/>
                <a:latin typeface="Calibri"/>
                <a:ea typeface="+mn-ea"/>
                <a:cs typeface="+mn-cs"/>
              </a:rPr>
              <a:t>A-DMTA – Augmented Design, Make, Test &amp; </a:t>
            </a:r>
            <a:r>
              <a:rPr kumimoji="0" lang="en-US" sz="1800" b="1" i="0" u="none" strike="noStrike" kern="1200" cap="none" spc="0" normalizeH="0" baseline="0" noProof="0" err="1">
                <a:ln>
                  <a:noFill/>
                </a:ln>
                <a:solidFill>
                  <a:srgbClr val="3F4444"/>
                </a:solidFill>
                <a:effectLst/>
                <a:uLnTx/>
                <a:uFillTx/>
                <a:latin typeface="Calibri"/>
                <a:ea typeface="+mn-ea"/>
                <a:cs typeface="+mn-cs"/>
              </a:rPr>
              <a:t>Analyse</a:t>
            </a:r>
            <a:endParaRPr kumimoji="0" lang="en-US" sz="1800" b="1" i="0" u="none" strike="noStrike" kern="1200" cap="none" spc="0" normalizeH="0" baseline="0" noProof="0">
              <a:ln>
                <a:noFill/>
              </a:ln>
              <a:solidFill>
                <a:srgbClr val="3F4444"/>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F4444"/>
              </a:solidFill>
              <a:effectLst/>
              <a:uLnTx/>
              <a:uFillTx/>
              <a:latin typeface="Calibri"/>
              <a:ea typeface="+mn-ea"/>
              <a:cs typeface="+mn-cs"/>
            </a:endParaRPr>
          </a:p>
          <a:p>
            <a:pPr marL="215900" marR="0" lvl="2" indent="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GB" sz="1000" b="1" i="0" u="none" strike="noStrike" kern="1200" cap="none" spc="0" normalizeH="0" baseline="0" noProof="0">
                <a:ln>
                  <a:noFill/>
                </a:ln>
                <a:solidFill>
                  <a:srgbClr val="3F4444"/>
                </a:solidFill>
                <a:effectLst/>
                <a:uLnTx/>
                <a:uFillTx/>
                <a:latin typeface="Calibri"/>
                <a:ea typeface="+mn-ea"/>
                <a:cs typeface="+mn-cs"/>
              </a:rPr>
              <a:t>Using data</a:t>
            </a:r>
            <a:r>
              <a:rPr lang="en-GB" sz="1000" b="1">
                <a:solidFill>
                  <a:srgbClr val="3F4444"/>
                </a:solidFill>
                <a:latin typeface="Calibri"/>
              </a:rPr>
              <a:t> and</a:t>
            </a:r>
            <a:r>
              <a:rPr kumimoji="0" lang="en-GB" sz="1000" b="1" i="0" u="none" strike="noStrike" kern="1200" cap="none" spc="0" normalizeH="0" baseline="0" noProof="0">
                <a:ln>
                  <a:noFill/>
                </a:ln>
                <a:solidFill>
                  <a:srgbClr val="3F4444"/>
                </a:solidFill>
                <a:effectLst/>
                <a:uLnTx/>
                <a:uFillTx/>
                <a:latin typeface="Calibri"/>
                <a:ea typeface="+mn-ea"/>
                <a:cs typeface="+mn-cs"/>
              </a:rPr>
              <a:t> advanced predictive models to reduce time to CDID by 1 year </a:t>
            </a:r>
          </a:p>
          <a:p>
            <a:pPr marL="215900" marR="0" lvl="2" indent="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a:ea typeface="+mn-ea"/>
                <a:cs typeface="+mn-cs"/>
              </a:rPr>
              <a:t>Augmented Drug Design leverages </a:t>
            </a:r>
            <a:r>
              <a:rPr lang="en-GB" sz="1000">
                <a:solidFill>
                  <a:srgbClr val="3F4444"/>
                </a:solidFill>
                <a:latin typeface="Calibri"/>
              </a:rPr>
              <a:t>a modern </a:t>
            </a:r>
            <a:r>
              <a:rPr kumimoji="0" lang="en-GB" sz="1000" b="0" i="0" u="none" strike="noStrike" kern="1200" cap="none" spc="0" normalizeH="0" baseline="0" noProof="0">
                <a:ln>
                  <a:noFill/>
                </a:ln>
                <a:solidFill>
                  <a:srgbClr val="3F4444"/>
                </a:solidFill>
                <a:effectLst/>
                <a:uLnTx/>
                <a:uFillTx/>
                <a:latin typeface="Calibri"/>
                <a:ea typeface="+mn-ea"/>
                <a:cs typeface="+mn-cs"/>
              </a:rPr>
              <a:t>Data and AI cloud platform enabling in silico drug design with the potential to reduce typical drug discovery cycle time by 12 months. The platform will enable chemists and biochemists to find, access, deploy models and analyse chemistry data to design better molecules more effectively, and to make &amp; test them faster on a scalable platform. New AI-driven capabilities are coupled with many existing DMTA tools expanding the science base able to access novel modelling techniques to improve drug discovery. The team also support and maintain </a:t>
            </a:r>
            <a:r>
              <a:rPr lang="en-GB" sz="1000">
                <a:solidFill>
                  <a:srgbClr val="3F4444"/>
                </a:solidFill>
                <a:latin typeface="Calibri"/>
              </a:rPr>
              <a:t>Drug Discovery IT programs and toolsets (</a:t>
            </a:r>
            <a:r>
              <a:rPr lang="en-GB" sz="1000" err="1">
                <a:solidFill>
                  <a:srgbClr val="3F4444"/>
                </a:solidFill>
                <a:latin typeface="Calibri"/>
              </a:rPr>
              <a:t>e.g</a:t>
            </a:r>
            <a:r>
              <a:rPr lang="en-GB" sz="1000">
                <a:solidFill>
                  <a:srgbClr val="3F4444"/>
                </a:solidFill>
                <a:latin typeface="Calibri"/>
              </a:rPr>
              <a:t> D360, Mosaic, Genedata). </a:t>
            </a:r>
            <a:r>
              <a:rPr kumimoji="0" lang="en-GB" sz="1000" b="0" i="0" u="none" strike="noStrike" kern="1200" cap="none" spc="0" normalizeH="0" baseline="0" noProof="0">
                <a:ln>
                  <a:noFill/>
                </a:ln>
                <a:solidFill>
                  <a:srgbClr val="3F4444"/>
                </a:solidFill>
                <a:effectLst/>
                <a:uLnTx/>
                <a:uFillTx/>
                <a:latin typeface="Calibri"/>
                <a:ea typeface="+mn-ea"/>
                <a:cs typeface="+mn-cs"/>
              </a:rPr>
              <a:t>Delivery Examples:</a:t>
            </a:r>
          </a:p>
          <a:p>
            <a:pPr marL="215900" marR="0" lvl="2" indent="0" algn="l" defTabSz="914400" rtl="0" eaLnBrk="1" fontAlgn="auto" latinLnBrk="0" hangingPunct="1">
              <a:lnSpc>
                <a:spcPct val="90000"/>
              </a:lnSpc>
              <a:spcBef>
                <a:spcPts val="0"/>
              </a:spcBef>
              <a:spcAft>
                <a:spcPts val="300"/>
              </a:spcAft>
              <a:buClr>
                <a:srgbClr val="3F4444"/>
              </a:buClr>
              <a:buSzPct val="100000"/>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a:ea typeface="+mn-ea"/>
                <a:cs typeface="+mn-cs"/>
              </a:rPr>
              <a:t>REINVENT – AI generated molecular ideation for hit and lead series </a:t>
            </a:r>
          </a:p>
          <a:p>
            <a:pPr marL="215900" marR="0" lvl="2" indent="0" algn="l" defTabSz="914400" rtl="0" eaLnBrk="1" fontAlgn="auto" latinLnBrk="0" hangingPunct="1">
              <a:lnSpc>
                <a:spcPct val="90000"/>
              </a:lnSpc>
              <a:spcBef>
                <a:spcPts val="0"/>
              </a:spcBef>
              <a:spcAft>
                <a:spcPts val="300"/>
              </a:spcAft>
              <a:buClr>
                <a:srgbClr val="3F4444"/>
              </a:buClr>
              <a:buSzPct val="100000"/>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a:ea typeface="+mn-ea"/>
                <a:cs typeface="+mn-cs"/>
              </a:rPr>
              <a:t>FEP+ Active Learning – AI scaled; physics based binding affinity predictions</a:t>
            </a:r>
          </a:p>
          <a:p>
            <a:pPr marL="215900" marR="0" lvl="2" indent="0" algn="l" defTabSz="914400" rtl="0" eaLnBrk="1" fontAlgn="auto" latinLnBrk="0" hangingPunct="1">
              <a:lnSpc>
                <a:spcPct val="90000"/>
              </a:lnSpc>
              <a:spcBef>
                <a:spcPts val="0"/>
              </a:spcBef>
              <a:spcAft>
                <a:spcPts val="300"/>
              </a:spcAft>
              <a:buClr>
                <a:srgbClr val="3F4444"/>
              </a:buClr>
              <a:buSzPct val="100000"/>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a:ea typeface="+mn-ea"/>
                <a:cs typeface="+mn-cs"/>
              </a:rPr>
              <a:t>Computer </a:t>
            </a:r>
            <a:r>
              <a:rPr kumimoji="0" lang="en-GB" sz="1000" b="0" i="1" u="none" strike="noStrike" kern="1200" cap="none" spc="0" normalizeH="0" baseline="0" noProof="0">
                <a:ln>
                  <a:noFill/>
                </a:ln>
                <a:solidFill>
                  <a:srgbClr val="3F4444"/>
                </a:solidFill>
                <a:effectLst/>
                <a:uLnTx/>
                <a:uFillTx/>
                <a:latin typeface="Calibri"/>
                <a:ea typeface="+mn-ea"/>
                <a:cs typeface="+mn-cs"/>
              </a:rPr>
              <a:t>A</a:t>
            </a:r>
            <a:r>
              <a:rPr kumimoji="0" lang="en-GB" sz="1000" b="0" i="0" u="none" strike="noStrike" kern="1200" cap="none" spc="0" normalizeH="0" baseline="0" noProof="0">
                <a:ln>
                  <a:noFill/>
                </a:ln>
                <a:solidFill>
                  <a:srgbClr val="3F4444"/>
                </a:solidFill>
                <a:effectLst/>
                <a:uLnTx/>
                <a:uFillTx/>
                <a:latin typeface="Calibri"/>
                <a:ea typeface="+mn-ea"/>
                <a:cs typeface="+mn-cs"/>
              </a:rPr>
              <a:t>ided </a:t>
            </a:r>
            <a:r>
              <a:rPr kumimoji="0" lang="en-GB" sz="1000" b="0" u="none" strike="noStrike" kern="1200" cap="none" spc="0" normalizeH="0" baseline="0" noProof="0" err="1">
                <a:ln>
                  <a:noFill/>
                </a:ln>
                <a:solidFill>
                  <a:srgbClr val="3F4444"/>
                </a:solidFill>
                <a:effectLst/>
                <a:uLnTx/>
                <a:uFillTx/>
                <a:latin typeface="Calibri"/>
                <a:ea typeface="+mn-ea"/>
                <a:cs typeface="+mn-cs"/>
              </a:rPr>
              <a:t>Zynthesis</a:t>
            </a:r>
            <a:r>
              <a:rPr kumimoji="0" lang="en-GB" sz="1000" b="0" u="none" strike="noStrike" kern="1200" cap="none" spc="0" normalizeH="0" baseline="0" noProof="0">
                <a:ln>
                  <a:noFill/>
                </a:ln>
                <a:solidFill>
                  <a:srgbClr val="3F4444"/>
                </a:solidFill>
                <a:effectLst/>
                <a:uLnTx/>
                <a:uFillTx/>
                <a:latin typeface="Calibri"/>
                <a:ea typeface="+mn-ea"/>
                <a:cs typeface="+mn-cs"/>
              </a:rPr>
              <a:t> prediction (CAZP) - </a:t>
            </a:r>
            <a:r>
              <a:rPr kumimoji="0" lang="en-GB" sz="1000" b="0" i="0" u="none" strike="noStrike" kern="1200" cap="none" spc="0" normalizeH="0" baseline="0" noProof="0">
                <a:ln>
                  <a:noFill/>
                </a:ln>
                <a:solidFill>
                  <a:srgbClr val="3F4444"/>
                </a:solidFill>
                <a:effectLst/>
                <a:uLnTx/>
                <a:uFillTx/>
                <a:latin typeface="Calibri"/>
                <a:ea typeface="+mn-ea"/>
                <a:cs typeface="+mn-cs"/>
              </a:rPr>
              <a:t>Synthesis prediction and route planning</a:t>
            </a:r>
          </a:p>
          <a:p>
            <a:pPr marL="215900" marR="0" lvl="2" indent="0" algn="l" defTabSz="914400" rtl="0" eaLnBrk="1" fontAlgn="auto" latinLnBrk="0" hangingPunct="1">
              <a:lnSpc>
                <a:spcPct val="90000"/>
              </a:lnSpc>
              <a:spcBef>
                <a:spcPts val="0"/>
              </a:spcBef>
              <a:spcAft>
                <a:spcPts val="300"/>
              </a:spcAft>
              <a:buClr>
                <a:srgbClr val="3F4444"/>
              </a:buClr>
              <a:buSzPct val="100000"/>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a:ea typeface="+mn-ea"/>
                <a:cs typeface="+mn-cs"/>
              </a:rPr>
              <a:t>Predictive Insight Platform – ultra-scaled model inference platform, 100+ models</a:t>
            </a:r>
          </a:p>
          <a:p>
            <a:pPr marL="215900" marR="0" lvl="2" indent="0" algn="l" defTabSz="914400" rtl="0" eaLnBrk="1" fontAlgn="auto" latinLnBrk="0" hangingPunct="1">
              <a:lnSpc>
                <a:spcPct val="90000"/>
              </a:lnSpc>
              <a:spcBef>
                <a:spcPts val="0"/>
              </a:spcBef>
              <a:spcAft>
                <a:spcPts val="300"/>
              </a:spcAft>
              <a:buClr>
                <a:srgbClr val="3F4444"/>
              </a:buClr>
              <a:buSzPct val="100000"/>
              <a:buFont typeface="Arial" panose="020B0604020202020204" pitchFamily="34" charset="0"/>
              <a:buNone/>
              <a:tabLst/>
              <a:defRPr/>
            </a:pPr>
            <a:r>
              <a:rPr kumimoji="0" lang="en-GB" sz="1000" b="0" i="0" u="none" strike="noStrike" kern="1200" cap="none" spc="0" normalizeH="0" baseline="0" noProof="0">
                <a:ln>
                  <a:noFill/>
                </a:ln>
                <a:solidFill>
                  <a:srgbClr val="3F4444"/>
                </a:solidFill>
                <a:effectLst/>
                <a:uLnTx/>
                <a:uFillTx/>
                <a:latin typeface="Calibri"/>
                <a:ea typeface="+mn-ea"/>
                <a:cs typeface="+mn-cs"/>
              </a:rPr>
              <a:t>Chemistry Application Gateway (CAG) – API mesh to access all Chemistry data in AZ</a:t>
            </a:r>
          </a:p>
          <a:p>
            <a:pPr marL="215900" marR="0" lvl="2" indent="0" algn="l" defTabSz="914400" rtl="0" eaLnBrk="1" fontAlgn="auto" latinLnBrk="0" hangingPunct="1">
              <a:lnSpc>
                <a:spcPct val="90000"/>
              </a:lnSpc>
              <a:spcBef>
                <a:spcPts val="0"/>
              </a:spcBef>
              <a:spcAft>
                <a:spcPts val="300"/>
              </a:spcAft>
              <a:buClr>
                <a:srgbClr val="3F4444"/>
              </a:buClr>
              <a:buSzPct val="100000"/>
              <a:buFont typeface="Arial" panose="020B0604020202020204" pitchFamily="34" charset="0"/>
              <a:buNone/>
              <a:tabLst/>
              <a:defRPr/>
            </a:pPr>
            <a:r>
              <a:rPr lang="en-GB" sz="1000">
                <a:solidFill>
                  <a:srgbClr val="3F4444"/>
                </a:solidFill>
                <a:latin typeface="Calibri"/>
              </a:rPr>
              <a:t>DNA Encoded Library – screening platform capability</a:t>
            </a:r>
          </a:p>
          <a:p>
            <a:pPr marL="215900" marR="0" lvl="2" indent="0" algn="l" defTabSz="914400" rtl="0" eaLnBrk="1" fontAlgn="auto" latinLnBrk="0" hangingPunct="1">
              <a:lnSpc>
                <a:spcPct val="90000"/>
              </a:lnSpc>
              <a:spcBef>
                <a:spcPts val="0"/>
              </a:spcBef>
              <a:spcAft>
                <a:spcPts val="300"/>
              </a:spcAft>
              <a:buClr>
                <a:srgbClr val="3F4444"/>
              </a:buClr>
              <a:buSzPct val="100000"/>
              <a:buFont typeface="Arial" panose="020B0604020202020204" pitchFamily="34" charset="0"/>
              <a:buNone/>
              <a:tabLst/>
              <a:defRPr/>
            </a:pPr>
            <a:r>
              <a:rPr kumimoji="0" lang="en-GB" sz="1000" b="0" i="0" u="none" strike="noStrike" kern="1200" cap="none" spc="0" normalizeH="0" baseline="0" noProof="0" err="1">
                <a:ln>
                  <a:noFill/>
                </a:ln>
                <a:solidFill>
                  <a:srgbClr val="3F4444"/>
                </a:solidFill>
                <a:effectLst/>
                <a:uLnTx/>
                <a:uFillTx/>
                <a:latin typeface="Calibri"/>
                <a:ea typeface="+mn-ea"/>
                <a:cs typeface="+mn-cs"/>
              </a:rPr>
              <a:t>iLab</a:t>
            </a:r>
            <a:r>
              <a:rPr lang="en-GB" sz="1000">
                <a:solidFill>
                  <a:srgbClr val="3F4444"/>
                </a:solidFill>
                <a:latin typeface="Calibri"/>
              </a:rPr>
              <a:t>, Oligonucleotide/Multi-modality registration &amp; </a:t>
            </a:r>
            <a:r>
              <a:rPr lang="en-GB" sz="1000" err="1">
                <a:solidFill>
                  <a:srgbClr val="3F4444"/>
                </a:solidFill>
                <a:latin typeface="Calibri"/>
              </a:rPr>
              <a:t>PharmSci</a:t>
            </a:r>
            <a:r>
              <a:rPr lang="en-GB" sz="1000">
                <a:solidFill>
                  <a:srgbClr val="3F4444"/>
                </a:solidFill>
                <a:latin typeface="Calibri"/>
              </a:rPr>
              <a:t> Digital capability enablement</a:t>
            </a:r>
            <a:endParaRPr kumimoji="0" lang="en-GB" sz="1000" b="0" i="0" u="none" strike="noStrike" kern="1200" cap="none" spc="0" normalizeH="0" baseline="0" noProof="0">
              <a:ln>
                <a:noFill/>
              </a:ln>
              <a:solidFill>
                <a:srgbClr val="3F4444"/>
              </a:solidFill>
              <a:effectLst/>
              <a:uLnTx/>
              <a:uFillTx/>
              <a:latin typeface="Calibri"/>
              <a:ea typeface="+mn-ea"/>
              <a:cs typeface="+mn-cs"/>
            </a:endParaRPr>
          </a:p>
        </p:txBody>
      </p:sp>
      <p:sp>
        <p:nvSpPr>
          <p:cNvPr id="9" name="Oval 8">
            <a:extLst>
              <a:ext uri="{FF2B5EF4-FFF2-40B4-BE49-F238E27FC236}">
                <a16:creationId xmlns:a16="http://schemas.microsoft.com/office/drawing/2014/main" id="{EDEEBA78-0580-424D-829B-187C6F8EF514}"/>
              </a:ext>
            </a:extLst>
          </p:cNvPr>
          <p:cNvSpPr/>
          <p:nvPr/>
        </p:nvSpPr>
        <p:spPr>
          <a:xfrm>
            <a:off x="7894772" y="262648"/>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F4444"/>
                </a:solidFill>
                <a:effectLst/>
                <a:uLnTx/>
                <a:uFillTx/>
                <a:latin typeface="Calibri"/>
                <a:ea typeface="+mn-ea"/>
                <a:cs typeface="+mn-cs"/>
              </a:rPr>
              <a:t>PLATFORM ROADMAP</a:t>
            </a:r>
          </a:p>
          <a:p>
            <a:pPr marL="285750" marR="0" lvl="0" indent="-285750" algn="l" defTabSz="914400" rtl="0" eaLnBrk="1" fontAlgn="auto" latinLnBrk="0" hangingPunct="1">
              <a:lnSpc>
                <a:spcPct val="100000"/>
              </a:lnSpc>
              <a:spcBef>
                <a:spcPts val="0"/>
              </a:spcBef>
              <a:spcAft>
                <a:spcPts val="0"/>
              </a:spcAft>
              <a:buClr>
                <a:srgbClr val="3F4444"/>
              </a:buClr>
              <a:buSzPct val="100000"/>
              <a:buFont typeface="+mn-lt"/>
              <a:buChar char="•"/>
              <a:tabLst/>
              <a:defRPr/>
            </a:pPr>
            <a:endParaRPr kumimoji="0" lang="en-US" sz="1100" b="1" i="0" u="none" strike="noStrike" kern="1200" cap="none" spc="0" normalizeH="0" baseline="0" noProof="0">
              <a:ln>
                <a:noFill/>
              </a:ln>
              <a:solidFill>
                <a:srgbClr val="3F4444"/>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F4444"/>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Calibri"/>
              <a:ea typeface="+mn-ea"/>
              <a:cs typeface="+mn-cs"/>
            </a:endParaRPr>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2981674" y="4163568"/>
          <a:ext cx="8688819" cy="265176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31877">
                <a:tc>
                  <a:txBody>
                    <a:bodyPr/>
                    <a:lstStyle/>
                    <a:p>
                      <a:pPr algn="ctr"/>
                      <a:r>
                        <a:rPr lang="en-GB" sz="1200">
                          <a:solidFill>
                            <a:schemeClr val="bg1"/>
                          </a:solidFill>
                        </a:rPr>
                        <a:t>NOW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1880781">
                <a:tc>
                  <a:txBody>
                    <a:bodyPr/>
                    <a:lstStyle/>
                    <a:p>
                      <a:pPr marL="171450" lvl="0" indent="-171450">
                        <a:buFont typeface="Arial" panose="020B0604020202020204" pitchFamily="34" charset="0"/>
                        <a:buChar char="•"/>
                      </a:pPr>
                      <a:r>
                        <a:rPr lang="en-GB" sz="1000">
                          <a:latin typeface="+mn-lt"/>
                        </a:rPr>
                        <a:t>Add important new features to synthesis prediction (CAZP) software with important features and expand user base</a:t>
                      </a:r>
                    </a:p>
                    <a:p>
                      <a:pPr marL="171450" lvl="0" indent="-171450">
                        <a:buFont typeface="Arial" panose="020B0604020202020204" pitchFamily="34" charset="0"/>
                        <a:buChar char="•"/>
                      </a:pPr>
                      <a:r>
                        <a:rPr lang="en-GB" sz="1000">
                          <a:latin typeface="+mn-lt"/>
                        </a:rPr>
                        <a:t>Expand Global Analytical Database (GAD) with more instruments</a:t>
                      </a:r>
                    </a:p>
                    <a:p>
                      <a:pPr marL="171450" lvl="0" indent="-171450">
                        <a:buFont typeface="Arial" panose="020B0604020202020204" pitchFamily="34" charset="0"/>
                        <a:buChar char="•"/>
                      </a:pPr>
                      <a:r>
                        <a:rPr lang="en-GB" sz="1000">
                          <a:latin typeface="+mn-lt"/>
                        </a:rPr>
                        <a:t>Expansion of chemistry data sources &amp; underlying services (CAG)</a:t>
                      </a:r>
                    </a:p>
                    <a:p>
                      <a:pPr marL="171450" lvl="0" indent="-171450">
                        <a:buFont typeface="Arial" panose="020B0604020202020204" pitchFamily="34" charset="0"/>
                        <a:buChar char="•"/>
                      </a:pPr>
                      <a:r>
                        <a:rPr lang="en-GB" sz="1000">
                          <a:latin typeface="+mn-lt"/>
                        </a:rPr>
                        <a:t>REINVENT – new capabilities for Hit finding</a:t>
                      </a:r>
                    </a:p>
                    <a:p>
                      <a:pPr marL="171450" lvl="0" indent="-171450">
                        <a:buFont typeface="Arial" panose="020B0604020202020204" pitchFamily="34" charset="0"/>
                        <a:buChar char="•"/>
                      </a:pPr>
                      <a:r>
                        <a:rPr lang="en-GB" sz="1000">
                          <a:latin typeface="+mn-lt"/>
                        </a:rPr>
                        <a:t>IBIS Test Services POC – increase flexibility for data </a:t>
                      </a:r>
                    </a:p>
                    <a:p>
                      <a:pPr marL="171450" lvl="0" indent="-171450">
                        <a:buFont typeface="Arial" panose="020B0604020202020204" pitchFamily="34" charset="0"/>
                        <a:buChar char="•"/>
                      </a:pPr>
                      <a:r>
                        <a:rPr lang="en-GB" sz="1000">
                          <a:latin typeface="+mn-lt"/>
                        </a:rPr>
                        <a:t>PIP – add models for new modality property prediction (oligos)</a:t>
                      </a:r>
                    </a:p>
                    <a:p>
                      <a:pPr marL="171450" lvl="0" indent="-171450">
                        <a:buFont typeface="Arial" panose="020B0604020202020204" pitchFamily="34" charset="0"/>
                        <a:buChar char="•"/>
                      </a:pPr>
                      <a:r>
                        <a:rPr lang="en-GB" sz="1000">
                          <a:latin typeface="+mn-lt"/>
                        </a:rPr>
                        <a:t>DEL Platform automated data pipelines released</a:t>
                      </a:r>
                    </a:p>
                    <a:p>
                      <a:pPr marL="171450" lvl="0" indent="-171450">
                        <a:buFont typeface="Arial" panose="020B0604020202020204" pitchFamily="34" charset="0"/>
                        <a:buChar char="•"/>
                      </a:pPr>
                      <a:endParaRPr lang="en-GB" sz="10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lgn="l">
                        <a:buFont typeface="Arial" panose="020B0604020202020204" pitchFamily="34" charset="0"/>
                        <a:buChar char="•"/>
                      </a:pPr>
                      <a:r>
                        <a:rPr lang="en-GB" sz="1000"/>
                        <a:t>Improve GAD performance</a:t>
                      </a:r>
                    </a:p>
                    <a:p>
                      <a:pPr marL="171450" lvl="0" indent="-171450" algn="l">
                        <a:buFont typeface="Arial" panose="020B0604020202020204" pitchFamily="34" charset="0"/>
                        <a:buChar char="•"/>
                      </a:pPr>
                      <a:r>
                        <a:rPr lang="en-GB" sz="1000"/>
                        <a:t>Deploy </a:t>
                      </a:r>
                      <a:r>
                        <a:rPr lang="en-GB" sz="1000" err="1"/>
                        <a:t>MGears</a:t>
                      </a:r>
                      <a:r>
                        <a:rPr lang="en-GB" sz="1000"/>
                        <a:t> – Analytical software for </a:t>
                      </a:r>
                    </a:p>
                    <a:p>
                      <a:pPr marL="171450" lvl="0" indent="-171450" algn="l">
                        <a:buFont typeface="Arial" panose="020B0604020202020204" pitchFamily="34" charset="0"/>
                        <a:buChar char="•"/>
                      </a:pPr>
                      <a:r>
                        <a:rPr lang="en-GB" sz="1000"/>
                        <a:t>CAG GUI for chemistry search across billion of molecules</a:t>
                      </a:r>
                    </a:p>
                    <a:p>
                      <a:pPr marL="171450" lvl="0" indent="-171450" algn="l">
                        <a:buFont typeface="Arial" panose="020B0604020202020204" pitchFamily="34" charset="0"/>
                        <a:buChar char="•"/>
                      </a:pPr>
                      <a:r>
                        <a:rPr lang="en-GB" sz="1000"/>
                        <a:t>End-to-end model deployment and monitoring in PIP</a:t>
                      </a:r>
                    </a:p>
                    <a:p>
                      <a:pPr marL="171450" lvl="0" indent="-171450" algn="l">
                        <a:buFont typeface="Arial" panose="020B0604020202020204" pitchFamily="34" charset="0"/>
                        <a:buChar char="•"/>
                      </a:pPr>
                      <a:r>
                        <a:rPr lang="en-GB" sz="1000"/>
                        <a:t>Initiate Augmented Intelligent Design Environment (AIDE) external  RFP &amp; internal MVP planning</a:t>
                      </a:r>
                    </a:p>
                    <a:p>
                      <a:pPr marL="171450" lvl="0" indent="-171450" algn="l">
                        <a:buFont typeface="Arial" panose="020B0604020202020204" pitchFamily="34" charset="0"/>
                        <a:buChar char="•"/>
                      </a:pPr>
                      <a:r>
                        <a:rPr lang="en-GB" sz="1000"/>
                        <a:t>Support &amp; enable Alexion DMTA systems onboarding</a:t>
                      </a:r>
                    </a:p>
                    <a:p>
                      <a:pPr marL="171450" lvl="0" indent="-171450" algn="l">
                        <a:buFont typeface="Arial" panose="020B0604020202020204" pitchFamily="34" charset="0"/>
                        <a:buChar char="•"/>
                      </a:pPr>
                      <a:r>
                        <a:rPr lang="en-GB" sz="1000"/>
                        <a:t>Scale IBIS Test Services POC and fuse with Assay Catalogue project (Test modernisation)</a:t>
                      </a:r>
                    </a:p>
                    <a:p>
                      <a:pPr marL="171450" lvl="0" indent="-171450" algn="l">
                        <a:buFont typeface="Arial" panose="020B0604020202020204" pitchFamily="34" charset="0"/>
                        <a:buChar char="•"/>
                      </a:pPr>
                      <a:r>
                        <a:rPr lang="en-GB" sz="1000"/>
                        <a:t>Architecture and process alignment for all-modality registration and search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buFont typeface="Arial" panose="020B0604020202020204" pitchFamily="34" charset="0"/>
                        <a:buChar char="•"/>
                      </a:pPr>
                      <a:r>
                        <a:rPr lang="en-GB" sz="1000" err="1"/>
                        <a:t>AiZynth</a:t>
                      </a:r>
                      <a:r>
                        <a:rPr lang="en-GB" sz="1000"/>
                        <a:t> and Route Manager combined to form one product</a:t>
                      </a:r>
                    </a:p>
                    <a:p>
                      <a:pPr marL="171450" lvl="0" indent="-171450">
                        <a:buFont typeface="Arial" panose="020B0604020202020204" pitchFamily="34" charset="0"/>
                        <a:buChar char="•"/>
                      </a:pPr>
                      <a:r>
                        <a:rPr lang="en-GB" sz="1000"/>
                        <a:t>Augmented Design GUI Environment built / deployed for small molecule drug discovery and AI-generated recommendations - </a:t>
                      </a:r>
                    </a:p>
                    <a:p>
                      <a:pPr marL="171450" lvl="0" indent="-171450">
                        <a:buFont typeface="Arial" panose="020B0604020202020204" pitchFamily="34" charset="0"/>
                        <a:buChar char="•"/>
                      </a:pPr>
                      <a:r>
                        <a:rPr lang="en-GB" sz="1000"/>
                        <a:t>Continue to reduce time to CDID by using new ADD capabilities across all projects</a:t>
                      </a:r>
                    </a:p>
                    <a:p>
                      <a:pPr marL="171450" lvl="0" indent="-171450">
                        <a:buFont typeface="Arial" panose="020B0604020202020204" pitchFamily="34" charset="0"/>
                        <a:buChar char="•"/>
                      </a:pPr>
                      <a:r>
                        <a:rPr lang="en-GB" sz="1000"/>
                        <a:t>Leverage A-DMTA platform for MLAB (Machine Learning driven </a:t>
                      </a:r>
                      <a:r>
                        <a:rPr lang="en-GB" sz="1000" err="1"/>
                        <a:t>Antbodies</a:t>
                      </a:r>
                      <a:r>
                        <a:rPr lang="en-GB" sz="1000"/>
                        <a:t> &amp; Biologics) platform capabilities</a:t>
                      </a:r>
                    </a:p>
                    <a:p>
                      <a:pPr marL="171450" lvl="0" indent="-171450">
                        <a:buFont typeface="Arial" panose="020B0604020202020204" pitchFamily="34" charset="0"/>
                        <a:buChar char="•"/>
                      </a:pPr>
                      <a:r>
                        <a:rPr lang="en-GB" sz="1000" err="1"/>
                        <a:t>iLab</a:t>
                      </a:r>
                      <a:r>
                        <a:rPr lang="en-GB" sz="1000"/>
                        <a:t> enabled with appropriate data sources and flows to support automated DMTA; </a:t>
                      </a:r>
                      <a:r>
                        <a:rPr lang="en-GB" sz="1000" err="1"/>
                        <a:t>iLab</a:t>
                      </a:r>
                      <a:r>
                        <a:rPr lang="en-GB" sz="1000"/>
                        <a:t> data feeding into wider chemistry models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506428"/>
                  </a:ext>
                </a:extLst>
              </a:tr>
            </a:tbl>
          </a:graphicData>
        </a:graphic>
      </p:graphicFrame>
      <p:pic>
        <p:nvPicPr>
          <p:cNvPr id="8" name="Picture 7" descr="Timeline&#10;&#10;Description automatically generated">
            <a:extLst>
              <a:ext uri="{FF2B5EF4-FFF2-40B4-BE49-F238E27FC236}">
                <a16:creationId xmlns:a16="http://schemas.microsoft.com/office/drawing/2014/main" id="{65645700-0CD5-46D8-A453-534617431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1839" y="484284"/>
            <a:ext cx="3765166" cy="3083328"/>
          </a:xfrm>
          <a:prstGeom prst="rect">
            <a:avLst/>
          </a:prstGeom>
        </p:spPr>
      </p:pic>
    </p:spTree>
    <p:extLst>
      <p:ext uri="{BB962C8B-B14F-4D97-AF65-F5344CB8AC3E}">
        <p14:creationId xmlns:p14="http://schemas.microsoft.com/office/powerpoint/2010/main" val="3164272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12</a:t>
            </a:fld>
            <a:endParaRPr lang="en-GB"/>
          </a:p>
        </p:txBody>
      </p:sp>
      <p:sp>
        <p:nvSpPr>
          <p:cNvPr id="13" name="Text Placeholder 12">
            <a:extLst>
              <a:ext uri="{FF2B5EF4-FFF2-40B4-BE49-F238E27FC236}">
                <a16:creationId xmlns:a16="http://schemas.microsoft.com/office/drawing/2014/main" id="{A62EA14A-8A40-42BA-9B8C-6E070547FD6F}"/>
              </a:ext>
            </a:extLst>
          </p:cNvPr>
          <p:cNvSpPr>
            <a:spLocks noGrp="1"/>
          </p:cNvSpPr>
          <p:nvPr>
            <p:ph type="body" sz="quarter" idx="111"/>
          </p:nvPr>
        </p:nvSpPr>
        <p:spPr/>
        <p:txBody>
          <a:bodyPr/>
          <a:lstStyle/>
          <a:p>
            <a:endParaRPr lang="en-US"/>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solidFill>
                  <a:schemeClr val="tx1"/>
                </a:solidFill>
              </a:rPr>
              <a:t>Imaging</a:t>
            </a:r>
          </a:p>
          <a:p>
            <a:endParaRPr lang="en-GB" sz="2000">
              <a:solidFill>
                <a:schemeClr val="tx1"/>
              </a:solidFill>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43199" y="197998"/>
            <a:ext cx="4811487" cy="3313215"/>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Imaging</a:t>
            </a:r>
          </a:p>
          <a:p>
            <a:pPr marL="171450" indent="-171450" algn="l">
              <a:buClr>
                <a:schemeClr val="tx1"/>
              </a:buClr>
              <a:buSzPct val="100000"/>
              <a:buFont typeface="+mn-lt"/>
              <a:buChar char="•"/>
            </a:pPr>
            <a:endParaRPr lang="en-GB" sz="1000">
              <a:solidFill>
                <a:schemeClr val="tx1"/>
              </a:solidFill>
            </a:endParaRPr>
          </a:p>
          <a:p>
            <a:pPr marL="215900" lvl="2" indent="0">
              <a:buClr>
                <a:schemeClr val="tx1"/>
              </a:buClr>
              <a:buNone/>
            </a:pPr>
            <a:r>
              <a:rPr lang="en-GB" sz="1050">
                <a:solidFill>
                  <a:schemeClr val="tx1"/>
                </a:solidFill>
              </a:rPr>
              <a:t>To ensure we maximise the value of our imaging data assets, the R&amp;D Imaging ​Platform provides ​enriched analytics ready ​data when and where it is needed. By making imaging data Findable, Accessible, Interoperable and Reusable (FAIR), the Imaging Platform enables researchers to make new ​correlations, better characterise disease, improve patient stratification, monitor therapeutic response and ultimately accelerate the drug development process.​</a:t>
            </a:r>
          </a:p>
          <a:p>
            <a:pPr marL="215900" lvl="2" indent="0">
              <a:buClr>
                <a:schemeClr val="tx1"/>
              </a:buClr>
              <a:buNone/>
            </a:pPr>
            <a:r>
              <a:rPr lang="en-GB" sz="1050">
                <a:solidFill>
                  <a:schemeClr val="tx1"/>
                </a:solidFill>
              </a:rPr>
              <a:t>The Imaging Platform delivers these benefits through a series of services and capabilities such as:</a:t>
            </a:r>
          </a:p>
          <a:p>
            <a:pPr lvl="2">
              <a:buClr>
                <a:schemeClr val="tx1"/>
              </a:buClr>
            </a:pPr>
            <a:r>
              <a:rPr lang="en-GB" sz="1050">
                <a:solidFill>
                  <a:schemeClr val="tx1"/>
                </a:solidFill>
              </a:rPr>
              <a:t>Gateways (data ingestion and export services)</a:t>
            </a:r>
          </a:p>
          <a:p>
            <a:pPr lvl="2">
              <a:buClr>
                <a:schemeClr val="tx1"/>
              </a:buClr>
            </a:pPr>
            <a:r>
              <a:rPr lang="en-GB" sz="1050">
                <a:solidFill>
                  <a:schemeClr val="tx1"/>
                </a:solidFill>
              </a:rPr>
              <a:t>Image processing pipelines</a:t>
            </a:r>
          </a:p>
          <a:p>
            <a:pPr lvl="2">
              <a:buClr>
                <a:schemeClr val="tx1"/>
              </a:buClr>
            </a:pPr>
            <a:r>
              <a:rPr lang="en-GB" sz="1050">
                <a:solidFill>
                  <a:schemeClr val="tx1"/>
                </a:solidFill>
              </a:rPr>
              <a:t>Hybrid (on prem and cloud) storage services</a:t>
            </a:r>
          </a:p>
          <a:p>
            <a:pPr lvl="2">
              <a:buClr>
                <a:schemeClr val="tx1"/>
              </a:buClr>
            </a:pPr>
            <a:r>
              <a:rPr lang="en-GB" sz="1050">
                <a:solidFill>
                  <a:schemeClr val="tx1"/>
                </a:solidFill>
              </a:rPr>
              <a:t>Image search and access APIs</a:t>
            </a:r>
          </a:p>
          <a:p>
            <a:pPr lvl="2">
              <a:buClr>
                <a:schemeClr val="tx1"/>
              </a:buClr>
            </a:pPr>
            <a:r>
              <a:rPr lang="en-GB" sz="1050">
                <a:solidFill>
                  <a:schemeClr val="tx1"/>
                </a:solidFill>
              </a:rPr>
              <a:t>Analysis tool support and maintenance</a:t>
            </a:r>
          </a:p>
          <a:p>
            <a:pPr lvl="2">
              <a:buClr>
                <a:schemeClr val="tx1"/>
              </a:buClr>
            </a:pPr>
            <a:r>
              <a:rPr lang="en-GB" sz="1050">
                <a:solidFill>
                  <a:schemeClr val="tx1"/>
                </a:solidFill>
              </a:rPr>
              <a:t>Image informatics professional services</a:t>
            </a:r>
          </a:p>
          <a:p>
            <a:pPr lvl="2">
              <a:buClr>
                <a:schemeClr val="tx1"/>
              </a:buClr>
            </a:pPr>
            <a:endParaRPr lang="en-GB" sz="1000">
              <a:solidFill>
                <a:schemeClr val="tx1"/>
              </a:solidFill>
            </a:endParaRP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7554285" y="600980"/>
            <a:ext cx="4303280" cy="2178403"/>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3949364" y="30914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extLst>
              <p:ext uri="{D42A27DB-BD31-4B8C-83A1-F6EECF244321}">
                <p14:modId xmlns:p14="http://schemas.microsoft.com/office/powerpoint/2010/main" val="1454496460"/>
              </p:ext>
            </p:extLst>
          </p:nvPr>
        </p:nvGraphicFramePr>
        <p:xfrm>
          <a:off x="2811681" y="4183429"/>
          <a:ext cx="8688819" cy="234696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09586">
                <a:tc>
                  <a:txBody>
                    <a:bodyPr/>
                    <a:lstStyle/>
                    <a:p>
                      <a:pPr algn="ctr"/>
                      <a:r>
                        <a:rPr lang="en-GB" sz="1200">
                          <a:solidFill>
                            <a:schemeClr val="bg1"/>
                          </a:solidFill>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1583541">
                <a:tc>
                  <a:txBody>
                    <a:bodyPr/>
                    <a:lstStyle/>
                    <a:p>
                      <a:pPr marL="457200" lvl="1" indent="0">
                        <a:buFont typeface="Arial" panose="020B0604020202020204" pitchFamily="34" charset="0"/>
                        <a:buNone/>
                      </a:pPr>
                      <a:r>
                        <a:rPr lang="en-GB" sz="1000"/>
                        <a:t>ACTIVE KEY DELIVERABLES</a:t>
                      </a:r>
                    </a:p>
                    <a:p>
                      <a:pPr marL="457200" lvl="1" indent="0">
                        <a:buFont typeface="Arial" panose="020B0604020202020204" pitchFamily="34" charset="0"/>
                        <a:buNone/>
                      </a:pPr>
                      <a:r>
                        <a:rPr lang="en-GB" sz="1000"/>
                        <a:t>(BUSINESS FACING)</a:t>
                      </a:r>
                    </a:p>
                    <a:p>
                      <a:pPr marL="457200" lvl="1" indent="0">
                        <a:buFont typeface="Arial" panose="020B0604020202020204" pitchFamily="34" charset="0"/>
                        <a:buNone/>
                      </a:pPr>
                      <a:endParaRPr lang="en-GB" sz="1000"/>
                    </a:p>
                    <a:p>
                      <a:pPr marL="628650" lvl="1" indent="-171450">
                        <a:buFont typeface="Arial" panose="020B0604020202020204" pitchFamily="34" charset="0"/>
                        <a:buChar char="•"/>
                      </a:pPr>
                      <a:r>
                        <a:rPr lang="en-GB" sz="1000"/>
                        <a:t>Image ingestion, search, and access APIs</a:t>
                      </a:r>
                    </a:p>
                    <a:p>
                      <a:pPr marL="628650" lvl="1" indent="-171450">
                        <a:buFont typeface="Arial" panose="020B0604020202020204" pitchFamily="34" charset="0"/>
                        <a:buChar char="•"/>
                      </a:pPr>
                      <a:r>
                        <a:rPr lang="en-GB" sz="1000"/>
                        <a:t>Cloud based Halo AI image analysis environment</a:t>
                      </a:r>
                    </a:p>
                    <a:p>
                      <a:pPr marL="628650" lvl="1" indent="-171450">
                        <a:buFont typeface="Arial" panose="020B0604020202020204" pitchFamily="34" charset="0"/>
                        <a:buChar char="•"/>
                      </a:pPr>
                      <a:r>
                        <a:rPr lang="en-GB" sz="1000"/>
                        <a:t>HTS image ingestion and data/metadata management services</a:t>
                      </a:r>
                    </a:p>
                    <a:p>
                      <a:pPr marL="628650" lvl="1" indent="-171450">
                        <a:buFont typeface="Arial" panose="020B0604020202020204" pitchFamily="34" charset="0"/>
                        <a:buChar char="•"/>
                      </a:pPr>
                      <a:r>
                        <a:rPr lang="en-GB" sz="1000"/>
                        <a:t>Cloud optimized data processing pipelines</a:t>
                      </a:r>
                    </a:p>
                    <a:p>
                      <a:pPr marL="628650" lvl="1" indent="-171450">
                        <a:buFont typeface="Arial" panose="020B0604020202020204" pitchFamily="34" charset="0"/>
                        <a:buChar char="•"/>
                      </a:pPr>
                      <a:r>
                        <a:rPr lang="en-GB" sz="1000"/>
                        <a:t>Support of current data requests and platform operations</a:t>
                      </a:r>
                    </a:p>
                    <a:p>
                      <a:pPr marL="628650" lvl="1" indent="-171450">
                        <a:buFont typeface="Arial" panose="020B0604020202020204" pitchFamily="34" charset="0"/>
                        <a:buChar char="•"/>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r>
                        <a:rPr lang="en-GB" sz="1000"/>
                        <a:t>WHATS STARTING FOR Q4</a:t>
                      </a:r>
                    </a:p>
                    <a:p>
                      <a:pPr marL="457200" lvl="1" indent="0">
                        <a:buFont typeface="Arial" panose="020B0604020202020204" pitchFamily="34" charset="0"/>
                        <a:buNone/>
                      </a:pPr>
                      <a:r>
                        <a:rPr lang="en-GB" sz="1000"/>
                        <a:t>(BUSINESS FACING)</a:t>
                      </a:r>
                    </a:p>
                    <a:p>
                      <a:pPr marL="457200" lvl="1" indent="0">
                        <a:buFont typeface="Arial" panose="020B0604020202020204" pitchFamily="34" charset="0"/>
                        <a:buNone/>
                      </a:pPr>
                      <a:endParaRPr lang="en-GB" sz="1000"/>
                    </a:p>
                    <a:p>
                      <a:pPr marL="628650" lvl="1" indent="-171450">
                        <a:buFont typeface="Arial" panose="020B0604020202020204" pitchFamily="34" charset="0"/>
                        <a:buChar char="•"/>
                      </a:pPr>
                      <a:r>
                        <a:rPr lang="en-GB" sz="1000"/>
                        <a:t>Integration of image metadata search with SDF DF+I (Athena Connector)</a:t>
                      </a:r>
                    </a:p>
                    <a:p>
                      <a:pPr marL="628650" lvl="1" indent="-171450">
                        <a:buFont typeface="Arial" panose="020B0604020202020204" pitchFamily="34" charset="0"/>
                        <a:buChar char="•"/>
                      </a:pPr>
                      <a:r>
                        <a:rPr lang="en-GB" sz="1000"/>
                        <a:t>GxP validated image labelling tool</a:t>
                      </a:r>
                    </a:p>
                    <a:p>
                      <a:pPr marL="628650" lvl="1" indent="-171450">
                        <a:buFont typeface="Arial" panose="020B0604020202020204" pitchFamily="34" charset="0"/>
                        <a:buChar char="•"/>
                      </a:pPr>
                      <a:r>
                        <a:rPr lang="en-GB" sz="1000"/>
                        <a:t>GxP validated image gateway and storage solution</a:t>
                      </a:r>
                    </a:p>
                    <a:p>
                      <a:pPr marL="628650" lvl="1" indent="-171450">
                        <a:buFont typeface="Arial" panose="020B0604020202020204" pitchFamily="34" charset="0"/>
                        <a:buChar char="•"/>
                      </a:pPr>
                      <a:r>
                        <a:rPr lang="en-GB" sz="1000"/>
                        <a:t>MvP Radiomics Image viewer and analysis tool (RadiAnt)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Support of current data requests and platform operations</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marL="457200" lvl="1" indent="0">
                        <a:buFont typeface="Arial" panose="020B0604020202020204" pitchFamily="34" charset="0"/>
                        <a:buNone/>
                      </a:pPr>
                      <a:r>
                        <a:rPr lang="en-GB" sz="1000"/>
                        <a:t>MAJOR DELIVERABLES IN 2022</a:t>
                      </a:r>
                    </a:p>
                    <a:p>
                      <a:pPr marL="457200" lvl="1" indent="0">
                        <a:buFont typeface="Arial" panose="020B0604020202020204" pitchFamily="34" charset="0"/>
                        <a:buNone/>
                      </a:pPr>
                      <a:r>
                        <a:rPr lang="en-GB" sz="1000"/>
                        <a:t>(BUSINESS FACING)</a:t>
                      </a:r>
                    </a:p>
                    <a:p>
                      <a:pPr marL="457200" lvl="1" indent="0">
                        <a:buFont typeface="Arial" panose="020B0604020202020204" pitchFamily="34" charset="0"/>
                        <a:buNone/>
                      </a:pPr>
                      <a:endParaRPr lang="en-GB" sz="1000"/>
                    </a:p>
                    <a:p>
                      <a:pPr marL="628650" lvl="1" indent="-171450">
                        <a:buFont typeface="Arial" panose="020B0604020202020204" pitchFamily="34" charset="0"/>
                        <a:buChar char="•"/>
                      </a:pPr>
                      <a:r>
                        <a:rPr lang="en-GB" sz="1000"/>
                        <a:t>Production Radiomics Viewer/Labelling/Annotation/AI Model Hosting</a:t>
                      </a:r>
                    </a:p>
                    <a:p>
                      <a:pPr marL="628650" lvl="1" indent="-171450">
                        <a:buFont typeface="Arial" panose="020B0604020202020204" pitchFamily="34" charset="0"/>
                        <a:buChar char="•"/>
                      </a:pPr>
                      <a:r>
                        <a:rPr lang="en-GB" sz="1000"/>
                        <a:t>CIW support for new SCP architecture</a:t>
                      </a:r>
                    </a:p>
                    <a:p>
                      <a:pPr marL="628650" lvl="1" indent="-171450">
                        <a:buFont typeface="Arial" panose="020B0604020202020204" pitchFamily="34" charset="0"/>
                        <a:buChar char="•"/>
                      </a:pPr>
                      <a:r>
                        <a:rPr lang="en-GB" sz="1000"/>
                        <a:t>Additional shared Halo AI capability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Support of current data requests and platform operations</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bl>
          </a:graphicData>
        </a:graphic>
      </p:graphicFrame>
      <p:sp>
        <p:nvSpPr>
          <p:cNvPr id="14" name="Oval 13">
            <a:extLst>
              <a:ext uri="{FF2B5EF4-FFF2-40B4-BE49-F238E27FC236}">
                <a16:creationId xmlns:a16="http://schemas.microsoft.com/office/drawing/2014/main" id="{49E98ACB-BE87-4858-8570-3F4321BAA404}"/>
              </a:ext>
            </a:extLst>
          </p:cNvPr>
          <p:cNvSpPr/>
          <p:nvPr/>
        </p:nvSpPr>
        <p:spPr>
          <a:xfrm>
            <a:off x="4293545" y="309142"/>
            <a:ext cx="144000" cy="144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5" name="Oval 14">
            <a:extLst>
              <a:ext uri="{FF2B5EF4-FFF2-40B4-BE49-F238E27FC236}">
                <a16:creationId xmlns:a16="http://schemas.microsoft.com/office/drawing/2014/main" id="{6EB4EAE8-6E0D-43C4-8579-A27ADC39D3E2}"/>
              </a:ext>
            </a:extLst>
          </p:cNvPr>
          <p:cNvSpPr/>
          <p:nvPr/>
        </p:nvSpPr>
        <p:spPr>
          <a:xfrm>
            <a:off x="4637726" y="309142"/>
            <a:ext cx="144000" cy="144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Tree>
    <p:extLst>
      <p:ext uri="{BB962C8B-B14F-4D97-AF65-F5344CB8AC3E}">
        <p14:creationId xmlns:p14="http://schemas.microsoft.com/office/powerpoint/2010/main" val="3054935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EC0D97-DB64-4665-B111-52473BBEBF79}"/>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AD1A929C-EF9A-490A-910D-5640DA74D561}"/>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13</a:t>
            </a:fld>
            <a:endParaRPr lang="en-GB"/>
          </a:p>
        </p:txBody>
      </p:sp>
      <p:sp>
        <p:nvSpPr>
          <p:cNvPr id="18" name="Text Placeholder 17">
            <a:extLst>
              <a:ext uri="{FF2B5EF4-FFF2-40B4-BE49-F238E27FC236}">
                <a16:creationId xmlns:a16="http://schemas.microsoft.com/office/drawing/2014/main" id="{59BAC9F3-7DF4-4454-919C-44DC6764765A}"/>
              </a:ext>
            </a:extLst>
          </p:cNvPr>
          <p:cNvSpPr>
            <a:spLocks noGrp="1"/>
          </p:cNvSpPr>
          <p:nvPr>
            <p:ph type="body" sz="quarter" idx="111"/>
          </p:nvPr>
        </p:nvSpPr>
        <p:spPr/>
        <p:txBody>
          <a:bodyPr/>
          <a:lstStyle/>
          <a:p>
            <a:endParaRPr lang="en-US"/>
          </a:p>
        </p:txBody>
      </p:sp>
      <p:sp>
        <p:nvSpPr>
          <p:cNvPr id="6" name="Text Placeholder 11">
            <a:extLst>
              <a:ext uri="{FF2B5EF4-FFF2-40B4-BE49-F238E27FC236}">
                <a16:creationId xmlns:a16="http://schemas.microsoft.com/office/drawing/2014/main" id="{D9F8F445-2888-43DF-A219-5118223DB76C}"/>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defPPr>
              <a:defRPr lang="en-US"/>
            </a:defPPr>
            <a:lvl1pPr indent="0" algn="ctr">
              <a:lnSpc>
                <a:spcPct val="90000"/>
              </a:lnSpc>
              <a:spcBef>
                <a:spcPts val="0"/>
              </a:spcBef>
              <a:spcAft>
                <a:spcPts val="600"/>
              </a:spcAft>
              <a:buFont typeface="Arial" panose="020B0604020202020204" pitchFamily="34" charset="0"/>
              <a:buNone/>
              <a:defRPr sz="2000">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t>Omics</a:t>
            </a:r>
          </a:p>
          <a:p>
            <a:endParaRPr lang="en-GB"/>
          </a:p>
        </p:txBody>
      </p:sp>
      <p:sp>
        <p:nvSpPr>
          <p:cNvPr id="7" name="Rectangle 6">
            <a:extLst>
              <a:ext uri="{FF2B5EF4-FFF2-40B4-BE49-F238E27FC236}">
                <a16:creationId xmlns:a16="http://schemas.microsoft.com/office/drawing/2014/main" id="{25E45DFC-D852-4B61-8F6C-EC70DA078C65}"/>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8" name="Text Placeholder 23">
            <a:extLst>
              <a:ext uri="{FF2B5EF4-FFF2-40B4-BE49-F238E27FC236}">
                <a16:creationId xmlns:a16="http://schemas.microsoft.com/office/drawing/2014/main" id="{FE4187DA-B5E1-47D2-BBCF-C22CF7D0B513}"/>
              </a:ext>
            </a:extLst>
          </p:cNvPr>
          <p:cNvSpPr txBox="1">
            <a:spLocks/>
          </p:cNvSpPr>
          <p:nvPr/>
        </p:nvSpPr>
        <p:spPr>
          <a:xfrm>
            <a:off x="2743199" y="197998"/>
            <a:ext cx="4624644" cy="3231654"/>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nSpc>
                <a:spcPct val="100000"/>
              </a:lnSpc>
              <a:spcBef>
                <a:spcPts val="0"/>
              </a:spcBef>
              <a:spcAft>
                <a:spcPts val="0"/>
              </a:spcAft>
              <a:buFontTx/>
              <a:buNone/>
              <a:defRPr sz="1000" b="1">
                <a:solidFill>
                  <a:schemeClr val="tx1"/>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400"/>
              <a:t>Omics</a:t>
            </a:r>
          </a:p>
          <a:p>
            <a:endParaRPr lang="en-US" b="0"/>
          </a:p>
          <a:p>
            <a:r>
              <a:rPr lang="en-GB" b="0"/>
              <a:t>The omics platform aims to build omics expertise in a cross-functional team, to enable development and maintenance of technologies across the omics space.  The omics platform aims to provide: (1)a robust, scalable, secure, compliant platform for storage of, processing of and access to data and metadata (2) Access to multi-omics data and processing through multiple bench science and data science interfaces​</a:t>
            </a:r>
          </a:p>
          <a:p>
            <a:endParaRPr lang="en-GB" b="0"/>
          </a:p>
          <a:p>
            <a:pPr fontAlgn="base"/>
            <a:r>
              <a:rPr lang="en-GB" b="0"/>
              <a:t>Deliver Growth and TA Leadership:</a:t>
            </a:r>
            <a:r>
              <a:rPr lang="en-US" b="0"/>
              <a:t>​</a:t>
            </a:r>
          </a:p>
          <a:p>
            <a:pPr fontAlgn="base">
              <a:buClr>
                <a:schemeClr val="tx1"/>
              </a:buClr>
              <a:buSzPct val="100000"/>
              <a:buFont typeface="+mn-lt"/>
              <a:buChar char="•"/>
            </a:pPr>
            <a:r>
              <a:rPr lang="en-GB" b="0"/>
              <a:t>Support the delivery of improved disease understanding </a:t>
            </a:r>
            <a:r>
              <a:rPr lang="en-US" b="0"/>
              <a:t>​</a:t>
            </a:r>
          </a:p>
          <a:p>
            <a:pPr fontAlgn="base">
              <a:buClr>
                <a:schemeClr val="tx1"/>
              </a:buClr>
              <a:buSzPct val="100000"/>
              <a:buFont typeface="+mn-lt"/>
              <a:buChar char="•"/>
            </a:pPr>
            <a:r>
              <a:rPr lang="en-US" b="0"/>
              <a:t>Enable analysis of omics data from exploratory clinical endpoints to inform clinical trial design</a:t>
            </a:r>
            <a:r>
              <a:rPr lang="en-GB" b="0"/>
              <a:t>​</a:t>
            </a:r>
          </a:p>
          <a:p>
            <a:pPr fontAlgn="base"/>
            <a:r>
              <a:rPr lang="en-GB" b="0"/>
              <a:t>​</a:t>
            </a:r>
          </a:p>
          <a:p>
            <a:pPr fontAlgn="base"/>
            <a:r>
              <a:rPr lang="en-GB" b="0"/>
              <a:t>Accelerate Innovative Science:</a:t>
            </a:r>
            <a:r>
              <a:rPr lang="en-US" b="0"/>
              <a:t>​</a:t>
            </a:r>
          </a:p>
          <a:p>
            <a:pPr fontAlgn="base">
              <a:buClr>
                <a:schemeClr val="tx1"/>
              </a:buClr>
              <a:buSzPct val="100000"/>
              <a:buFont typeface="+mn-lt"/>
              <a:buChar char="•"/>
            </a:pPr>
            <a:r>
              <a:rPr lang="en-US" b="0"/>
              <a:t>Enable analysis of pre-clinical omics data for target identification, target validation, biomarker identification and mechanism of action incl. drug resistance mechanisms​</a:t>
            </a:r>
          </a:p>
          <a:p>
            <a:pPr fontAlgn="base">
              <a:buClr>
                <a:schemeClr val="tx1"/>
              </a:buClr>
              <a:buSzPct val="100000"/>
              <a:buFont typeface="+mn-lt"/>
              <a:buChar char="•"/>
            </a:pPr>
            <a:r>
              <a:rPr lang="en-US" b="0"/>
              <a:t>Reusable data – reduce time spent searching for data from weeks to hours</a:t>
            </a:r>
            <a:r>
              <a:rPr lang="en-GB" b="0"/>
              <a:t>​</a:t>
            </a:r>
          </a:p>
          <a:p>
            <a:pPr fontAlgn="base"/>
            <a:r>
              <a:rPr lang="en-GB" b="0"/>
              <a:t>​</a:t>
            </a:r>
          </a:p>
          <a:p>
            <a:pPr fontAlgn="base"/>
            <a:r>
              <a:rPr lang="en-GB" b="0"/>
              <a:t>Be a Great Place to Work:</a:t>
            </a:r>
            <a:r>
              <a:rPr lang="en-US" b="0"/>
              <a:t>​</a:t>
            </a:r>
          </a:p>
          <a:p>
            <a:pPr fontAlgn="base">
              <a:buClr>
                <a:schemeClr val="tx1"/>
              </a:buClr>
              <a:buSzPct val="100000"/>
              <a:buFont typeface="+mn-lt"/>
              <a:buChar char="•"/>
            </a:pPr>
            <a:r>
              <a:rPr lang="en-GB" b="0"/>
              <a:t>Process optimisation – workflow optimisation, enhanced user experience</a:t>
            </a:r>
            <a:endParaRPr lang="en-US" b="0"/>
          </a:p>
        </p:txBody>
      </p:sp>
      <p:pic>
        <p:nvPicPr>
          <p:cNvPr id="9" name="Picture 8">
            <a:extLst>
              <a:ext uri="{FF2B5EF4-FFF2-40B4-BE49-F238E27FC236}">
                <a16:creationId xmlns:a16="http://schemas.microsoft.com/office/drawing/2014/main" id="{29E46555-E9F1-4049-9E16-8D4AF091F729}"/>
              </a:ext>
            </a:extLst>
          </p:cNvPr>
          <p:cNvPicPr>
            <a:picLocks noChangeAspect="1"/>
          </p:cNvPicPr>
          <p:nvPr/>
        </p:nvPicPr>
        <p:blipFill rotWithShape="1">
          <a:blip r:embed="rId3"/>
          <a:srcRect b="6549"/>
          <a:stretch/>
        </p:blipFill>
        <p:spPr>
          <a:xfrm>
            <a:off x="7419248" y="600980"/>
            <a:ext cx="4438317" cy="2178403"/>
          </a:xfrm>
          <a:prstGeom prst="rect">
            <a:avLst/>
          </a:prstGeom>
          <a:ln>
            <a:solidFill>
              <a:schemeClr val="bg1"/>
            </a:solidFill>
          </a:ln>
        </p:spPr>
      </p:pic>
      <p:sp>
        <p:nvSpPr>
          <p:cNvPr id="10" name="Rectangle 9">
            <a:extLst>
              <a:ext uri="{FF2B5EF4-FFF2-40B4-BE49-F238E27FC236}">
                <a16:creationId xmlns:a16="http://schemas.microsoft.com/office/drawing/2014/main" id="{9F3D7E9E-9E1A-4FD3-BE43-0DB76EA29989}"/>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1" name="Text Placeholder 23">
            <a:extLst>
              <a:ext uri="{FF2B5EF4-FFF2-40B4-BE49-F238E27FC236}">
                <a16:creationId xmlns:a16="http://schemas.microsoft.com/office/drawing/2014/main" id="{CEF3737D-DA48-41B6-922B-F2BD4B4743E6}"/>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nSpc>
                <a:spcPct val="100000"/>
              </a:lnSpc>
              <a:spcBef>
                <a:spcPts val="0"/>
              </a:spcBef>
              <a:spcAft>
                <a:spcPts val="0"/>
              </a:spcAft>
              <a:buFontTx/>
              <a:buNone/>
              <a:defRPr b="1">
                <a:solidFill>
                  <a:schemeClr val="tx1"/>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PLATFORM ROADMAP</a:t>
            </a:r>
          </a:p>
          <a:p>
            <a:pPr marL="285750" indent="-285750">
              <a:buClr>
                <a:schemeClr val="tx1"/>
              </a:buClr>
              <a:buSzPct val="100000"/>
              <a:buFont typeface="+mn-lt"/>
              <a:buChar char="•"/>
            </a:pPr>
            <a:endParaRPr lang="en-US" sz="1100"/>
          </a:p>
          <a:p>
            <a:endParaRPr lang="en-US" sz="1000" b="0"/>
          </a:p>
          <a:p>
            <a:endParaRPr lang="en-US"/>
          </a:p>
        </p:txBody>
      </p:sp>
      <p:graphicFrame>
        <p:nvGraphicFramePr>
          <p:cNvPr id="12" name="Table 21">
            <a:extLst>
              <a:ext uri="{FF2B5EF4-FFF2-40B4-BE49-F238E27FC236}">
                <a16:creationId xmlns:a16="http://schemas.microsoft.com/office/drawing/2014/main" id="{37492487-6F3A-413C-950D-70102A5BC46B}"/>
              </a:ext>
            </a:extLst>
          </p:cNvPr>
          <p:cNvGraphicFramePr>
            <a:graphicFrameLocks noGrp="1"/>
          </p:cNvGraphicFramePr>
          <p:nvPr/>
        </p:nvGraphicFramePr>
        <p:xfrm>
          <a:off x="3003748" y="4241724"/>
          <a:ext cx="8688819" cy="246888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43840">
                <a:tc>
                  <a:txBody>
                    <a:bodyPr/>
                    <a:lstStyle/>
                    <a:p>
                      <a:pPr algn="ctr"/>
                      <a:r>
                        <a:rPr lang="en-GB" sz="1000">
                          <a:solidFill>
                            <a:schemeClr val="bg1"/>
                          </a:solidFill>
                          <a:latin typeface="+mn-lt"/>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000">
                          <a:solidFill>
                            <a:schemeClr val="bg1"/>
                          </a:solidFill>
                          <a:latin typeface="+mn-lt"/>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000">
                          <a:solidFill>
                            <a:schemeClr val="bg1"/>
                          </a:solidFill>
                          <a:latin typeface="+mn-lt"/>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2225040">
                <a:tc>
                  <a:txBody>
                    <a:bodyPr/>
                    <a:lstStyle/>
                    <a:p>
                      <a:pPr algn="l" rtl="0" fontAlgn="base">
                        <a:buFont typeface="Arial" panose="020B0604020202020204" pitchFamily="34" charset="0"/>
                        <a:buNone/>
                      </a:pPr>
                      <a:r>
                        <a:rPr lang="en-US" sz="1000" b="0" i="0" u="none" strike="noStrike" err="1">
                          <a:solidFill>
                            <a:srgbClr val="3F4444"/>
                          </a:solidFill>
                          <a:effectLst/>
                          <a:latin typeface="+mn-lt"/>
                        </a:rPr>
                        <a:t>OncTM</a:t>
                      </a:r>
                      <a:r>
                        <a:rPr lang="en-US" sz="1000" b="0" i="0" u="none" strike="noStrike">
                          <a:solidFill>
                            <a:srgbClr val="3F4444"/>
                          </a:solidFill>
                          <a:effectLst/>
                          <a:latin typeface="+mn-lt"/>
                        </a:rPr>
                        <a:t> – Incorporate single cell analysis tools and platforms to support benchmarking vendors in MRD analysis</a:t>
                      </a:r>
                    </a:p>
                    <a:p>
                      <a:pPr algn="l" rtl="0" fontAlgn="base">
                        <a:buFont typeface="Arial" panose="020B0604020202020204" pitchFamily="34" charset="0"/>
                        <a:buNone/>
                      </a:pPr>
                      <a:endParaRPr lang="en-US" sz="1000" b="0" i="0" u="none" strike="noStrike">
                        <a:solidFill>
                          <a:srgbClr val="3F4444"/>
                        </a:solidFill>
                        <a:effectLst/>
                        <a:latin typeface="+mn-lt"/>
                      </a:endParaRPr>
                    </a:p>
                    <a:p>
                      <a:pPr algn="l" rtl="0" fontAlgn="base">
                        <a:buFont typeface="Arial" panose="020B0604020202020204" pitchFamily="34" charset="0"/>
                        <a:buNone/>
                      </a:pPr>
                      <a:r>
                        <a:rPr lang="en-US" sz="1000" b="0" i="0" u="none" strike="noStrike">
                          <a:solidFill>
                            <a:srgbClr val="3F4444"/>
                          </a:solidFill>
                          <a:effectLst/>
                          <a:latin typeface="+mn-lt"/>
                        </a:rPr>
                        <a:t>CRISPR – </a:t>
                      </a:r>
                      <a:r>
                        <a:rPr lang="en-US" sz="1000" b="0" i="0" u="none" strike="noStrike" err="1">
                          <a:solidFill>
                            <a:srgbClr val="3F4444"/>
                          </a:solidFill>
                          <a:effectLst/>
                          <a:latin typeface="+mn-lt"/>
                        </a:rPr>
                        <a:t>scRNA</a:t>
                      </a:r>
                      <a:r>
                        <a:rPr lang="en-US" sz="1000" b="0" i="0" u="none" strike="noStrike">
                          <a:solidFill>
                            <a:srgbClr val="3F4444"/>
                          </a:solidFill>
                          <a:effectLst/>
                          <a:latin typeface="+mn-lt"/>
                        </a:rPr>
                        <a:t>-CRISPR (Perturb-seq) capability deployed and applied in 1+ drug projects</a:t>
                      </a:r>
                    </a:p>
                    <a:p>
                      <a:pPr algn="l" rtl="0" fontAlgn="base">
                        <a:buFont typeface="Arial" panose="020B0604020202020204" pitchFamily="34" charset="0"/>
                        <a:buNone/>
                      </a:pPr>
                      <a:endParaRPr lang="en-US" sz="1000" b="0" i="0" u="none" strike="noStrike">
                        <a:solidFill>
                          <a:srgbClr val="3F4444"/>
                        </a:solidFill>
                        <a:effectLst/>
                        <a:latin typeface="+mn-lt"/>
                      </a:endParaRPr>
                    </a:p>
                    <a:p>
                      <a:pPr algn="l" rtl="0" fontAlgn="base">
                        <a:buFont typeface="Arial" panose="020B0604020202020204" pitchFamily="34" charset="0"/>
                        <a:buNone/>
                      </a:pPr>
                      <a:r>
                        <a:rPr lang="en-US" sz="1000" b="0" i="0" u="none" strike="noStrike" err="1">
                          <a:solidFill>
                            <a:srgbClr val="3F4444"/>
                          </a:solidFill>
                          <a:effectLst/>
                          <a:latin typeface="+mn-lt"/>
                        </a:rPr>
                        <a:t>MassSpec</a:t>
                      </a:r>
                      <a:r>
                        <a:rPr lang="en-US" sz="1000" b="0" i="0" u="none" strike="noStrike">
                          <a:solidFill>
                            <a:srgbClr val="3F4444"/>
                          </a:solidFill>
                          <a:effectLst/>
                          <a:latin typeface="+mn-lt"/>
                        </a:rPr>
                        <a:t> – Insight generation from px, Mx, Lx data through&gt;3 examples from Data Search</a:t>
                      </a:r>
                      <a:endParaRPr lang="en-US" sz="1000" b="0" i="0">
                        <a:solidFill>
                          <a:srgbClr val="3F4444"/>
                        </a:solidFill>
                        <a:effectLst/>
                        <a:latin typeface="+mn-lt"/>
                      </a:endParaRP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rtl="0" fontAlgn="base">
                        <a:buFont typeface="Arial" panose="020B0604020202020204" pitchFamily="34" charset="0"/>
                        <a:buNone/>
                      </a:pPr>
                      <a:r>
                        <a:rPr lang="en-US" sz="1000" b="0" i="0" u="none" strike="noStrike">
                          <a:solidFill>
                            <a:srgbClr val="3F4444"/>
                          </a:solidFill>
                          <a:effectLst/>
                          <a:latin typeface="+mn-lt"/>
                        </a:rPr>
                        <a:t>CRISPR hit data in 5+ TTD, 2+ ICC, 9+ TDE projects</a:t>
                      </a:r>
                    </a:p>
                    <a:p>
                      <a:pPr algn="l" rtl="0" fontAlgn="base">
                        <a:buFont typeface="Arial" panose="020B0604020202020204" pitchFamily="34" charset="0"/>
                        <a:buNone/>
                      </a:pPr>
                      <a:endParaRPr lang="en-US" sz="1000" b="0" i="0" u="none" strike="noStrike">
                        <a:solidFill>
                          <a:srgbClr val="3F4444"/>
                        </a:solidFill>
                        <a:effectLst/>
                        <a:latin typeface="+mn-lt"/>
                      </a:endParaRPr>
                    </a:p>
                    <a:p>
                      <a:pPr algn="l" rtl="0" fontAlgn="base">
                        <a:buFont typeface="Arial" panose="020B0604020202020204" pitchFamily="34" charset="0"/>
                        <a:buNone/>
                      </a:pPr>
                      <a:r>
                        <a:rPr lang="en-US" sz="1000" b="0" i="0" u="none" strike="noStrike">
                          <a:solidFill>
                            <a:srgbClr val="3F4444"/>
                          </a:solidFill>
                          <a:effectLst/>
                          <a:latin typeface="+mn-lt"/>
                        </a:rPr>
                        <a:t>CRISPR QC Monitoring Dashboard - AZ internal and external CRISPR data </a:t>
                      </a:r>
                      <a:r>
                        <a:rPr lang="en-US" sz="1000" b="0" i="0" u="none" strike="noStrike" err="1">
                          <a:solidFill>
                            <a:srgbClr val="3F4444"/>
                          </a:solidFill>
                          <a:effectLst/>
                          <a:latin typeface="+mn-lt"/>
                        </a:rPr>
                        <a:t>queryable</a:t>
                      </a:r>
                      <a:r>
                        <a:rPr lang="en-US" sz="1000" b="0" i="0" u="none" strike="noStrike">
                          <a:solidFill>
                            <a:srgbClr val="3F4444"/>
                          </a:solidFill>
                          <a:effectLst/>
                          <a:latin typeface="+mn-lt"/>
                        </a:rPr>
                        <a:t> in an easily accessible web user interface</a:t>
                      </a:r>
                      <a:endParaRPr lang="en-US" sz="1000" b="0" i="0">
                        <a:solidFill>
                          <a:srgbClr val="3F4444"/>
                        </a:solidFill>
                        <a:effectLst/>
                        <a:latin typeface="+mn-lt"/>
                      </a:endParaRP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algn="l" rtl="0" fontAlgn="base">
                        <a:buFont typeface="Arial" panose="020B0604020202020204" pitchFamily="34" charset="0"/>
                        <a:buNone/>
                      </a:pPr>
                      <a:r>
                        <a:rPr lang="en-US" sz="1000" b="0" i="0">
                          <a:solidFill>
                            <a:srgbClr val="3F4444"/>
                          </a:solidFill>
                          <a:effectLst/>
                          <a:latin typeface="+mn-lt"/>
                        </a:rPr>
                        <a:t>FAIR NGS Data – ensure all NGS data is findable and reusable for advanced analytics. </a:t>
                      </a:r>
                    </a:p>
                    <a:p>
                      <a:pPr algn="l" rtl="0" fontAlgn="base">
                        <a:buFont typeface="Arial" panose="020B0604020202020204" pitchFamily="34" charset="0"/>
                        <a:buNone/>
                      </a:pPr>
                      <a:endParaRPr lang="en-US" sz="1000" b="0" i="0">
                        <a:solidFill>
                          <a:srgbClr val="3F4444"/>
                        </a:solidFill>
                        <a:effectLst/>
                        <a:latin typeface="+mn-lt"/>
                      </a:endParaRPr>
                    </a:p>
                    <a:p>
                      <a:pPr rtl="0" fontAlgn="base"/>
                      <a:r>
                        <a:rPr lang="en-US" sz="1000" b="0" i="0">
                          <a:solidFill>
                            <a:srgbClr val="3F4444"/>
                          </a:solidFill>
                          <a:effectLst/>
                          <a:latin typeface="+mn-lt"/>
                        </a:rPr>
                        <a:t>FAIR Mass Spec Data – </a:t>
                      </a:r>
                      <a:r>
                        <a:rPr lang="en-US" sz="1000" b="0" i="0" u="none" strike="noStrike" kern="1200">
                          <a:solidFill>
                            <a:schemeClr val="tx1"/>
                          </a:solidFill>
                          <a:effectLst/>
                          <a:latin typeface="+mn-lt"/>
                          <a:ea typeface="+mn-ea"/>
                          <a:cs typeface="+mn-cs"/>
                        </a:rPr>
                        <a:t>Establish appropriate data format and metadata requirements to enable global searchability for MS-based omics (e.g., Px, Px w/ PTMs, Mx)</a:t>
                      </a:r>
                      <a:r>
                        <a:rPr lang="en-US" sz="1000" b="0" i="0" kern="1200">
                          <a:solidFill>
                            <a:schemeClr val="tx1"/>
                          </a:solidFill>
                          <a:effectLst/>
                          <a:latin typeface="+mn-lt"/>
                          <a:ea typeface="+mn-ea"/>
                          <a:cs typeface="+mn-cs"/>
                        </a:rPr>
                        <a:t>​ </a:t>
                      </a:r>
                      <a:r>
                        <a:rPr lang="en-US" sz="1000" b="0" i="0" u="none" strike="noStrike" kern="1200">
                          <a:solidFill>
                            <a:schemeClr val="tx1"/>
                          </a:solidFill>
                          <a:effectLst/>
                          <a:latin typeface="+mn-lt"/>
                          <a:ea typeface="+mn-ea"/>
                          <a:cs typeface="+mn-cs"/>
                        </a:rPr>
                        <a:t>Increase analytics and visualization capability for statistical analysis (e.g., ROSALIND, </a:t>
                      </a:r>
                      <a:r>
                        <a:rPr lang="en-US" sz="1000" b="0" i="0" u="none" strike="noStrike" kern="1200" err="1">
                          <a:solidFill>
                            <a:schemeClr val="tx1"/>
                          </a:solidFill>
                          <a:effectLst/>
                          <a:latin typeface="+mn-lt"/>
                          <a:ea typeface="+mn-ea"/>
                          <a:cs typeface="+mn-cs"/>
                        </a:rPr>
                        <a:t>Genedata</a:t>
                      </a:r>
                      <a:r>
                        <a:rPr lang="en-US" sz="1000" b="0" i="0" u="none" strike="noStrike" kern="1200">
                          <a:solidFill>
                            <a:schemeClr val="tx1"/>
                          </a:solidFill>
                          <a:effectLst/>
                          <a:latin typeface="+mn-lt"/>
                          <a:ea typeface="+mn-ea"/>
                          <a:cs typeface="+mn-cs"/>
                        </a:rPr>
                        <a:t>)</a:t>
                      </a:r>
                      <a:r>
                        <a:rPr lang="en-US" sz="1000" b="0" i="0" kern="1200">
                          <a:solidFill>
                            <a:schemeClr val="tx1"/>
                          </a:solidFill>
                          <a:effectLst/>
                          <a:latin typeface="+mn-lt"/>
                          <a:ea typeface="+mn-ea"/>
                          <a:cs typeface="+mn-cs"/>
                        </a:rPr>
                        <a:t>​</a:t>
                      </a:r>
                    </a:p>
                    <a:p>
                      <a:pPr rtl="0" fontAlgn="base"/>
                      <a:endParaRPr lang="en-US" sz="1000" b="0" i="0" kern="1200">
                        <a:solidFill>
                          <a:schemeClr val="tx1"/>
                        </a:solidFill>
                        <a:effectLst/>
                        <a:latin typeface="+mn-lt"/>
                        <a:ea typeface="+mn-ea"/>
                        <a:cs typeface="+mn-cs"/>
                      </a:endParaRPr>
                    </a:p>
                    <a:p>
                      <a:pPr rtl="0" fontAlgn="base"/>
                      <a:r>
                        <a:rPr lang="en-US" sz="1000" b="0" i="0" kern="1200">
                          <a:solidFill>
                            <a:schemeClr val="tx1"/>
                          </a:solidFill>
                          <a:effectLst/>
                          <a:latin typeface="+mn-lt"/>
                          <a:ea typeface="+mn-ea"/>
                          <a:cs typeface="+mn-cs"/>
                        </a:rPr>
                        <a:t>Accelerate Functional Genomics Centre (FGC) - </a:t>
                      </a:r>
                      <a:r>
                        <a:rPr lang="en-GB" sz="1000" b="0" i="0" u="none" strike="noStrike" kern="1200">
                          <a:solidFill>
                            <a:schemeClr val="tx1"/>
                          </a:solidFill>
                          <a:effectLst/>
                          <a:latin typeface="+mn-lt"/>
                          <a:ea typeface="+mn-ea"/>
                          <a:cs typeface="+mn-cs"/>
                        </a:rPr>
                        <a:t>continue delivering against the central FGC computational strategy of scalable end-to-end informatics &amp; FAIR data strategy</a:t>
                      </a:r>
                      <a:r>
                        <a:rPr lang="en-GB" sz="1000" b="0" i="0" kern="1200">
                          <a:solidFill>
                            <a:schemeClr val="tx1"/>
                          </a:solidFill>
                          <a:effectLst/>
                          <a:latin typeface="+mn-lt"/>
                          <a:ea typeface="+mn-ea"/>
                          <a:cs typeface="+mn-cs"/>
                        </a:rPr>
                        <a:t>​. </a:t>
                      </a:r>
                      <a:endParaRPr lang="en-US" sz="1000" b="0" i="0">
                        <a:solidFill>
                          <a:srgbClr val="3F4444"/>
                        </a:solidFill>
                        <a:effectLst/>
                        <a:latin typeface="+mn-lt"/>
                      </a:endParaRP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bl>
          </a:graphicData>
        </a:graphic>
      </p:graphicFrame>
      <p:sp>
        <p:nvSpPr>
          <p:cNvPr id="13" name="Star: 5 Points 12">
            <a:extLst>
              <a:ext uri="{FF2B5EF4-FFF2-40B4-BE49-F238E27FC236}">
                <a16:creationId xmlns:a16="http://schemas.microsoft.com/office/drawing/2014/main" id="{68C1E0F2-E3FF-47E7-8814-BD36D630561F}"/>
              </a:ext>
            </a:extLst>
          </p:cNvPr>
          <p:cNvSpPr/>
          <p:nvPr/>
        </p:nvSpPr>
        <p:spPr>
          <a:xfrm>
            <a:off x="7597488" y="1028273"/>
            <a:ext cx="310896" cy="237744"/>
          </a:xfrm>
          <a:prstGeom prst="star5">
            <a:avLst>
              <a:gd name="adj" fmla="val 15619"/>
              <a:gd name="hf" fmla="val 105146"/>
              <a:gd name="vf" fmla="val 1105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GB" err="1"/>
          </a:p>
        </p:txBody>
      </p:sp>
      <p:sp>
        <p:nvSpPr>
          <p:cNvPr id="14" name="Star: 5 Points 13">
            <a:extLst>
              <a:ext uri="{FF2B5EF4-FFF2-40B4-BE49-F238E27FC236}">
                <a16:creationId xmlns:a16="http://schemas.microsoft.com/office/drawing/2014/main" id="{3125298B-E451-4A3D-B429-214FAB553FA6}"/>
              </a:ext>
            </a:extLst>
          </p:cNvPr>
          <p:cNvSpPr/>
          <p:nvPr/>
        </p:nvSpPr>
        <p:spPr>
          <a:xfrm>
            <a:off x="11041728" y="909401"/>
            <a:ext cx="310896" cy="237744"/>
          </a:xfrm>
          <a:prstGeom prst="star5">
            <a:avLst>
              <a:gd name="adj" fmla="val 15619"/>
              <a:gd name="hf" fmla="val 105146"/>
              <a:gd name="vf" fmla="val 1105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spcAft>
                <a:spcPts val="600"/>
              </a:spcAft>
            </a:pPr>
            <a:endParaRPr lang="en-GB" err="1"/>
          </a:p>
        </p:txBody>
      </p:sp>
      <p:sp>
        <p:nvSpPr>
          <p:cNvPr id="16" name="Oval 15">
            <a:extLst>
              <a:ext uri="{FF2B5EF4-FFF2-40B4-BE49-F238E27FC236}">
                <a16:creationId xmlns:a16="http://schemas.microsoft.com/office/drawing/2014/main" id="{426404EE-9B3B-47EE-855C-8D8BBFDBE9C2}"/>
              </a:ext>
            </a:extLst>
          </p:cNvPr>
          <p:cNvSpPr/>
          <p:nvPr/>
        </p:nvSpPr>
        <p:spPr>
          <a:xfrm>
            <a:off x="3555959" y="279674"/>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Oval 16">
            <a:extLst>
              <a:ext uri="{FF2B5EF4-FFF2-40B4-BE49-F238E27FC236}">
                <a16:creationId xmlns:a16="http://schemas.microsoft.com/office/drawing/2014/main" id="{A387BE74-F24B-4878-B2A2-FCC198B5FD3C}"/>
              </a:ext>
            </a:extLst>
          </p:cNvPr>
          <p:cNvSpPr/>
          <p:nvPr/>
        </p:nvSpPr>
        <p:spPr>
          <a:xfrm>
            <a:off x="3846582" y="279674"/>
            <a:ext cx="144000" cy="144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Tree>
    <p:extLst>
      <p:ext uri="{BB962C8B-B14F-4D97-AF65-F5344CB8AC3E}">
        <p14:creationId xmlns:p14="http://schemas.microsoft.com/office/powerpoint/2010/main" val="18719477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14</a:t>
            </a:fld>
            <a:endParaRPr lang="en-GB"/>
          </a:p>
        </p:txBody>
      </p:sp>
      <p:sp>
        <p:nvSpPr>
          <p:cNvPr id="13" name="Text Placeholder 12">
            <a:extLst>
              <a:ext uri="{FF2B5EF4-FFF2-40B4-BE49-F238E27FC236}">
                <a16:creationId xmlns:a16="http://schemas.microsoft.com/office/drawing/2014/main" id="{9A8918C2-A249-4353-99A7-2BFB335F5615}"/>
              </a:ext>
            </a:extLst>
          </p:cNvPr>
          <p:cNvSpPr>
            <a:spLocks noGrp="1"/>
          </p:cNvSpPr>
          <p:nvPr>
            <p:ph type="body" sz="quarter" idx="111"/>
          </p:nvPr>
        </p:nvSpPr>
        <p:spPr/>
        <p:txBody>
          <a:bodyPr/>
          <a:lstStyle/>
          <a:p>
            <a:r>
              <a:rPr lang="en-US"/>
              <a:t>Updated: May 9</a:t>
            </a:r>
            <a:r>
              <a:rPr lang="en-US" baseline="30000"/>
              <a:t>th</a:t>
            </a:r>
            <a:r>
              <a:rPr lang="en-US"/>
              <a:t>, 2022</a:t>
            </a:r>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chor="ctr">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GB" sz="2000">
              <a:solidFill>
                <a:schemeClr val="tx1"/>
              </a:solidFill>
            </a:endParaRPr>
          </a:p>
          <a:p>
            <a:endParaRPr lang="en-GB" sz="2000">
              <a:solidFill>
                <a:schemeClr val="tx1"/>
              </a:solidFill>
            </a:endParaRPr>
          </a:p>
          <a:p>
            <a:r>
              <a:rPr lang="en-GB" sz="2000">
                <a:solidFill>
                  <a:schemeClr val="tx1"/>
                </a:solidFill>
              </a:rPr>
              <a:t>BIKG</a:t>
            </a: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96362" y="215506"/>
            <a:ext cx="4572002" cy="3346557"/>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1">
              <a:buNone/>
            </a:pPr>
            <a:r>
              <a:rPr lang="en-GB" sz="1200" b="1"/>
              <a:t>BIKG (Biological Insights Knowledge Graph)</a:t>
            </a:r>
            <a:endParaRPr lang="en-GB" sz="1000" b="1"/>
          </a:p>
          <a:p>
            <a:pPr marL="0" lvl="1">
              <a:buNone/>
            </a:pPr>
            <a:r>
              <a:rPr lang="en-GB" sz="1000"/>
              <a:t>BIKG's ultimate aim is to </a:t>
            </a:r>
            <a:r>
              <a:rPr lang="en-GB" sz="1000" b="1"/>
              <a:t>improve target and drug discovery pipeline decisions</a:t>
            </a:r>
            <a:r>
              <a:rPr lang="en-GB" sz="1000"/>
              <a:t>. BIKG builds a data pipeline which unifies scientific data in a </a:t>
            </a:r>
            <a:r>
              <a:rPr lang="en-GB" sz="1000" b="1"/>
              <a:t>knowledge graph </a:t>
            </a:r>
            <a:r>
              <a:rPr lang="en-GB" sz="1000"/>
              <a:t>structure and uses it to train </a:t>
            </a:r>
            <a:r>
              <a:rPr lang="en-GB" sz="1000" b="1"/>
              <a:t>machine learning </a:t>
            </a:r>
            <a:r>
              <a:rPr lang="en-GB" sz="1000"/>
              <a:t>models that produce better decisions.</a:t>
            </a:r>
            <a:endParaRPr lang="en-GB" sz="1000">
              <a:cs typeface="Calibri"/>
            </a:endParaRPr>
          </a:p>
          <a:p>
            <a:pPr marL="0" lvl="1">
              <a:buNone/>
            </a:pPr>
            <a:r>
              <a:rPr lang="en-GB" sz="1000"/>
              <a:t>Graphs and network biology approaches have been used with success in several settings in drug discovery. Modern graph ML methods have shown advantages over traditional (e.g. signature-matching) methods. BIKG data, tools and models make it easier for AZ scientist to leverage connected knowledge and modern graph ML models for their specific scientific question.</a:t>
            </a:r>
            <a:endParaRPr lang="en-GB" sz="1000">
              <a:solidFill>
                <a:srgbClr val="000000"/>
              </a:solidFill>
            </a:endParaRPr>
          </a:p>
          <a:p>
            <a:pPr marL="0" lvl="1">
              <a:spcAft>
                <a:spcPts val="400"/>
              </a:spcAft>
              <a:buNone/>
            </a:pPr>
            <a:r>
              <a:rPr lang="en-GB" sz="1000"/>
              <a:t>BIKG comes in different formats. </a:t>
            </a:r>
            <a:endParaRPr lang="en-GB" sz="1000">
              <a:cs typeface="Calibri"/>
            </a:endParaRPr>
          </a:p>
          <a:p>
            <a:pPr lvl="1">
              <a:spcAft>
                <a:spcPts val="400"/>
              </a:spcAft>
              <a:buClr>
                <a:schemeClr val="tx1"/>
              </a:buClr>
            </a:pPr>
            <a:r>
              <a:rPr lang="en-GB" sz="1000" b="1"/>
              <a:t>Browser</a:t>
            </a:r>
            <a:r>
              <a:rPr lang="en-GB" sz="1000"/>
              <a:t>: a web app to find all direct connections between a set of entities </a:t>
            </a:r>
            <a:endParaRPr lang="en-GB" sz="1000">
              <a:cs typeface="Calibri"/>
            </a:endParaRPr>
          </a:p>
          <a:p>
            <a:pPr lvl="1">
              <a:spcAft>
                <a:spcPts val="400"/>
              </a:spcAft>
              <a:buClr>
                <a:schemeClr val="tx1"/>
              </a:buClr>
            </a:pPr>
            <a:r>
              <a:rPr lang="en-GB" sz="1000" b="1"/>
              <a:t>Python packages</a:t>
            </a:r>
            <a:r>
              <a:rPr lang="en-GB" sz="1000"/>
              <a:t>: easily use BIKG data in your data science and ML scripts </a:t>
            </a:r>
          </a:p>
          <a:p>
            <a:pPr lvl="1">
              <a:spcAft>
                <a:spcPts val="400"/>
              </a:spcAft>
              <a:buClr>
                <a:schemeClr val="tx1"/>
              </a:buClr>
            </a:pPr>
            <a:r>
              <a:rPr lang="en-GB" sz="1000" b="1"/>
              <a:t>Examples notebooks</a:t>
            </a:r>
            <a:r>
              <a:rPr lang="en-GB" sz="1000"/>
              <a:t>: a showcase how to apply BIKG to biomedical problems</a:t>
            </a:r>
            <a:endParaRPr lang="en-GB" sz="1000">
              <a:cs typeface="Calibri"/>
            </a:endParaRPr>
          </a:p>
          <a:p>
            <a:pPr lvl="1">
              <a:spcAft>
                <a:spcPts val="400"/>
              </a:spcAft>
              <a:buClr>
                <a:schemeClr val="tx1"/>
              </a:buClr>
            </a:pPr>
            <a:r>
              <a:rPr lang="en-GB" sz="1000" b="1"/>
              <a:t>APIs</a:t>
            </a:r>
            <a:r>
              <a:rPr lang="en-GB" sz="1000"/>
              <a:t>: use the APIs to build your own applications or get subsets of the data</a:t>
            </a:r>
            <a:endParaRPr lang="en-GB" sz="1000">
              <a:cs typeface="Calibri"/>
            </a:endParaRPr>
          </a:p>
          <a:p>
            <a:pPr marL="0" lvl="1" indent="0">
              <a:buClr>
                <a:schemeClr val="tx1"/>
              </a:buClr>
              <a:buNone/>
            </a:pPr>
            <a:r>
              <a:rPr lang="en-GB" sz="1000" i="1"/>
              <a:t>Benefits</a:t>
            </a:r>
            <a:r>
              <a:rPr lang="en-GB" sz="1000"/>
              <a:t>: driving TSID decisions quantitatively to reduce attrition rate, recommending life cycle management indications with expected benefits &gt;100m for each reposition; reducing literature and manual validation from months to minutes.</a:t>
            </a:r>
            <a:endParaRPr lang="en-GB" sz="1000">
              <a:cs typeface="Calibri"/>
            </a:endParaRPr>
          </a:p>
          <a:p>
            <a:pPr algn="l">
              <a:buClr>
                <a:schemeClr val="tx1"/>
              </a:buClr>
            </a:pPr>
            <a:r>
              <a:rPr lang="en-GB" sz="1000" b="0" i="1">
                <a:solidFill>
                  <a:schemeClr val="dk1"/>
                </a:solidFill>
              </a:rPr>
              <a:t>It mitigates the risk</a:t>
            </a:r>
            <a:r>
              <a:rPr lang="en-GB" sz="1000" b="0">
                <a:solidFill>
                  <a:schemeClr val="dk1"/>
                </a:solidFill>
              </a:rPr>
              <a:t>: of choosing the wrong target, picking ineffective indications, chasing the incorrect mechanism.</a:t>
            </a: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7429881" y="600980"/>
            <a:ext cx="4438317" cy="2178403"/>
          </a:xfrm>
          <a:prstGeom prst="rect">
            <a:avLst/>
          </a:prstGeom>
          <a:ln>
            <a:solidFill>
              <a:schemeClr val="bg1"/>
            </a:solidFill>
          </a:ln>
        </p:spPr>
      </p:pic>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26078" y="3881624"/>
            <a:ext cx="8960927"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3004594" y="4244050"/>
          <a:ext cx="8688819" cy="2501721"/>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41525">
                <a:tc>
                  <a:txBody>
                    <a:bodyPr/>
                    <a:lstStyle/>
                    <a:p>
                      <a:pPr algn="ctr"/>
                      <a:r>
                        <a:rPr lang="en-GB" sz="1200" b="0">
                          <a:solidFill>
                            <a:schemeClr val="bg1"/>
                          </a:solidFill>
                        </a:rPr>
                        <a:t>NOW </a:t>
                      </a: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b="0">
                          <a:solidFill>
                            <a:schemeClr val="bg1"/>
                          </a:solidFill>
                        </a:rPr>
                        <a:t>NEXT</a:t>
                      </a: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b="0">
                          <a:solidFill>
                            <a:schemeClr val="bg1"/>
                          </a:solidFill>
                        </a:rPr>
                        <a:t>FUTURE</a:t>
                      </a:r>
                    </a:p>
                  </a:txBody>
                  <a:tcPr anchor="ct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1">
                          <a:lumMod val="60000"/>
                          <a:lumOff val="40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563704875"/>
                  </a:ext>
                </a:extLst>
              </a:tr>
              <a:tr h="2227401">
                <a:tc>
                  <a:txBody>
                    <a:bodyPr/>
                    <a:lstStyle/>
                    <a:p>
                      <a:pPr marL="171450" lvl="0" indent="-171450" algn="l">
                        <a:lnSpc>
                          <a:spcPct val="100000"/>
                        </a:lnSpc>
                        <a:spcBef>
                          <a:spcPts val="0"/>
                        </a:spcBef>
                        <a:spcAft>
                          <a:spcPts val="0"/>
                        </a:spcAft>
                        <a:buFontTx/>
                        <a:buChar char="-"/>
                      </a:pPr>
                      <a:r>
                        <a:rPr lang="en-GB" sz="1000" b="0" i="0" u="none" strike="noStrike" noProof="0">
                          <a:latin typeface="Calibri"/>
                        </a:rPr>
                        <a:t>Monthly new data releases</a:t>
                      </a:r>
                    </a:p>
                    <a:p>
                      <a:pPr marL="171450" marR="0" lvl="0" indent="-171450" algn="l" rtl="0" eaLnBrk="1" fontAlgn="auto" latinLnBrk="0" hangingPunct="1">
                        <a:lnSpc>
                          <a:spcPct val="100000"/>
                        </a:lnSpc>
                        <a:spcBef>
                          <a:spcPts val="0"/>
                        </a:spcBef>
                        <a:spcAft>
                          <a:spcPts val="0"/>
                        </a:spcAft>
                        <a:buClrTx/>
                        <a:buSzTx/>
                        <a:buFontTx/>
                        <a:buChar char="-"/>
                      </a:pPr>
                      <a:r>
                        <a:rPr lang="en-GB" sz="1000" b="0"/>
                        <a:t>Building a Triage App PoC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000" b="0"/>
                        <a:t>Launching a subgraph builder app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000" b="0"/>
                        <a:t>Collaborating on rare disease use cases with Alexion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000" b="0"/>
                        <a:t>Collaborating on a </a:t>
                      </a:r>
                      <a:r>
                        <a:rPr lang="en-GB" sz="1000" b="0" err="1"/>
                        <a:t>TReg</a:t>
                      </a:r>
                      <a:r>
                        <a:rPr lang="en-GB" sz="1000" b="0"/>
                        <a:t> use case with R&amp;D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000" b="0" i="0" u="none" strike="noStrike" noProof="0">
                          <a:latin typeface="+mn-lt"/>
                        </a:rPr>
                        <a:t>Supporting our self-service recommendation system for CRISPR screens</a:t>
                      </a:r>
                      <a:endParaRPr lang="en-GB" sz="1000" b="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000" b="0"/>
                        <a:t>Research collaborations with Rakuten and Zitnik lab (Harvard)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sz="1000" b="0"/>
                        <a:t>Working with NLP team on a new approach to extracting information from 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b="0"/>
                    </a:p>
                    <a:p>
                      <a:pPr marL="0" lvl="0" indent="0" algn="l">
                        <a:lnSpc>
                          <a:spcPct val="100000"/>
                        </a:lnSpc>
                        <a:spcBef>
                          <a:spcPts val="0"/>
                        </a:spcBef>
                        <a:spcAft>
                          <a:spcPts val="0"/>
                        </a:spcAft>
                        <a:buFontTx/>
                        <a:buNone/>
                      </a:pPr>
                      <a:endParaRPr lang="en-GB" sz="1000" b="0" i="0" u="none" strike="noStrike" noProof="0"/>
                    </a:p>
                  </a:txBody>
                  <a:tcP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buFontTx/>
                        <a:buChar char="-"/>
                      </a:pPr>
                      <a:r>
                        <a:rPr lang="en-US" sz="1000" b="0"/>
                        <a:t>Fast querying and analysis of BIKG via databases</a:t>
                      </a:r>
                    </a:p>
                    <a:p>
                      <a:pPr marL="171450" marR="0" lvl="0" indent="-171450" algn="l" rtl="0" eaLnBrk="1" fontAlgn="auto" latinLnBrk="0" hangingPunct="1">
                        <a:lnSpc>
                          <a:spcPct val="100000"/>
                        </a:lnSpc>
                        <a:spcBef>
                          <a:spcPts val="0"/>
                        </a:spcBef>
                        <a:spcAft>
                          <a:spcPts val="0"/>
                        </a:spcAft>
                        <a:buClrTx/>
                        <a:buSzTx/>
                        <a:buFontTx/>
                        <a:buChar char="-"/>
                      </a:pPr>
                      <a:r>
                        <a:rPr lang="en-GB" sz="1000" b="0"/>
                        <a:t>Add internal AZ data in the graph, such as  electronic lab notebooks (ELN)</a:t>
                      </a:r>
                      <a:endParaRPr lang="en-US" sz="1000" b="0"/>
                    </a:p>
                    <a:p>
                      <a:pPr marL="171450" lvl="0" indent="-171450">
                        <a:buFontTx/>
                        <a:buChar char="-"/>
                      </a:pPr>
                      <a:r>
                        <a:rPr lang="en-US" sz="1000" b="0"/>
                        <a:t>Ability for users to quickly add their own data to the graph</a:t>
                      </a:r>
                    </a:p>
                    <a:p>
                      <a:pPr marL="171450" lvl="0" indent="-171450">
                        <a:buFontTx/>
                        <a:buChar char="-"/>
                      </a:pPr>
                      <a:r>
                        <a:rPr lang="en-GB" sz="1000" b="0"/>
                        <a:t>Target ID for rare diseases with Alexion</a:t>
                      </a:r>
                    </a:p>
                    <a:p>
                      <a:pPr marL="171450" lvl="0" indent="-171450">
                        <a:buFontTx/>
                        <a:buChar char="-"/>
                      </a:pPr>
                      <a:r>
                        <a:rPr lang="en-GB" sz="1000" b="0"/>
                        <a:t>Informing CRISPR screens with target predictions for Treg-based cell therapy</a:t>
                      </a:r>
                    </a:p>
                    <a:p>
                      <a:pPr marL="171450" lvl="0" indent="-171450">
                        <a:buFontTx/>
                        <a:buChar char="-"/>
                      </a:pPr>
                      <a:r>
                        <a:rPr lang="en-GB" sz="1000" b="0"/>
                        <a:t>Researching into explainable AI (XAI) on graphs</a:t>
                      </a:r>
                    </a:p>
                    <a:p>
                      <a:pPr marL="171450" lvl="0" indent="-171450">
                        <a:buFontTx/>
                        <a:buChar char="-"/>
                      </a:pPr>
                      <a:r>
                        <a:rPr lang="en-GB" sz="1000" b="0"/>
                        <a:t>Dynamically generate graph-based features tailored to specific subgraphs</a:t>
                      </a:r>
                    </a:p>
                    <a:p>
                      <a:pPr marL="171450" lvl="0" indent="-171450">
                        <a:buFontTx/>
                        <a:buChar char="-"/>
                      </a:pPr>
                      <a:endParaRPr lang="en-GB" sz="1000" b="0"/>
                    </a:p>
                    <a:p>
                      <a:pPr marL="171450" lvl="0" indent="-171450">
                        <a:buFontTx/>
                        <a:buChar char="-"/>
                      </a:pPr>
                      <a:endParaRPr lang="en-US" sz="1000" b="0"/>
                    </a:p>
                  </a:txBody>
                  <a:tcP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solidFill>
                      <a:schemeClr val="bg1"/>
                    </a:solidFill>
                  </a:tcPr>
                </a:tc>
                <a:tc>
                  <a:txBody>
                    <a:bodyPr/>
                    <a:lstStyle/>
                    <a:p>
                      <a:pPr marL="171450" lvl="0" indent="-171450">
                        <a:buFontTx/>
                        <a:buChar char="-"/>
                      </a:pPr>
                      <a:r>
                        <a:rPr lang="en-GB" sz="1000" b="0"/>
                        <a:t>A user friendly ‘Insights Platform’ to enable scientists to interact with BIKG data and ML models using a website</a:t>
                      </a:r>
                    </a:p>
                    <a:p>
                      <a:pPr marL="171450" lvl="0" indent="-171450">
                        <a:buFontTx/>
                        <a:buChar char="-"/>
                      </a:pPr>
                      <a:r>
                        <a:rPr lang="en-GB" sz="1000" b="0"/>
                        <a:t>Enable re-usage - BIKG becomes an easily extendable and customisable graph for any biological use case</a:t>
                      </a:r>
                    </a:p>
                    <a:p>
                      <a:pPr marL="171450" lvl="0" indent="-171450">
                        <a:buFontTx/>
                        <a:buChar char="-"/>
                      </a:pPr>
                      <a:r>
                        <a:rPr lang="en-GB" sz="1000" b="0"/>
                        <a:t>Explainable AI methods for drug discovery are available</a:t>
                      </a:r>
                    </a:p>
                    <a:p>
                      <a:pPr marL="171450" lvl="0" indent="-171450">
                        <a:buFontTx/>
                        <a:buChar char="-"/>
                      </a:pPr>
                      <a:r>
                        <a:rPr lang="en-GB" sz="1000" b="0"/>
                        <a:t>Support a wide range drug discovery use cases across AZ </a:t>
                      </a:r>
                    </a:p>
                  </a:txBody>
                  <a:tcPr>
                    <a:lnL w="3175" cap="flat" cmpd="sng" algn="ctr">
                      <a:solidFill>
                        <a:schemeClr val="tx1">
                          <a:lumMod val="60000"/>
                          <a:lumOff val="40000"/>
                        </a:schemeClr>
                      </a:solidFill>
                      <a:prstDash val="solid"/>
                      <a:round/>
                      <a:headEnd type="none" w="med" len="med"/>
                      <a:tailEnd type="none" w="med" len="med"/>
                    </a:lnL>
                    <a:lnR w="3175" cap="flat" cmpd="sng" algn="ctr">
                      <a:solidFill>
                        <a:schemeClr val="tx1">
                          <a:lumMod val="60000"/>
                          <a:lumOff val="4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3506428"/>
                  </a:ext>
                </a:extLst>
              </a:tr>
            </a:tbl>
          </a:graphicData>
        </a:graphic>
      </p:graphicFrame>
      <p:pic>
        <p:nvPicPr>
          <p:cNvPr id="4" name="Picture 9" descr="A picture containing logo&#10;&#10;Description automatically generated">
            <a:extLst>
              <a:ext uri="{FF2B5EF4-FFF2-40B4-BE49-F238E27FC236}">
                <a16:creationId xmlns:a16="http://schemas.microsoft.com/office/drawing/2014/main" id="{BDAFB409-84FF-4864-8BA5-826052C1EF8A}"/>
              </a:ext>
            </a:extLst>
          </p:cNvPr>
          <p:cNvPicPr>
            <a:picLocks noChangeAspect="1"/>
          </p:cNvPicPr>
          <p:nvPr/>
        </p:nvPicPr>
        <p:blipFill>
          <a:blip r:embed="rId4"/>
          <a:stretch>
            <a:fillRect/>
          </a:stretch>
        </p:blipFill>
        <p:spPr>
          <a:xfrm>
            <a:off x="452746" y="3221454"/>
            <a:ext cx="1836168" cy="819189"/>
          </a:xfrm>
          <a:prstGeom prst="rect">
            <a:avLst/>
          </a:prstGeom>
        </p:spPr>
      </p:pic>
      <p:sp>
        <p:nvSpPr>
          <p:cNvPr id="10" name="TextBox 9">
            <a:extLst>
              <a:ext uri="{FF2B5EF4-FFF2-40B4-BE49-F238E27FC236}">
                <a16:creationId xmlns:a16="http://schemas.microsoft.com/office/drawing/2014/main" id="{AEFAD73C-FED9-467C-B9B0-A4BBB4666D56}"/>
              </a:ext>
            </a:extLst>
          </p:cNvPr>
          <p:cNvSpPr txBox="1"/>
          <p:nvPr/>
        </p:nvSpPr>
        <p:spPr>
          <a:xfrm>
            <a:off x="-1539" y="4286572"/>
            <a:ext cx="315113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1200" b="1">
                <a:latin typeface="Consolas"/>
                <a:ea typeface="+mn-lt"/>
                <a:cs typeface="+mn-lt"/>
                <a:hlinkClick r:id="rId5"/>
              </a:rPr>
              <a:t>https://bikg.astrazeneca.net/</a:t>
            </a:r>
            <a:r>
              <a:rPr lang="en-US" sz="1200" b="1">
                <a:latin typeface="Consolas"/>
                <a:ea typeface="+mn-lt"/>
                <a:cs typeface="+mn-lt"/>
              </a:rPr>
              <a:t> </a:t>
            </a:r>
            <a:endParaRPr lang="en-US" sz="1200" b="1">
              <a:latin typeface="Consolas"/>
            </a:endParaRPr>
          </a:p>
        </p:txBody>
      </p:sp>
      <p:sp>
        <p:nvSpPr>
          <p:cNvPr id="16" name="Oval 15">
            <a:extLst>
              <a:ext uri="{FF2B5EF4-FFF2-40B4-BE49-F238E27FC236}">
                <a16:creationId xmlns:a16="http://schemas.microsoft.com/office/drawing/2014/main" id="{3479FF4A-4D8A-4706-9C8F-2B0294D01F86}"/>
              </a:ext>
            </a:extLst>
          </p:cNvPr>
          <p:cNvSpPr/>
          <p:nvPr/>
        </p:nvSpPr>
        <p:spPr>
          <a:xfrm>
            <a:off x="5686445" y="268575"/>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Tree>
    <p:extLst>
      <p:ext uri="{BB962C8B-B14F-4D97-AF65-F5344CB8AC3E}">
        <p14:creationId xmlns:p14="http://schemas.microsoft.com/office/powerpoint/2010/main" val="2059399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pPr lvl="0"/>
            <a:r>
              <a:rPr lang="en-GB" noProof="0"/>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pPr lvl="0"/>
            <a:fld id="{F8E47D07-9D1E-4FE9-B31A-2F5863681021}" type="slidenum">
              <a:rPr lang="en-GB" noProof="0" smtClean="0"/>
              <a:pPr lvl="0"/>
              <a:t>15</a:t>
            </a:fld>
            <a:endParaRPr lang="en-GB" noProof="0"/>
          </a:p>
        </p:txBody>
      </p:sp>
      <p:sp>
        <p:nvSpPr>
          <p:cNvPr id="11" name="Text Placeholder 10">
            <a:extLst>
              <a:ext uri="{FF2B5EF4-FFF2-40B4-BE49-F238E27FC236}">
                <a16:creationId xmlns:a16="http://schemas.microsoft.com/office/drawing/2014/main" id="{02175121-82FF-4384-B9EC-1092E7EBB268}"/>
              </a:ext>
            </a:extLst>
          </p:cNvPr>
          <p:cNvSpPr>
            <a:spLocks noGrp="1"/>
          </p:cNvSpPr>
          <p:nvPr>
            <p:ph type="body" sz="quarter" idx="111"/>
          </p:nvPr>
        </p:nvSpPr>
        <p:spPr/>
        <p:txBody>
          <a:bodyPr/>
          <a:lstStyle/>
          <a:p>
            <a:r>
              <a:rPr lang="en-US"/>
              <a:t>Updated: May 9</a:t>
            </a:r>
            <a:r>
              <a:rPr lang="en-US" baseline="30000"/>
              <a:t>th</a:t>
            </a:r>
            <a:r>
              <a:rPr lang="en-US"/>
              <a:t>, 2022</a:t>
            </a:r>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3F4444"/>
                </a:solidFill>
                <a:effectLst/>
                <a:uLnTx/>
                <a:uFillTx/>
                <a:latin typeface="Calisto MT"/>
                <a:ea typeface="+mn-ea"/>
                <a:cs typeface="+mn-cs"/>
              </a:rPr>
              <a:t>Digital Lab Platform</a:t>
            </a:r>
          </a:p>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endParaRPr kumimoji="0" lang="en-GB" sz="2000" b="0" i="0" u="none" strike="noStrike" kern="1200" cap="none" spc="0" normalizeH="0" baseline="0" noProof="0">
              <a:ln>
                <a:noFill/>
              </a:ln>
              <a:solidFill>
                <a:srgbClr val="3F4444"/>
              </a:solidFill>
              <a:effectLst/>
              <a:uLnTx/>
              <a:uFillTx/>
              <a:latin typeface="Calisto MT"/>
              <a:ea typeface="+mn-ea"/>
              <a:cs typeface="+mn-cs"/>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43199" y="197998"/>
            <a:ext cx="4624645" cy="2554545"/>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3" indent="0" algn="l" defTabSz="914400" rtl="0" eaLnBrk="1" fontAlgn="auto" latinLnBrk="0" hangingPunct="1">
              <a:lnSpc>
                <a:spcPct val="90000"/>
              </a:lnSpc>
              <a:spcBef>
                <a:spcPts val="0"/>
              </a:spcBef>
              <a:spcAft>
                <a:spcPts val="600"/>
              </a:spcAft>
              <a:buClr>
                <a:srgbClr val="830051"/>
              </a:buClr>
              <a:buSzPct val="100000"/>
              <a:buFont typeface="Arial" panose="020B0604020202020204" pitchFamily="34" charset="0"/>
              <a:buNone/>
              <a:tabLst/>
              <a:defRPr/>
            </a:pPr>
            <a:r>
              <a:rPr kumimoji="0" lang="en-US" sz="1800" b="1" i="0" u="none" strike="noStrike" kern="1200" cap="none" spc="0" normalizeH="0" baseline="0" noProof="0">
                <a:ln>
                  <a:noFill/>
                </a:ln>
                <a:solidFill>
                  <a:srgbClr val="3F4444"/>
                </a:solidFill>
                <a:effectLst/>
                <a:uLnTx/>
                <a:uFillTx/>
                <a:latin typeface="Calibri"/>
                <a:ea typeface="+mn-ea"/>
                <a:cs typeface="+mn-cs"/>
              </a:rPr>
              <a:t>DIGITAL LAB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3F4444"/>
              </a:solidFill>
              <a:effectLst/>
              <a:uLnTx/>
              <a:uFillTx/>
              <a:latin typeface="Calibri"/>
              <a:ea typeface="+mn-ea"/>
              <a:cs typeface="+mn-cs"/>
            </a:endParaRPr>
          </a:p>
          <a:p>
            <a:pPr marL="0" marR="0" lvl="1" indent="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GB" sz="1400" b="0" i="0" u="none" strike="noStrike" kern="1200" cap="none" spc="0" normalizeH="0" baseline="0" noProof="0">
                <a:ln>
                  <a:noFill/>
                </a:ln>
                <a:solidFill>
                  <a:srgbClr val="3F4444"/>
                </a:solidFill>
                <a:effectLst/>
                <a:uLnTx/>
                <a:uFillTx/>
                <a:latin typeface="Calibri Light" panose="020F0302020204030204" pitchFamily="34" charset="0"/>
                <a:ea typeface="Calibri" panose="020F0502020204030204" pitchFamily="34" charset="0"/>
                <a:cs typeface="+mn-cs"/>
              </a:rPr>
              <a:t>The Digital Lab Portfolio is a mixture of unique self-developed and  Commercial Off the Shelf Software (COTS) solutions </a:t>
            </a:r>
            <a:r>
              <a:rPr kumimoji="0" lang="en-GB" sz="1400" b="0" i="0" u="none" strike="noStrike" kern="1200" cap="none" spc="0" normalizeH="0" baseline="0" noProof="0">
                <a:ln>
                  <a:noFill/>
                </a:ln>
                <a:solidFill>
                  <a:srgbClr val="3F4444"/>
                </a:solidFill>
                <a:effectLst/>
                <a:uLnTx/>
                <a:uFillTx/>
                <a:latin typeface="Calibri"/>
                <a:ea typeface="+mn-ea"/>
                <a:cs typeface="+mn-cs"/>
              </a:rPr>
              <a:t>used by Scientists, for primary analysis, for lab workflows and driving lab operations. </a:t>
            </a:r>
          </a:p>
          <a:p>
            <a:pPr marL="0" marR="0" lvl="1" indent="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endParaRPr kumimoji="0" lang="en-GB" sz="1400" b="0" i="0" u="none" strike="noStrike" kern="1200" cap="none" spc="0" normalizeH="0" baseline="0" noProof="0">
              <a:ln>
                <a:noFill/>
              </a:ln>
              <a:solidFill>
                <a:srgbClr val="3F4444"/>
              </a:solidFill>
              <a:effectLst/>
              <a:uLnTx/>
              <a:uFillTx/>
              <a:latin typeface="Calibri"/>
              <a:ea typeface="+mn-ea"/>
              <a:cs typeface="Calibri"/>
            </a:endParaRPr>
          </a:p>
          <a:p>
            <a:pPr marL="0" marR="0" lvl="1" indent="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GB" sz="1400" b="0" i="0" u="none" strike="noStrike" kern="1200" cap="none" spc="0" normalizeH="0" baseline="0" noProof="0">
                <a:ln>
                  <a:noFill/>
                </a:ln>
                <a:solidFill>
                  <a:srgbClr val="3F4444"/>
                </a:solidFill>
                <a:effectLst/>
                <a:uLnTx/>
                <a:uFillTx/>
                <a:latin typeface="Calibri"/>
                <a:ea typeface="+mn-ea"/>
                <a:cs typeface="+mn-cs"/>
              </a:rPr>
              <a:t>Our vision, in </a:t>
            </a:r>
            <a:r>
              <a:rPr kumimoji="0" lang="en-US" sz="1400" b="0" i="0" u="none" strike="noStrike" kern="1200" cap="none" spc="0" normalizeH="0" baseline="0" noProof="0">
                <a:ln>
                  <a:noFill/>
                </a:ln>
                <a:solidFill>
                  <a:srgbClr val="3F4444"/>
                </a:solidFill>
                <a:effectLst/>
                <a:uLnTx/>
                <a:uFillTx/>
                <a:latin typeface="Calibri"/>
                <a:ea typeface="+mn-ea"/>
                <a:cs typeface="Arial"/>
              </a:rPr>
              <a:t>collaboration with early R&amp;D scientists, is to create an </a:t>
            </a:r>
            <a:r>
              <a:rPr kumimoji="0" lang="en-US" sz="1400" b="1" i="0" u="none" strike="noStrike" kern="1200" cap="none" spc="0" normalizeH="0" baseline="0" noProof="0">
                <a:ln>
                  <a:noFill/>
                </a:ln>
                <a:solidFill>
                  <a:srgbClr val="3F4444"/>
                </a:solidFill>
                <a:effectLst/>
                <a:uLnTx/>
                <a:uFillTx/>
                <a:latin typeface="Calibri"/>
                <a:ea typeface="+mn-ea"/>
                <a:cs typeface="Arial"/>
              </a:rPr>
              <a:t>IT environment that digitizes the experimental process and makes data more available and re-usable</a:t>
            </a:r>
            <a:r>
              <a:rPr kumimoji="0" lang="en-US" sz="1400" b="0" i="0" u="none" strike="noStrike" kern="1200" cap="none" spc="0" normalizeH="0" baseline="0" noProof="0">
                <a:ln>
                  <a:noFill/>
                </a:ln>
                <a:solidFill>
                  <a:srgbClr val="3F4444"/>
                </a:solidFill>
                <a:effectLst/>
                <a:uLnTx/>
                <a:uFillTx/>
                <a:latin typeface="Calibri"/>
                <a:ea typeface="+mn-ea"/>
                <a:cs typeface="Arial"/>
              </a:rPr>
              <a:t>. </a:t>
            </a:r>
            <a:endParaRPr kumimoji="0" lang="en-GB" sz="1400" b="0" i="0" u="none" strike="noStrike" kern="1200" cap="none" spc="0" normalizeH="0" baseline="0" noProof="0">
              <a:ln>
                <a:noFill/>
              </a:ln>
              <a:solidFill>
                <a:srgbClr val="3F4444"/>
              </a:solidFill>
              <a:effectLst/>
              <a:uLnTx/>
              <a:uFillTx/>
              <a:latin typeface="Calibri"/>
              <a:ea typeface="+mn-lt"/>
              <a:cs typeface="Calibri"/>
            </a:endParaRPr>
          </a:p>
          <a:p>
            <a:pPr marL="215900" marR="0" lvl="2" indent="-22860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Char char="•"/>
              <a:tabLst/>
              <a:defRPr/>
            </a:pPr>
            <a:endParaRPr kumimoji="0" lang="en-GB" sz="1000" b="0" i="0" u="none" strike="noStrike" kern="1200" cap="none" spc="0" normalizeH="0" baseline="0" noProof="0">
              <a:ln>
                <a:noFill/>
              </a:ln>
              <a:solidFill>
                <a:srgbClr val="3F4444"/>
              </a:solidFill>
              <a:effectLst/>
              <a:uLnTx/>
              <a:uFillTx/>
              <a:latin typeface="Calibri"/>
              <a:ea typeface="+mn-ea"/>
              <a:cs typeface="Calibri"/>
            </a:endParaRPr>
          </a:p>
        </p:txBody>
      </p:sp>
      <p:sp>
        <p:nvSpPr>
          <p:cNvPr id="9" name="Oval 8">
            <a:extLst>
              <a:ext uri="{FF2B5EF4-FFF2-40B4-BE49-F238E27FC236}">
                <a16:creationId xmlns:a16="http://schemas.microsoft.com/office/drawing/2014/main" id="{EDEEBA78-0580-424D-829B-187C6F8EF514}"/>
              </a:ext>
            </a:extLst>
          </p:cNvPr>
          <p:cNvSpPr/>
          <p:nvPr/>
        </p:nvSpPr>
        <p:spPr>
          <a:xfrm>
            <a:off x="5562310" y="269316"/>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GB" sz="2400" b="0" i="0" u="none" strike="noStrike" kern="1200" cap="none" spc="0" normalizeH="0" baseline="0" noProof="0">
                <a:ln>
                  <a:noFill/>
                </a:ln>
                <a:solidFill>
                  <a:srgbClr val="FFFFFF"/>
                </a:solidFill>
                <a:effectLst/>
                <a:uLnTx/>
                <a:uFillTx/>
                <a:latin typeface="Calisto MT"/>
                <a:ea typeface="+mn-ea"/>
                <a:cs typeface="+mn-cs"/>
              </a:rPr>
              <a:t>Create a</a:t>
            </a: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792173"/>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F4444"/>
                </a:solidFill>
                <a:effectLst/>
                <a:uLnTx/>
                <a:uFillTx/>
                <a:latin typeface="Calibri"/>
                <a:ea typeface="+mn-ea"/>
                <a:cs typeface="+mn-cs"/>
              </a:rPr>
              <a:t>PLATFORM ROADMAP</a:t>
            </a:r>
          </a:p>
          <a:p>
            <a:pPr marL="285750" marR="0" lvl="0" indent="-285750" algn="l" defTabSz="914400" rtl="0" eaLnBrk="1" fontAlgn="auto" latinLnBrk="0" hangingPunct="1">
              <a:lnSpc>
                <a:spcPct val="100000"/>
              </a:lnSpc>
              <a:spcBef>
                <a:spcPts val="0"/>
              </a:spcBef>
              <a:spcAft>
                <a:spcPts val="0"/>
              </a:spcAft>
              <a:buClr>
                <a:srgbClr val="3F4444"/>
              </a:buClr>
              <a:buSzPct val="100000"/>
              <a:buFont typeface="+mn-lt"/>
              <a:buChar char="•"/>
              <a:tabLst/>
              <a:defRPr/>
            </a:pPr>
            <a:endParaRPr kumimoji="0" lang="en-US" sz="1100" b="1" i="0" u="none" strike="noStrike" kern="1200" cap="none" spc="0" normalizeH="0" baseline="0" noProof="0">
              <a:ln>
                <a:noFill/>
              </a:ln>
              <a:solidFill>
                <a:srgbClr val="3F4444"/>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F4444"/>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Calibri"/>
              <a:ea typeface="+mn-ea"/>
              <a:cs typeface="+mn-cs"/>
            </a:endParaRPr>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3003748" y="4132395"/>
          <a:ext cx="8688819" cy="265176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14954">
                <a:tc>
                  <a:txBody>
                    <a:bodyPr/>
                    <a:lstStyle/>
                    <a:p>
                      <a:pPr algn="ctr"/>
                      <a:r>
                        <a:rPr lang="en-GB" sz="1200">
                          <a:solidFill>
                            <a:schemeClr val="bg1"/>
                          </a:solidFill>
                        </a:rPr>
                        <a:t>NOW </a:t>
                      </a:r>
                    </a:p>
                  </a:txBody>
                  <a:tcPr anchor="ctr">
                    <a:lnL w="12700" cap="flat" cmpd="sng" algn="ctr">
                      <a:solidFill>
                        <a:schemeClr val="bg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solidFill>
                        <a:schemeClr val="bg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solidFill>
                        <a:schemeClr val="bg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162409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000" b="0" i="0" u="none" strike="noStrike" noProof="0">
                          <a:latin typeface="+mn-lt"/>
                        </a:rPr>
                        <a:t>Continued roll-out of </a:t>
                      </a:r>
                      <a:r>
                        <a:rPr lang="en-GB" sz="1000" b="0" i="0" u="none" strike="noStrike" noProof="0" err="1">
                          <a:latin typeface="+mn-lt"/>
                        </a:rPr>
                        <a:t>AskLab</a:t>
                      </a:r>
                      <a:r>
                        <a:rPr lang="en-GB" sz="1000" b="0" i="0" u="none" strike="noStrike" noProof="0">
                          <a:latin typeface="+mn-lt"/>
                        </a:rPr>
                        <a:t> to Gothenburg - A collaboration between R&amp;D IT &amp; Site Operations to </a:t>
                      </a:r>
                      <a:r>
                        <a:rPr lang="en-GB" sz="1000" b="1" i="0" u="none" strike="noStrike" noProof="0">
                          <a:latin typeface="+mn-lt"/>
                        </a:rPr>
                        <a:t>simplify access to services for R&amp;D Lab Scientists</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GB" sz="1000" b="0" i="0" u="none" strike="noStrike" noProof="0">
                        <a:latin typeface="+mn-lt"/>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GB" sz="1000" b="0" i="0" u="none" strike="noStrike" noProof="0">
                          <a:latin typeface="+mn-lt"/>
                        </a:rPr>
                        <a:t>Securing access for external to our AZ instrumentation allowing </a:t>
                      </a:r>
                      <a:r>
                        <a:rPr lang="en-GB" sz="1000" b="1" i="0" u="none" strike="noStrike" noProof="0">
                          <a:latin typeface="+mn-lt"/>
                        </a:rPr>
                        <a:t>secure, traceable collaboration</a:t>
                      </a:r>
                      <a:r>
                        <a:rPr lang="en-GB" sz="1000" b="0" i="0" u="none" strike="noStrike" noProof="0">
                          <a:latin typeface="+mn-lt"/>
                        </a:rPr>
                        <a:t> on Scientific research projects </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GB" sz="1000"/>
                    </a:p>
                    <a:p>
                      <a:pPr marL="0" lvl="1" indent="0" algn="l" rtl="0" eaLnBrk="1" latinLnBrk="0" hangingPunct="1">
                        <a:lnSpc>
                          <a:spcPct val="100000"/>
                        </a:lnSpc>
                        <a:spcBef>
                          <a:spcPts val="0"/>
                        </a:spcBef>
                        <a:spcAft>
                          <a:spcPts val="0"/>
                        </a:spcAft>
                        <a:buNone/>
                      </a:pPr>
                      <a:r>
                        <a:rPr lang="en-GB" sz="1000" b="0" i="0" u="none" strike="noStrike" kern="1200">
                          <a:solidFill>
                            <a:schemeClr val="tx1"/>
                          </a:solidFill>
                          <a:latin typeface="+mn-lt"/>
                          <a:ea typeface="+mn-ea"/>
                          <a:cs typeface="+mn-cs"/>
                        </a:rPr>
                        <a:t>Delivering </a:t>
                      </a:r>
                      <a:r>
                        <a:rPr lang="en-GB" sz="1000" b="1" i="0" u="none" strike="noStrike" kern="1200">
                          <a:solidFill>
                            <a:schemeClr val="tx1"/>
                          </a:solidFill>
                          <a:latin typeface="+mn-lt"/>
                          <a:ea typeface="+mn-ea"/>
                          <a:cs typeface="+mn-cs"/>
                        </a:rPr>
                        <a:t>enhancements to key lab applications</a:t>
                      </a:r>
                      <a:r>
                        <a:rPr lang="en-GB" sz="1000" b="0" i="0" u="none" strike="noStrike" kern="1200">
                          <a:solidFill>
                            <a:schemeClr val="tx1"/>
                          </a:solidFill>
                          <a:latin typeface="+mn-lt"/>
                          <a:ea typeface="+mn-ea"/>
                          <a:cs typeface="+mn-cs"/>
                        </a:rPr>
                        <a:t> (PCL,…) to make them available to wider teams of Scientists across Business areas and lab sites</a:t>
                      </a:r>
                    </a:p>
                    <a:p>
                      <a:pPr marL="0" lvl="1" indent="0" algn="l" rtl="0" eaLnBrk="1" latinLnBrk="0" hangingPunct="1">
                        <a:lnSpc>
                          <a:spcPct val="100000"/>
                        </a:lnSpc>
                        <a:spcBef>
                          <a:spcPts val="0"/>
                        </a:spcBef>
                        <a:spcAft>
                          <a:spcPts val="0"/>
                        </a:spcAft>
                        <a:buNone/>
                      </a:pPr>
                      <a:endParaRPr lang="en-GB" sz="1000" b="0" i="0" u="none" strike="noStrike" kern="1200">
                        <a:solidFill>
                          <a:schemeClr val="tx1"/>
                        </a:solidFill>
                        <a:latin typeface="+mn-lt"/>
                        <a:ea typeface="+mn-ea"/>
                        <a:cs typeface="+mn-cs"/>
                      </a:endParaRPr>
                    </a:p>
                    <a:p>
                      <a:pPr marL="0" lvl="1" indent="0" algn="l">
                        <a:lnSpc>
                          <a:spcPct val="100000"/>
                        </a:lnSpc>
                        <a:spcBef>
                          <a:spcPts val="0"/>
                        </a:spcBef>
                        <a:spcAft>
                          <a:spcPts val="0"/>
                        </a:spcAft>
                        <a:buNone/>
                      </a:pPr>
                      <a:r>
                        <a:rPr lang="en-GB" sz="1000" b="0" i="0" u="none" strike="noStrike" kern="1200" noProof="0">
                          <a:solidFill>
                            <a:schemeClr val="tx1"/>
                          </a:solidFill>
                          <a:latin typeface="+mn-lt"/>
                          <a:ea typeface="+mn-ea"/>
                          <a:cs typeface="+mn-cs"/>
                        </a:rPr>
                        <a:t>Generate </a:t>
                      </a:r>
                      <a:r>
                        <a:rPr lang="en-GB" sz="1000" b="1" i="0" u="none" strike="noStrike" kern="1200" noProof="0">
                          <a:solidFill>
                            <a:schemeClr val="tx1"/>
                          </a:solidFill>
                          <a:latin typeface="+mn-lt"/>
                          <a:ea typeface="+mn-ea"/>
                          <a:cs typeface="+mn-cs"/>
                        </a:rPr>
                        <a:t>insight about equipment maintenance and space usage</a:t>
                      </a:r>
                      <a:r>
                        <a:rPr lang="en-GB" sz="1000" b="0" i="0" u="none" strike="noStrike" kern="1200" noProof="0">
                          <a:solidFill>
                            <a:schemeClr val="tx1"/>
                          </a:solidFill>
                          <a:latin typeface="+mn-lt"/>
                          <a:ea typeface="+mn-ea"/>
                          <a:cs typeface="+mn-cs"/>
                        </a:rPr>
                        <a:t> to bring about benefit in estate management</a:t>
                      </a:r>
                    </a:p>
                  </a:txBody>
                  <a:tcPr>
                    <a:lnL w="12700" cap="flat" cmpd="sng" algn="ctr">
                      <a:solidFill>
                        <a:schemeClr val="bg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
                          <a:srgbClr val="3F4444"/>
                        </a:buClr>
                        <a:buSzTx/>
                        <a:buFontTx/>
                        <a:buNone/>
                        <a:tabLst/>
                        <a:defRPr/>
                      </a:pPr>
                      <a:r>
                        <a:rPr lang="en-GB" sz="1000" b="0" i="0" u="none" strike="noStrike" kern="1200" noProof="0">
                          <a:solidFill>
                            <a:schemeClr val="tx1"/>
                          </a:solidFill>
                          <a:latin typeface="+mn-lt"/>
                        </a:rPr>
                        <a:t>Lab Data Strategy  - Defining how lab data is used an managed</a:t>
                      </a:r>
                      <a:r>
                        <a:rPr lang="en-GB" sz="1000" b="1" i="0" u="none" strike="noStrike" kern="1200" noProof="0">
                          <a:solidFill>
                            <a:schemeClr val="tx1"/>
                          </a:solidFill>
                          <a:latin typeface="+mn-lt"/>
                        </a:rPr>
                        <a:t> aligning to FAIR  principles </a:t>
                      </a:r>
                      <a:r>
                        <a:rPr lang="en-GB" sz="1000" b="0" i="0" u="none" strike="noStrike" kern="1200" noProof="0">
                          <a:solidFill>
                            <a:schemeClr val="tx1"/>
                          </a:solidFill>
                          <a:latin typeface="+mn-lt"/>
                        </a:rPr>
                        <a:t>and will give our Scientists clear processes to find their data</a:t>
                      </a:r>
                    </a:p>
                    <a:p>
                      <a:pPr marL="0" lvl="1" indent="0" algn="l" rtl="0" eaLnBrk="1" latinLnBrk="0" hangingPunct="1">
                        <a:lnSpc>
                          <a:spcPct val="100000"/>
                        </a:lnSpc>
                        <a:spcBef>
                          <a:spcPts val="0"/>
                        </a:spcBef>
                        <a:spcAft>
                          <a:spcPts val="0"/>
                        </a:spcAft>
                        <a:buClr>
                          <a:srgbClr val="3F4444"/>
                        </a:buClr>
                        <a:buNone/>
                      </a:pPr>
                      <a:endParaRPr lang="en-GB" sz="1000" b="0" i="0" u="none" strike="noStrike" noProof="0">
                        <a:latin typeface="+mn-lt"/>
                      </a:endParaRPr>
                    </a:p>
                    <a:p>
                      <a:pPr marL="0" lvl="1" indent="0" algn="l" rtl="0" eaLnBrk="1" latinLnBrk="0" hangingPunct="1">
                        <a:lnSpc>
                          <a:spcPct val="100000"/>
                        </a:lnSpc>
                        <a:spcBef>
                          <a:spcPts val="0"/>
                        </a:spcBef>
                        <a:spcAft>
                          <a:spcPts val="0"/>
                        </a:spcAft>
                        <a:buClr>
                          <a:srgbClr val="3F4444"/>
                        </a:buClr>
                        <a:buNone/>
                      </a:pPr>
                      <a:r>
                        <a:rPr lang="en-GB" sz="1000" b="0" i="0" u="none" strike="noStrike" kern="1200" noProof="0">
                          <a:solidFill>
                            <a:schemeClr val="tx1"/>
                          </a:solidFill>
                          <a:latin typeface="+mn-lt"/>
                          <a:ea typeface="+mn-ea"/>
                          <a:cs typeface="+mn-cs"/>
                        </a:rPr>
                        <a:t>Remediation of devices running Win 7 on the Corporate network so that they can continue to </a:t>
                      </a:r>
                      <a:r>
                        <a:rPr lang="en-GB" sz="1000" b="1" i="0" u="none" strike="noStrike" kern="1200" noProof="0">
                          <a:solidFill>
                            <a:schemeClr val="tx1"/>
                          </a:solidFill>
                          <a:latin typeface="+mn-lt"/>
                          <a:ea typeface="+mn-ea"/>
                          <a:cs typeface="+mn-cs"/>
                        </a:rPr>
                        <a:t>operate in a secure way</a:t>
                      </a:r>
                    </a:p>
                    <a:p>
                      <a:pPr marL="0" lvl="1" indent="0" algn="l" rtl="0" eaLnBrk="1" latinLnBrk="0" hangingPunct="1">
                        <a:lnSpc>
                          <a:spcPct val="100000"/>
                        </a:lnSpc>
                        <a:spcBef>
                          <a:spcPts val="0"/>
                        </a:spcBef>
                        <a:spcAft>
                          <a:spcPts val="0"/>
                        </a:spcAft>
                        <a:buClr>
                          <a:srgbClr val="3F4444"/>
                        </a:buClr>
                        <a:buNone/>
                      </a:pPr>
                      <a:endParaRPr lang="en-GB" sz="1000" b="0" i="0" u="none" strike="noStrike" kern="1200" noProof="0">
                        <a:solidFill>
                          <a:schemeClr val="tx1"/>
                        </a:solidFill>
                        <a:latin typeface="+mn-lt"/>
                        <a:ea typeface="+mn-ea"/>
                        <a:cs typeface="+mn-cs"/>
                      </a:endParaRPr>
                    </a:p>
                    <a:p>
                      <a:pPr marL="0" lvl="1" indent="0" algn="l" rtl="0" eaLnBrk="1" latinLnBrk="0" hangingPunct="1">
                        <a:lnSpc>
                          <a:spcPct val="100000"/>
                        </a:lnSpc>
                        <a:spcBef>
                          <a:spcPts val="0"/>
                        </a:spcBef>
                        <a:spcAft>
                          <a:spcPts val="0"/>
                        </a:spcAft>
                        <a:buClr>
                          <a:srgbClr val="3F4444"/>
                        </a:buClr>
                        <a:buNone/>
                      </a:pPr>
                      <a:r>
                        <a:rPr lang="en-GB" sz="1000" b="0" i="0" u="none" strike="noStrike" kern="1200" noProof="0">
                          <a:solidFill>
                            <a:schemeClr val="tx1"/>
                          </a:solidFill>
                          <a:latin typeface="+mn-lt"/>
                          <a:ea typeface="+mn-ea"/>
                          <a:cs typeface="+mn-cs"/>
                        </a:rPr>
                        <a:t>Capital Demand Process - Providing platform resources to aid with the CAPEX process for complex asset onboarding. Streamlining CAPEX and SI introduction processes to ensure </a:t>
                      </a:r>
                      <a:r>
                        <a:rPr lang="en-GB" sz="1000" b="1" i="0" u="none" strike="noStrike" kern="1200" noProof="0">
                          <a:solidFill>
                            <a:schemeClr val="tx1"/>
                          </a:solidFill>
                          <a:latin typeface="+mn-lt"/>
                          <a:ea typeface="+mn-ea"/>
                          <a:cs typeface="+mn-cs"/>
                        </a:rPr>
                        <a:t>maximum efficiency</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000" kern="1200" noProof="0">
                          <a:solidFill>
                            <a:schemeClr val="tx1"/>
                          </a:solidFill>
                          <a:latin typeface="+mn-lt"/>
                          <a:ea typeface="+mn-ea"/>
                          <a:cs typeface="+mn-cs"/>
                        </a:rPr>
                        <a:t>Self-Service &amp; Scientist Collaboration</a:t>
                      </a:r>
                    </a:p>
                    <a:p>
                      <a:pPr marL="0" marR="0" lvl="1" indent="0" algn="l" defTabSz="914400" rtl="0" eaLnBrk="1" fontAlgn="auto" latinLnBrk="0" hangingPunct="1">
                        <a:lnSpc>
                          <a:spcPct val="100000"/>
                        </a:lnSpc>
                        <a:spcBef>
                          <a:spcPts val="0"/>
                        </a:spcBef>
                        <a:spcAft>
                          <a:spcPts val="0"/>
                        </a:spcAft>
                        <a:buClrTx/>
                        <a:buSzTx/>
                        <a:buFontTx/>
                        <a:buNone/>
                        <a:tabLst/>
                        <a:defRPr/>
                      </a:pPr>
                      <a:r>
                        <a:rPr lang="en-GB" sz="1000" b="1" kern="1200" noProof="0">
                          <a:solidFill>
                            <a:schemeClr val="tx1"/>
                          </a:solidFill>
                          <a:latin typeface="+mn-lt"/>
                          <a:ea typeface="+mn-ea"/>
                          <a:cs typeface="+mn-cs"/>
                        </a:rPr>
                        <a:t>Making it easier for Scientists to run independently from IT</a:t>
                      </a:r>
                      <a:r>
                        <a:rPr lang="en-GB" sz="1000" kern="1200" noProof="0">
                          <a:solidFill>
                            <a:schemeClr val="tx1"/>
                          </a:solidFill>
                          <a:latin typeface="+mn-lt"/>
                          <a:ea typeface="+mn-ea"/>
                          <a:cs typeface="+mn-cs"/>
                        </a:rPr>
                        <a:t> but with assurance of guardrails</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GB" sz="1000" kern="1200" noProof="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GB" sz="1000" kern="1200" noProof="0">
                          <a:solidFill>
                            <a:schemeClr val="tx1"/>
                          </a:solidFill>
                          <a:latin typeface="+mn-lt"/>
                          <a:ea typeface="+mn-ea"/>
                          <a:cs typeface="+mn-cs"/>
                        </a:rPr>
                        <a:t>Virtualisation of lab workstations to give our Scientists </a:t>
                      </a:r>
                      <a:r>
                        <a:rPr lang="en-GB" sz="1000" b="1" kern="1200" noProof="0">
                          <a:solidFill>
                            <a:schemeClr val="tx1"/>
                          </a:solidFill>
                          <a:latin typeface="+mn-lt"/>
                          <a:ea typeface="+mn-ea"/>
                          <a:cs typeface="+mn-cs"/>
                        </a:rPr>
                        <a:t>more space in labs to work, increased scalable compute and decreased lifecycle mgmt. costs</a:t>
                      </a:r>
                      <a:r>
                        <a:rPr lang="en-GB" sz="1000" kern="1200" noProof="0">
                          <a:solidFill>
                            <a:schemeClr val="tx1"/>
                          </a:solidFill>
                          <a:latin typeface="+mn-lt"/>
                          <a:ea typeface="+mn-ea"/>
                          <a:cs typeface="+mn-cs"/>
                        </a:rPr>
                        <a:t> for R&amp;D IT</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GB" sz="1000" kern="1200" noProof="0">
                        <a:solidFill>
                          <a:schemeClr val="tx1"/>
                        </a:solidFill>
                        <a:latin typeface="+mn-lt"/>
                        <a:ea typeface="+mn-ea"/>
                        <a:cs typeface="+mn-cs"/>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GB" sz="1000" kern="1200" noProof="0">
                          <a:solidFill>
                            <a:schemeClr val="tx1"/>
                          </a:solidFill>
                          <a:latin typeface="+mn-lt"/>
                          <a:ea typeface="+mn-ea"/>
                          <a:cs typeface="+mn-cs"/>
                        </a:rPr>
                        <a:t>AR/VR – </a:t>
                      </a:r>
                      <a:r>
                        <a:rPr lang="en-GB" sz="1000" kern="1200" noProof="0" err="1">
                          <a:solidFill>
                            <a:schemeClr val="tx1"/>
                          </a:solidFill>
                          <a:latin typeface="+mn-lt"/>
                          <a:ea typeface="+mn-ea"/>
                          <a:cs typeface="+mn-cs"/>
                        </a:rPr>
                        <a:t>PoCs</a:t>
                      </a:r>
                      <a:r>
                        <a:rPr lang="en-GB" sz="1000" kern="1200" noProof="0">
                          <a:solidFill>
                            <a:schemeClr val="tx1"/>
                          </a:solidFill>
                          <a:latin typeface="+mn-lt"/>
                          <a:ea typeface="+mn-ea"/>
                          <a:cs typeface="+mn-cs"/>
                        </a:rPr>
                        <a:t> to establish the right use cases to </a:t>
                      </a:r>
                      <a:r>
                        <a:rPr lang="en-GB" sz="1000" b="1" kern="1200" noProof="0">
                          <a:solidFill>
                            <a:schemeClr val="tx1"/>
                          </a:solidFill>
                          <a:latin typeface="+mn-lt"/>
                          <a:ea typeface="+mn-ea"/>
                          <a:cs typeface="+mn-cs"/>
                        </a:rPr>
                        <a:t>scale</a:t>
                      </a:r>
                      <a:r>
                        <a:rPr lang="en-GB" sz="1000" kern="1200" noProof="0">
                          <a:solidFill>
                            <a:schemeClr val="tx1"/>
                          </a:solidFill>
                          <a:latin typeface="+mn-lt"/>
                          <a:ea typeface="+mn-ea"/>
                          <a:cs typeface="+mn-cs"/>
                        </a:rPr>
                        <a:t> and define a strategy to </a:t>
                      </a:r>
                      <a:r>
                        <a:rPr lang="en-GB" sz="1000" b="1" kern="1200" noProof="0">
                          <a:solidFill>
                            <a:schemeClr val="tx1"/>
                          </a:solidFill>
                          <a:latin typeface="+mn-lt"/>
                          <a:ea typeface="+mn-ea"/>
                          <a:cs typeface="+mn-cs"/>
                        </a:rPr>
                        <a:t>facilitate and accelerate</a:t>
                      </a:r>
                      <a:r>
                        <a:rPr lang="en-GB" sz="1000" kern="1200" noProof="0">
                          <a:solidFill>
                            <a:schemeClr val="tx1"/>
                          </a:solidFill>
                          <a:latin typeface="+mn-lt"/>
                          <a:ea typeface="+mn-ea"/>
                          <a:cs typeface="+mn-cs"/>
                        </a:rPr>
                        <a:t> the adoption of AR/VR in the lab space</a:t>
                      </a:r>
                    </a:p>
                  </a:txBody>
                  <a:tcPr>
                    <a:lnL w="3175" cap="flat" cmpd="sng" algn="ctr">
                      <a:solidFill>
                        <a:schemeClr val="tx2"/>
                      </a:solidFill>
                      <a:prstDash val="solid"/>
                      <a:round/>
                      <a:headEnd type="none" w="med" len="med"/>
                      <a:tailEnd type="none" w="med" len="med"/>
                    </a:lnL>
                    <a:lnR w="12700" cap="flat" cmpd="sng" algn="ctr">
                      <a:solidFill>
                        <a:schemeClr val="bg2"/>
                      </a:solidFill>
                      <a:prstDash val="solid"/>
                      <a:round/>
                      <a:headEnd type="none" w="med" len="med"/>
                      <a:tailEnd type="none" w="med" len="med"/>
                    </a:lnR>
                    <a:lnT w="3175" cap="flat" cmpd="sng" algn="ctr">
                      <a:solidFill>
                        <a:schemeClr val="tx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23506428"/>
                  </a:ext>
                </a:extLst>
              </a:tr>
            </a:tbl>
          </a:graphicData>
        </a:graphic>
      </p:graphicFrame>
      <p:sp>
        <p:nvSpPr>
          <p:cNvPr id="15" name="Oval 14">
            <a:extLst>
              <a:ext uri="{FF2B5EF4-FFF2-40B4-BE49-F238E27FC236}">
                <a16:creationId xmlns:a16="http://schemas.microsoft.com/office/drawing/2014/main" id="{B98571D0-93B8-4134-8B38-CADC7BFCCB12}"/>
              </a:ext>
            </a:extLst>
          </p:cNvPr>
          <p:cNvSpPr/>
          <p:nvPr/>
        </p:nvSpPr>
        <p:spPr>
          <a:xfrm>
            <a:off x="5755912" y="269316"/>
            <a:ext cx="144000" cy="144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pic>
        <p:nvPicPr>
          <p:cNvPr id="16" name="Picture 15">
            <a:extLst>
              <a:ext uri="{FF2B5EF4-FFF2-40B4-BE49-F238E27FC236}">
                <a16:creationId xmlns:a16="http://schemas.microsoft.com/office/drawing/2014/main" id="{7AD0FD94-C2DE-40D6-BDD7-762A4B8436EC}"/>
              </a:ext>
            </a:extLst>
          </p:cNvPr>
          <p:cNvPicPr>
            <a:picLocks noChangeAspect="1"/>
          </p:cNvPicPr>
          <p:nvPr/>
        </p:nvPicPr>
        <p:blipFill rotWithShape="1">
          <a:blip r:embed="rId3"/>
          <a:srcRect b="6549"/>
          <a:stretch/>
        </p:blipFill>
        <p:spPr>
          <a:xfrm>
            <a:off x="7419248" y="600980"/>
            <a:ext cx="4438317" cy="2178403"/>
          </a:xfrm>
          <a:prstGeom prst="rect">
            <a:avLst/>
          </a:prstGeom>
          <a:ln>
            <a:solidFill>
              <a:schemeClr val="bg1"/>
            </a:solidFill>
          </a:ln>
        </p:spPr>
      </p:pic>
    </p:spTree>
    <p:extLst>
      <p:ext uri="{BB962C8B-B14F-4D97-AF65-F5344CB8AC3E}">
        <p14:creationId xmlns:p14="http://schemas.microsoft.com/office/powerpoint/2010/main" val="2014805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16</a:t>
            </a:fld>
            <a:endParaRPr lang="en-GB"/>
          </a:p>
        </p:txBody>
      </p:sp>
      <p:sp>
        <p:nvSpPr>
          <p:cNvPr id="14" name="Text Placeholder 13">
            <a:extLst>
              <a:ext uri="{FF2B5EF4-FFF2-40B4-BE49-F238E27FC236}">
                <a16:creationId xmlns:a16="http://schemas.microsoft.com/office/drawing/2014/main" id="{8BF7E471-319A-43DA-B315-003F29ACDEF8}"/>
              </a:ext>
            </a:extLst>
          </p:cNvPr>
          <p:cNvSpPr>
            <a:spLocks noGrp="1"/>
          </p:cNvSpPr>
          <p:nvPr>
            <p:ph type="body" sz="quarter" idx="111"/>
          </p:nvPr>
        </p:nvSpPr>
        <p:spPr/>
        <p:txBody>
          <a:bodyPr/>
          <a:lstStyle/>
          <a:p>
            <a:endParaRPr lang="en-US"/>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solidFill>
                  <a:schemeClr val="tx1"/>
                </a:solidFill>
              </a:rPr>
              <a:t>In Vivo Platform</a:t>
            </a:r>
          </a:p>
          <a:p>
            <a:endParaRPr lang="en-GB" sz="2000">
              <a:solidFill>
                <a:schemeClr val="tx1"/>
              </a:solidFill>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43200" y="197998"/>
            <a:ext cx="4705166" cy="2954655"/>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3" indent="0">
              <a:buClr>
                <a:schemeClr val="tx1"/>
              </a:buClr>
              <a:buNone/>
            </a:pPr>
            <a:r>
              <a:rPr lang="en-GB" sz="1800" b="1">
                <a:solidFill>
                  <a:schemeClr val="tx1"/>
                </a:solidFill>
              </a:rPr>
              <a:t>IN VIVO PLATFORM</a:t>
            </a:r>
            <a:endParaRPr lang="en-US" sz="1800">
              <a:solidFill>
                <a:schemeClr val="tx1"/>
              </a:solidFill>
              <a:cs typeface="Calibri"/>
            </a:endParaRPr>
          </a:p>
          <a:p>
            <a:pPr lvl="3" indent="0">
              <a:buNone/>
            </a:pPr>
            <a:endParaRPr lang="en-GB" sz="1800" b="1">
              <a:solidFill>
                <a:schemeClr val="tx1"/>
              </a:solidFill>
            </a:endParaRPr>
          </a:p>
          <a:p>
            <a:pPr marL="215900" lvl="2" indent="0">
              <a:buClr>
                <a:schemeClr val="tx1"/>
              </a:buClr>
              <a:buNone/>
            </a:pPr>
            <a:r>
              <a:rPr lang="en-GB">
                <a:solidFill>
                  <a:schemeClr val="tx1"/>
                </a:solidFill>
              </a:rPr>
              <a:t>The completion of In Vivo work requires  a great number of scientific groups and software solutions to manage the full animal lifecycle. The In Vivo Platform aims to deliver a cohesive software user experience that supports In Vivo work, end-to-end. To </a:t>
            </a:r>
            <a:r>
              <a:rPr lang="en-GB" b="1">
                <a:solidFill>
                  <a:schemeClr val="tx1"/>
                </a:solidFill>
              </a:rPr>
              <a:t>enable scientists to store and use In vivo data to facilitate new and novel outcomes and innovations</a:t>
            </a:r>
            <a:r>
              <a:rPr lang="en-GB">
                <a:solidFill>
                  <a:schemeClr val="tx1"/>
                </a:solidFill>
              </a:rPr>
              <a:t>.</a:t>
            </a:r>
            <a:endParaRPr lang="en-GB">
              <a:solidFill>
                <a:schemeClr val="tx1"/>
              </a:solidFill>
              <a:cs typeface="Calibri"/>
            </a:endParaRPr>
          </a:p>
          <a:p>
            <a:pPr marL="215900" lvl="2" indent="0">
              <a:buClr>
                <a:schemeClr val="tx1"/>
              </a:buClr>
              <a:buNone/>
            </a:pPr>
            <a:r>
              <a:rPr lang="en-GB" sz="1400" b="0" i="0" u="none" strike="noStrike">
                <a:solidFill>
                  <a:schemeClr val="tx1"/>
                </a:solidFill>
                <a:effectLst/>
              </a:rPr>
              <a:t>Focus will initially be on data capture and management to allow Scientists to drive statistical study design and analysis.</a:t>
            </a:r>
            <a:r>
              <a:rPr lang="en-GB">
                <a:solidFill>
                  <a:schemeClr val="tx1"/>
                </a:solidFill>
              </a:rPr>
              <a:t> </a:t>
            </a:r>
            <a:r>
              <a:rPr lang="en-GB" sz="1400" b="0" i="0" u="none" strike="noStrike">
                <a:solidFill>
                  <a:schemeClr val="tx1"/>
                </a:solidFill>
                <a:effectLst/>
              </a:rPr>
              <a:t> The platform will also deliver easier visualisations to get the best value out of In Vivo</a:t>
            </a:r>
            <a:r>
              <a:rPr lang="en-GB">
                <a:solidFill>
                  <a:schemeClr val="tx1"/>
                </a:solidFill>
              </a:rPr>
              <a:t> </a:t>
            </a:r>
            <a:r>
              <a:rPr lang="en-GB" sz="1400" b="0" i="0" u="none" strike="noStrike">
                <a:solidFill>
                  <a:schemeClr val="tx1"/>
                </a:solidFill>
                <a:effectLst/>
              </a:rPr>
              <a:t> and </a:t>
            </a:r>
            <a:r>
              <a:rPr lang="en-GB" sz="1400" b="1" i="0" u="none" strike="noStrike">
                <a:solidFill>
                  <a:schemeClr val="tx1"/>
                </a:solidFill>
                <a:effectLst/>
              </a:rPr>
              <a:t>help drive the 3R’s</a:t>
            </a:r>
            <a:r>
              <a:rPr lang="en-GB" sz="1400"/>
              <a:t>.</a:t>
            </a:r>
            <a:endParaRPr lang="en-GB" sz="1400">
              <a:cs typeface="Calibri"/>
            </a:endParaRP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7448365" y="600980"/>
            <a:ext cx="4409200" cy="2178403"/>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5432702" y="279674"/>
            <a:ext cx="144000" cy="144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79453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2873113" y="4120662"/>
          <a:ext cx="8688819" cy="2611606"/>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21754">
                <a:tc>
                  <a:txBody>
                    <a:bodyPr/>
                    <a:lstStyle/>
                    <a:p>
                      <a:pPr algn="ctr"/>
                      <a:r>
                        <a:rPr lang="en-GB" sz="1200">
                          <a:solidFill>
                            <a:schemeClr val="bg1"/>
                          </a:solidFill>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2337286">
                <a:tc>
                  <a:txBody>
                    <a:bodyPr/>
                    <a:lstStyle/>
                    <a:p>
                      <a:pPr marL="0" lvl="0" indent="0">
                        <a:buFont typeface="Arial" panose="020B0604020202020204" pitchFamily="34" charset="0"/>
                        <a:buNone/>
                      </a:pPr>
                      <a:r>
                        <a:rPr lang="en-GB" sz="1000" b="1"/>
                        <a:t>Tick@lab </a:t>
                      </a:r>
                      <a:r>
                        <a:rPr lang="en-GB" sz="1000"/>
                        <a:t>global delivery to enable global system for all animal management</a:t>
                      </a:r>
                    </a:p>
                    <a:p>
                      <a:pPr marL="0" lvl="0" indent="0">
                        <a:buFont typeface="Arial" panose="020B0604020202020204" pitchFamily="34" charset="0"/>
                        <a:buNone/>
                      </a:pPr>
                      <a:endParaRPr lang="en-GB" sz="1000"/>
                    </a:p>
                    <a:p>
                      <a:pPr marL="0" lvl="0" indent="0">
                        <a:buFont typeface="Arial" panose="020B0604020202020204" pitchFamily="34" charset="0"/>
                        <a:buNone/>
                      </a:pPr>
                      <a:r>
                        <a:rPr lang="en-GB" sz="1000" b="1"/>
                        <a:t>Study Log v4</a:t>
                      </a:r>
                      <a:r>
                        <a:rPr lang="en-GB" sz="1000"/>
                        <a:t> US– New global build and US early adopter complete - supporting global adoption of in life study design, management and capture common tooling across all TAs </a:t>
                      </a:r>
                    </a:p>
                    <a:p>
                      <a:pPr marL="0" lvl="0" indent="0">
                        <a:buFont typeface="Arial" panose="020B0604020202020204" pitchFamily="34" charset="0"/>
                        <a:buNone/>
                      </a:pPr>
                      <a:endParaRPr lang="en-GB" sz="1000"/>
                    </a:p>
                    <a:p>
                      <a:pPr marL="0" lvl="0" indent="0">
                        <a:buFont typeface="Arial" panose="020B0604020202020204" pitchFamily="34" charset="0"/>
                        <a:buNone/>
                      </a:pPr>
                      <a:r>
                        <a:rPr lang="en-US" sz="1000" b="1" kern="1200">
                          <a:solidFill>
                            <a:schemeClr val="tx1"/>
                          </a:solidFill>
                          <a:effectLst/>
                          <a:latin typeface="+mn-lt"/>
                          <a:ea typeface="+mn-ea"/>
                          <a:cs typeface="+mn-cs"/>
                        </a:rPr>
                        <a:t>Laboratory animal management dashboard</a:t>
                      </a:r>
                      <a:r>
                        <a:rPr lang="en-US" sz="1000" kern="1200">
                          <a:solidFill>
                            <a:schemeClr val="tx1"/>
                          </a:solidFill>
                          <a:effectLst/>
                          <a:latin typeface="+mn-lt"/>
                          <a:ea typeface="+mn-ea"/>
                          <a:cs typeface="+mn-cs"/>
                        </a:rPr>
                        <a:t> Enabling global animal reporting with Tick@Lab to ensure  regulatory compliance</a:t>
                      </a:r>
                    </a:p>
                    <a:p>
                      <a:pPr marL="0" lvl="0" indent="0">
                        <a:buFont typeface="Arial" panose="020B0604020202020204" pitchFamily="34" charset="0"/>
                        <a:buNone/>
                      </a:pPr>
                      <a:endParaRPr lang="en-US" sz="1000" kern="1200">
                        <a:solidFill>
                          <a:schemeClr val="tx1"/>
                        </a:solidFill>
                        <a:effectLst/>
                        <a:latin typeface="+mn-lt"/>
                        <a:ea typeface="+mn-ea"/>
                        <a:cs typeface="+mn-cs"/>
                      </a:endParaRPr>
                    </a:p>
                    <a:p>
                      <a:pPr marL="0" lvl="0" indent="0">
                        <a:buFont typeface="Arial" panose="020B0604020202020204" pitchFamily="34" charset="0"/>
                        <a:buNone/>
                      </a:pPr>
                      <a:r>
                        <a:rPr lang="en-US" sz="1000" b="1" kern="1200">
                          <a:solidFill>
                            <a:schemeClr val="tx1"/>
                          </a:solidFill>
                          <a:effectLst/>
                          <a:latin typeface="+mn-lt"/>
                          <a:ea typeface="+mn-ea"/>
                          <a:cs typeface="+mn-cs"/>
                        </a:rPr>
                        <a:t>Grid</a:t>
                      </a:r>
                      <a:r>
                        <a:rPr lang="en-US" sz="1000" kern="1200">
                          <a:solidFill>
                            <a:schemeClr val="tx1"/>
                          </a:solidFill>
                          <a:effectLst/>
                          <a:latin typeface="+mn-lt"/>
                          <a:ea typeface="+mn-ea"/>
                          <a:cs typeface="+mn-cs"/>
                        </a:rPr>
                        <a:t> safety study enhancements to enable large safety study loading inline with FAIR data principles</a:t>
                      </a:r>
                      <a:endParaRPr lang="en-US" sz="800" kern="1200">
                        <a:solidFill>
                          <a:schemeClr val="tx1"/>
                        </a:solidFill>
                        <a:effectLst/>
                        <a:latin typeface="+mn-lt"/>
                        <a:ea typeface="+mn-ea"/>
                        <a:cs typeface="+mn-cs"/>
                      </a:endParaRP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b="1"/>
                        <a:t>Partner</a:t>
                      </a:r>
                      <a:r>
                        <a:rPr lang="en-GB" sz="1000"/>
                        <a:t> modernisation replacement of current partner enabling accurate capture &amp; reporting of external animal use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a:solidFill>
                          <a:schemeClr val="tx1"/>
                        </a:solidFill>
                        <a:effectLst/>
                        <a:latin typeface="+mn-lt"/>
                        <a:ea typeface="+mn-ea"/>
                        <a:cs typeface="+mn-cs"/>
                      </a:endParaRPr>
                    </a:p>
                    <a:p>
                      <a:pPr marL="0" lvl="0" indent="0">
                        <a:buFont typeface="Arial" panose="020B0604020202020204" pitchFamily="34" charset="0"/>
                        <a:buNone/>
                      </a:pPr>
                      <a:r>
                        <a:rPr lang="en-GB" sz="1000" b="1"/>
                        <a:t>Study Log - </a:t>
                      </a:r>
                      <a:r>
                        <a:rPr lang="en-GB" sz="1000" b="0"/>
                        <a:t>Global infrastructure &amp;</a:t>
                      </a:r>
                      <a:r>
                        <a:rPr lang="en-GB" sz="1000" b="1"/>
                        <a:t> </a:t>
                      </a:r>
                      <a:r>
                        <a:rPr lang="en-GB" sz="1000"/>
                        <a:t>Early Adopter (UK and Sweden) supporting global adoption of in life common tooling across all TAs (study capture) </a:t>
                      </a:r>
                    </a:p>
                    <a:p>
                      <a:pPr marL="0" lvl="0" indent="0">
                        <a:buFont typeface="Arial" panose="020B0604020202020204" pitchFamily="34" charset="0"/>
                        <a:buNone/>
                      </a:pPr>
                      <a:endParaRPr lang="en-GB" sz="100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b="1" kern="1200">
                          <a:solidFill>
                            <a:schemeClr val="tx1"/>
                          </a:solidFill>
                          <a:effectLst/>
                          <a:latin typeface="+mn-lt"/>
                          <a:ea typeface="+mn-ea"/>
                          <a:cs typeface="+mn-cs"/>
                        </a:rPr>
                        <a:t>Laboratory animal management dashboard</a:t>
                      </a:r>
                      <a:r>
                        <a:rPr lang="en-US" sz="1000" kern="1200">
                          <a:solidFill>
                            <a:schemeClr val="tx1"/>
                          </a:solidFill>
                          <a:effectLst/>
                          <a:latin typeface="+mn-lt"/>
                          <a:ea typeface="+mn-ea"/>
                          <a:cs typeface="+mn-cs"/>
                        </a:rPr>
                        <a:t> Enabling global animal reporting with New Partner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000"/>
                    </a:p>
                    <a:p>
                      <a:pPr marL="0" lvl="0" indent="0">
                        <a:buFont typeface="Arial" panose="020B0604020202020204" pitchFamily="34" charset="0"/>
                        <a:buNone/>
                      </a:pPr>
                      <a:r>
                        <a:rPr lang="en-US" sz="1000" b="1" kern="1200">
                          <a:solidFill>
                            <a:schemeClr val="tx1"/>
                          </a:solidFill>
                          <a:effectLst/>
                          <a:latin typeface="+mn-lt"/>
                          <a:ea typeface="+mn-ea"/>
                          <a:cs typeface="+mn-cs"/>
                        </a:rPr>
                        <a:t>FAIR Data strategy </a:t>
                      </a:r>
                      <a:r>
                        <a:rPr lang="en-US" sz="1000" kern="1200">
                          <a:solidFill>
                            <a:schemeClr val="tx1"/>
                          </a:solidFill>
                          <a:effectLst/>
                          <a:latin typeface="+mn-lt"/>
                          <a:ea typeface="+mn-ea"/>
                          <a:cs typeface="+mn-cs"/>
                        </a:rPr>
                        <a:t>workshops with Early Science preclinical capability and architecture</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buFont typeface="Arial" panose="020B0604020202020204" pitchFamily="34" charset="0"/>
                        <a:buNone/>
                      </a:pPr>
                      <a:r>
                        <a:rPr lang="en-GB" sz="1000" b="1"/>
                        <a:t>Study Log </a:t>
                      </a:r>
                      <a:r>
                        <a:rPr lang="en-GB" sz="1000"/>
                        <a:t>global adoption of in life study design</a:t>
                      </a:r>
                    </a:p>
                    <a:p>
                      <a:pPr marL="0" lvl="0" indent="0">
                        <a:buFont typeface="Arial" panose="020B0604020202020204" pitchFamily="34" charset="0"/>
                        <a:buNone/>
                      </a:pPr>
                      <a:endParaRPr lang="en-GB" sz="1000"/>
                    </a:p>
                    <a:p>
                      <a:pPr marL="0" lvl="0" indent="0">
                        <a:buFont typeface="Arial" panose="020B0604020202020204" pitchFamily="34" charset="0"/>
                        <a:buNone/>
                      </a:pPr>
                      <a:r>
                        <a:rPr lang="en-GB" sz="1000" b="1"/>
                        <a:t>Fair data </a:t>
                      </a:r>
                      <a:r>
                        <a:rPr lang="en-GB" sz="1000"/>
                        <a:t>strategy delivery (</a:t>
                      </a:r>
                      <a:r>
                        <a:rPr lang="en-GB" sz="1000" b="0"/>
                        <a:t>Tick@lab, Study Log, Grid, Provantis….</a:t>
                      </a:r>
                      <a:r>
                        <a:rPr lang="en-GB" sz="1000"/>
                        <a:t>) – bring data from key systems into an ‘In vivo Core’ for better analysis, and visualisation</a:t>
                      </a:r>
                    </a:p>
                    <a:p>
                      <a:pPr marL="0" lvl="0" indent="0">
                        <a:buFont typeface="Arial" panose="020B0604020202020204" pitchFamily="34" charset="0"/>
                        <a:buNone/>
                      </a:pPr>
                      <a:endParaRPr lang="en-GB" sz="1000"/>
                    </a:p>
                    <a:p>
                      <a:pPr marL="0" lvl="0" indent="0">
                        <a:buFont typeface="Arial" panose="020B0604020202020204" pitchFamily="34" charset="0"/>
                        <a:buNone/>
                      </a:pPr>
                      <a:r>
                        <a:rPr lang="en-GB" sz="1000" b="1"/>
                        <a:t>Animal management reporting </a:t>
                      </a:r>
                      <a:r>
                        <a:rPr lang="en-GB" sz="1000"/>
                        <a:t>initiatives – Support of regulatory reporting (RTO), operational measures and 3R’s (R&amp;D objective)</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506428"/>
                  </a:ext>
                </a:extLst>
              </a:tr>
            </a:tbl>
          </a:graphicData>
        </a:graphic>
      </p:graphicFrame>
    </p:spTree>
    <p:extLst>
      <p:ext uri="{BB962C8B-B14F-4D97-AF65-F5344CB8AC3E}">
        <p14:creationId xmlns:p14="http://schemas.microsoft.com/office/powerpoint/2010/main" val="3582071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17</a:t>
            </a:fld>
            <a:endParaRPr lang="en-GB"/>
          </a:p>
        </p:txBody>
      </p:sp>
      <p:sp>
        <p:nvSpPr>
          <p:cNvPr id="13" name="Text Placeholder 12">
            <a:extLst>
              <a:ext uri="{FF2B5EF4-FFF2-40B4-BE49-F238E27FC236}">
                <a16:creationId xmlns:a16="http://schemas.microsoft.com/office/drawing/2014/main" id="{F943A81C-3446-4FF3-B532-E779CDDDFD02}"/>
              </a:ext>
            </a:extLst>
          </p:cNvPr>
          <p:cNvSpPr>
            <a:spLocks noGrp="1"/>
          </p:cNvSpPr>
          <p:nvPr>
            <p:ph type="body" sz="quarter" idx="111"/>
          </p:nvPr>
        </p:nvSpPr>
        <p:spPr/>
        <p:txBody>
          <a:bodyPr/>
          <a:lstStyle/>
          <a:p>
            <a:endParaRPr lang="en-US"/>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solidFill>
                  <a:schemeClr val="tx1"/>
                </a:solidFill>
              </a:rPr>
              <a:t>Study Design and Intelligence</a:t>
            </a:r>
          </a:p>
          <a:p>
            <a:endParaRPr lang="en-GB" sz="2000">
              <a:solidFill>
                <a:schemeClr val="tx1"/>
              </a:solidFill>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43199" y="197998"/>
            <a:ext cx="4811487" cy="2262158"/>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STUDY DESIGN AND INTELLIGENCE</a:t>
            </a:r>
          </a:p>
          <a:p>
            <a:pPr marL="215900" lvl="2" indent="0">
              <a:buClr>
                <a:schemeClr val="tx1"/>
              </a:buClr>
              <a:buNone/>
            </a:pPr>
            <a:endParaRPr lang="en-US" sz="1000">
              <a:solidFill>
                <a:schemeClr val="tx1"/>
              </a:solidFill>
            </a:endParaRPr>
          </a:p>
          <a:p>
            <a:pPr marL="215900" lvl="2" indent="0">
              <a:buClr>
                <a:schemeClr val="tx1"/>
              </a:buClr>
              <a:buNone/>
            </a:pPr>
            <a:r>
              <a:rPr lang="en-US" sz="1000"/>
              <a:t>A combination of custom developed applications and COTS capabilities that allows study designers to design clinical trials with well structured and predictive data with Merlin, and provides an overview of how we are running our clinical trials with historical, real-time, and predictive data that helps tell a story that can inform the decision-making process with Control Tower. </a:t>
            </a:r>
          </a:p>
          <a:p>
            <a:pPr marL="215900" lvl="2" indent="0">
              <a:buClr>
                <a:schemeClr val="tx1"/>
              </a:buClr>
              <a:buNone/>
            </a:pPr>
            <a:r>
              <a:rPr lang="en-GB" sz="1000" b="0">
                <a:solidFill>
                  <a:schemeClr val="tx1"/>
                </a:solidFill>
              </a:rPr>
              <a:t>AstraZeneca has a large wealth of knowledge and experience for designing and monitoring Clinical Trials.  Instead of purchasing many separate products that are disconnected and don’t provide all the needed functionality to serve our teams, we decided to build a group custom capabilities that uniquely serve us and provide a competitive advantage for the future.</a:t>
            </a:r>
          </a:p>
          <a:p>
            <a:pPr marL="215900" lvl="2" indent="0">
              <a:buClr>
                <a:schemeClr val="tx1"/>
              </a:buClr>
              <a:buNone/>
            </a:pPr>
            <a:endParaRPr lang="en-GB" sz="1000">
              <a:solidFill>
                <a:schemeClr val="tx1"/>
              </a:solidFill>
            </a:endParaRP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7419248" y="600980"/>
            <a:ext cx="4438317" cy="2178403"/>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6366078" y="279674"/>
            <a:ext cx="144000" cy="144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3003748" y="4241724"/>
          <a:ext cx="8688819" cy="2490943"/>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387823">
                <a:tc>
                  <a:txBody>
                    <a:bodyPr/>
                    <a:lstStyle/>
                    <a:p>
                      <a:pPr algn="ctr"/>
                      <a:r>
                        <a:rPr lang="en-GB" sz="1200">
                          <a:solidFill>
                            <a:schemeClr val="bg1"/>
                          </a:solidFill>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504170">
                <a:tc>
                  <a:txBody>
                    <a:bodyPr/>
                    <a:lstStyle/>
                    <a:p>
                      <a:pPr marL="171450" indent="-171450">
                        <a:buFont typeface="Arial" panose="020B0604020202020204" pitchFamily="34" charset="0"/>
                        <a:buChar char="•"/>
                      </a:pPr>
                      <a:r>
                        <a:rPr lang="en-US" sz="1000"/>
                        <a:t>One </a:t>
                      </a:r>
                      <a:r>
                        <a:rPr lang="en-US" sz="1000" b="1"/>
                        <a:t>Merlin</a:t>
                      </a:r>
                      <a:r>
                        <a:rPr lang="en-US" sz="1000"/>
                        <a:t> Similar Study Library and Early Feasibility MVP, and Patient Burden Index MVP make it easier to do initial Study discovery and determine the potential burden on a patient when costing a study</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marL="171450" lvl="0" indent="-171450">
                        <a:buFont typeface="Arial" panose="020B0604020202020204" pitchFamily="34" charset="0"/>
                        <a:buChar char="•"/>
                      </a:pPr>
                      <a:r>
                        <a:rPr lang="en-GB" sz="1000"/>
                        <a:t>Delivery of the Visit Schema MVP for beginning the planning of a patients journey through a clinical trial.  This helps to focus on the patient, reduce burden, and unnecessary costs in a trial.</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marL="171450" lvl="0" indent="-171450">
                        <a:buFont typeface="Arial" panose="020B0604020202020204" pitchFamily="34" charset="0"/>
                        <a:buChar char="•"/>
                      </a:pPr>
                      <a:r>
                        <a:rPr lang="en-GB" sz="1000"/>
                        <a:t>Visit Schedule MVP for advanced planning through machine learning</a:t>
                      </a:r>
                    </a:p>
                    <a:p>
                      <a:pPr marL="171450" lvl="0" indent="-171450">
                        <a:buFont typeface="Arial" panose="020B0604020202020204" pitchFamily="34" charset="0"/>
                        <a:buChar char="•"/>
                      </a:pPr>
                      <a:r>
                        <a:rPr lang="en-GB" sz="1000"/>
                        <a:t>Site and Investigator Self-Service in One Merlin</a:t>
                      </a:r>
                    </a:p>
                    <a:p>
                      <a:pPr marL="171450" lvl="0" indent="-171450">
                        <a:buFont typeface="Arial" panose="020B0604020202020204" pitchFamily="34" charset="0"/>
                        <a:buChar char="•"/>
                      </a:pPr>
                      <a:r>
                        <a:rPr lang="en-GB" sz="1000"/>
                        <a:t>Cost Estimator integration with One Merlin for single experience and updated cost models</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r h="64637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t>LSPC reports for </a:t>
                      </a:r>
                      <a:r>
                        <a:rPr lang="en-US" sz="1000" b="1"/>
                        <a:t>Clinical Operations Control Tower </a:t>
                      </a:r>
                      <a:r>
                        <a:rPr lang="en-US" sz="1000"/>
                        <a:t>for better visibility across Clinical Trials</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171450" lvl="0" indent="-171450">
                        <a:buFont typeface="Arial" panose="020B0604020202020204" pitchFamily="34" charset="0"/>
                        <a:buChar char="•"/>
                      </a:pPr>
                      <a:r>
                        <a:rPr lang="en-GB" sz="1000"/>
                        <a:t>Optimization of LSPC views based on feedback from LSPC members and filter optimization for faster narrowing to important information</a:t>
                      </a:r>
                    </a:p>
                    <a:p>
                      <a:pPr marL="171450" lvl="0" indent="-171450">
                        <a:buFont typeface="Arial" panose="020B0604020202020204" pitchFamily="34" charset="0"/>
                        <a:buChar char="•"/>
                      </a:pPr>
                      <a:r>
                        <a:rPr lang="en-GB" sz="1000"/>
                        <a:t>Data quality alerts for data owners to address</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pPr marL="171450" lvl="0" indent="-171450">
                        <a:buFont typeface="Arial" panose="020B0604020202020204" pitchFamily="34" charset="0"/>
                        <a:buChar char="•"/>
                      </a:pPr>
                      <a:r>
                        <a:rPr lang="en-GB" sz="1000"/>
                        <a:t>Focus on implementation of Phase 1 and Phase 2 Clinical Trials into Control Tower to give us a wider view on how Clinical Trial landscape</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754923607"/>
                  </a:ext>
                </a:extLst>
              </a:tr>
              <a:tr h="361968">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1"/>
                        <a:t>Portfolio Control Tower </a:t>
                      </a:r>
                      <a:r>
                        <a:rPr lang="en-US" sz="1000"/>
                        <a:t>MVP with active pipeline/portfolio and trial volume, Key project milestones</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171450" lvl="0" indent="-171450">
                        <a:buFont typeface="Arial" panose="020B0604020202020204" pitchFamily="34" charset="0"/>
                        <a:buChar char="•"/>
                      </a:pPr>
                      <a:r>
                        <a:rPr lang="en-GB" sz="1000"/>
                        <a:t>Deliver Project Commentary so that project managers can provide feedback on their projects in the portfolio and a view on approval maps</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1025454338"/>
                  </a:ext>
                </a:extLst>
              </a:tr>
            </a:tbl>
          </a:graphicData>
        </a:graphic>
      </p:graphicFrame>
    </p:spTree>
    <p:extLst>
      <p:ext uri="{BB962C8B-B14F-4D97-AF65-F5344CB8AC3E}">
        <p14:creationId xmlns:p14="http://schemas.microsoft.com/office/powerpoint/2010/main" val="3178134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pPr lvl="0"/>
            <a:fld id="{F8E47D07-9D1E-4FE9-B31A-2F5863681021}" type="slidenum">
              <a:rPr lang="en-GB" noProof="0" smtClean="0"/>
              <a:pPr lvl="0"/>
              <a:t>18</a:t>
            </a:fld>
            <a:endParaRPr lang="en-GB" noProof="0"/>
          </a:p>
        </p:txBody>
      </p:sp>
      <p:sp>
        <p:nvSpPr>
          <p:cNvPr id="10" name="Text Placeholder 9">
            <a:extLst>
              <a:ext uri="{FF2B5EF4-FFF2-40B4-BE49-F238E27FC236}">
                <a16:creationId xmlns:a16="http://schemas.microsoft.com/office/drawing/2014/main" id="{F21FFD57-DE5E-4A0C-92C3-E9FEBF13D6E3}"/>
              </a:ext>
            </a:extLst>
          </p:cNvPr>
          <p:cNvSpPr>
            <a:spLocks noGrp="1"/>
          </p:cNvSpPr>
          <p:nvPr>
            <p:ph type="body" sz="quarter" idx="111"/>
          </p:nvPr>
        </p:nvSpPr>
        <p:spPr/>
        <p:txBody>
          <a:bodyPr/>
          <a:lstStyle/>
          <a:p>
            <a:r>
              <a:rPr lang="en-US"/>
              <a:t>Updated May 9</a:t>
            </a:r>
            <a:r>
              <a:rPr lang="en-US" baseline="30000"/>
              <a:t>th</a:t>
            </a:r>
            <a:r>
              <a:rPr lang="en-US"/>
              <a:t>, 2022</a:t>
            </a:r>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567565" y="0"/>
            <a:ext cx="2828041" cy="2780435"/>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GB" sz="2000" b="0" i="0" u="none" strike="noStrike" kern="1200" cap="none" spc="0" normalizeH="0" baseline="0" noProof="0">
                <a:ln>
                  <a:noFill/>
                </a:ln>
                <a:solidFill>
                  <a:srgbClr val="262929"/>
                </a:solidFill>
                <a:effectLst/>
                <a:uLnTx/>
                <a:uFillTx/>
                <a:latin typeface="Calisto MT"/>
                <a:ea typeface="+mn-ea"/>
                <a:cs typeface="+mn-cs"/>
              </a:rPr>
              <a:t>Operational Clinical Development Platform</a:t>
            </a:r>
          </a:p>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endParaRPr kumimoji="0" lang="en-GB" sz="2000" b="0" i="0" u="none" strike="noStrike" kern="1200" cap="none" spc="0" normalizeH="0" baseline="0" noProof="0">
              <a:ln>
                <a:noFill/>
              </a:ln>
              <a:solidFill>
                <a:srgbClr val="3F4444"/>
              </a:solidFill>
              <a:effectLst/>
              <a:uLnTx/>
              <a:uFillTx/>
              <a:latin typeface="Calisto MT"/>
              <a:ea typeface="+mn-ea"/>
              <a:cs typeface="+mn-cs"/>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346960" y="178118"/>
            <a:ext cx="9562011" cy="3951851"/>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356213" y="178118"/>
            <a:ext cx="6298090" cy="3948773"/>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
                <a:srgbClr val="3F4444"/>
              </a:buClr>
              <a:buSzPct val="100000"/>
              <a:buFontTx/>
              <a:buNone/>
              <a:tabLst/>
              <a:defRPr/>
            </a:pPr>
            <a:r>
              <a:rPr kumimoji="0" lang="en-US" sz="1000" b="0" i="0" u="none" strike="noStrike" kern="1200" cap="none" spc="0" normalizeH="0" baseline="0" noProof="0">
                <a:ln>
                  <a:noFill/>
                </a:ln>
                <a:solidFill>
                  <a:srgbClr val="3F4444"/>
                </a:solidFill>
                <a:effectLst/>
                <a:uLnTx/>
                <a:uFillTx/>
                <a:latin typeface="Calibri"/>
                <a:ea typeface="+mn-ea"/>
                <a:cs typeface="+mn-cs"/>
              </a:rPr>
              <a:t>             </a:t>
            </a:r>
            <a:r>
              <a:rPr kumimoji="0" lang="en-US" sz="1800" b="1" i="0" u="none" strike="noStrike" kern="1200" cap="none" spc="0" normalizeH="0" baseline="0" noProof="0">
                <a:ln>
                  <a:noFill/>
                </a:ln>
                <a:solidFill>
                  <a:srgbClr val="3F4444"/>
                </a:solidFill>
                <a:effectLst/>
                <a:uLnTx/>
                <a:uFillTx/>
                <a:latin typeface="Calibri"/>
                <a:ea typeface="+mn-ea"/>
                <a:cs typeface="+mn-cs"/>
              </a:rPr>
              <a:t>OPERATIONAL CLINICAL DEVELOPMENT PLATFORM</a:t>
            </a:r>
          </a:p>
          <a:p>
            <a:pPr marL="0" marR="0" lvl="0" indent="0" algn="l" defTabSz="914400" rtl="0" eaLnBrk="1" fontAlgn="auto" latinLnBrk="0" hangingPunct="1">
              <a:lnSpc>
                <a:spcPct val="100000"/>
              </a:lnSpc>
              <a:spcBef>
                <a:spcPts val="0"/>
              </a:spcBef>
              <a:spcAft>
                <a:spcPts val="0"/>
              </a:spcAft>
              <a:buClr>
                <a:srgbClr val="3F4444"/>
              </a:buClr>
              <a:buSzPct val="100000"/>
              <a:buFontTx/>
              <a:buNone/>
              <a:tabLst/>
              <a:defRPr/>
            </a:pPr>
            <a:endParaRPr kumimoji="0" lang="en-US" sz="800" b="1" i="0" u="none" strike="noStrike" kern="1200" cap="none" spc="0" normalizeH="0" baseline="0" noProof="0">
              <a:ln>
                <a:noFill/>
              </a:ln>
              <a:solidFill>
                <a:srgbClr val="3F4444"/>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262929"/>
                </a:solidFill>
                <a:effectLst/>
                <a:uLnTx/>
                <a:uFillTx/>
                <a:latin typeface="Calibri"/>
                <a:ea typeface="+mn-ea"/>
                <a:cs typeface="+mn-cs"/>
              </a:rPr>
              <a:t>Operational Clinical Development  IT Platform aligned to </a:t>
            </a:r>
            <a:r>
              <a:rPr kumimoji="0" lang="en-US" sz="800" b="1" i="0" u="none" strike="noStrike" kern="1200" cap="none" spc="0" normalizeH="0" baseline="0" noProof="0">
                <a:ln>
                  <a:noFill/>
                </a:ln>
                <a:solidFill>
                  <a:srgbClr val="262929"/>
                </a:solidFill>
                <a:effectLst/>
                <a:uLnTx/>
                <a:uFillTx/>
                <a:latin typeface="Calibri"/>
                <a:ea typeface="+mn-ea"/>
                <a:cs typeface="+mn-cs"/>
              </a:rPr>
              <a:t>Clinical Trials Value Stream   </a:t>
            </a:r>
            <a:r>
              <a:rPr kumimoji="0" lang="en-US" sz="800" b="0" i="0" u="none" strike="noStrike" kern="1200" cap="none" spc="0" normalizeH="0" baseline="0" noProof="0">
                <a:ln>
                  <a:noFill/>
                </a:ln>
                <a:solidFill>
                  <a:srgbClr val="262929"/>
                </a:solidFill>
                <a:effectLst/>
                <a:uLnTx/>
                <a:uFillTx/>
                <a:latin typeface="Calibri"/>
                <a:ea typeface="+mn-ea"/>
                <a:cs typeface="+mn-cs"/>
              </a:rPr>
              <a:t>enabling   Core Transactional Digital Products leveraging set of  COTS/Bespoke technologies. As a Core Products it </a:t>
            </a:r>
            <a:r>
              <a:rPr kumimoji="0" lang="en-US" sz="800" b="1" i="0" u="none" strike="noStrike" kern="1200" cap="none" spc="0" normalizeH="0" baseline="0" noProof="0">
                <a:ln>
                  <a:noFill/>
                </a:ln>
                <a:solidFill>
                  <a:srgbClr val="262929"/>
                </a:solidFill>
                <a:effectLst/>
                <a:uLnTx/>
                <a:uFillTx/>
                <a:latin typeface="Calibri"/>
                <a:ea typeface="+mn-ea"/>
                <a:cs typeface="+mn-cs"/>
              </a:rPr>
              <a:t>enables key pillar of clinical trial execution excellence</a:t>
            </a:r>
            <a:r>
              <a:rPr kumimoji="0" lang="en-US" sz="800" b="0" i="0" u="none" strike="noStrike" kern="1200" cap="none" spc="0" normalizeH="0" baseline="0" noProof="0">
                <a:ln>
                  <a:noFill/>
                </a:ln>
                <a:solidFill>
                  <a:srgbClr val="262929"/>
                </a:solidFill>
                <a:effectLst/>
                <a:uLnTx/>
                <a:uFillTx/>
                <a:latin typeface="Calibri"/>
                <a:ea typeface="+mn-ea"/>
                <a:cs typeface="+mn-cs"/>
              </a:rPr>
              <a:t> across Therapeutic Areas in R&amp;D during study  initiate, conduct, analysis &amp; reporting  and close-out activities associated to Perform Clinical Development Capabilities. It  </a:t>
            </a:r>
            <a:r>
              <a:rPr kumimoji="0" lang="en-US" sz="800" b="1" i="0" u="none" strike="noStrike" kern="1200" cap="none" spc="0" normalizeH="0" baseline="0" noProof="0">
                <a:ln>
                  <a:noFill/>
                </a:ln>
                <a:solidFill>
                  <a:srgbClr val="262929"/>
                </a:solidFill>
                <a:effectLst/>
                <a:uLnTx/>
                <a:uFillTx/>
                <a:latin typeface="Calibri"/>
                <a:ea typeface="+mn-ea"/>
                <a:cs typeface="+mn-cs"/>
              </a:rPr>
              <a:t>enables  Clinical Operations, Study Data Management including  Clinical Metadata Standards, Patient  Randomization Data Capture, Biometrics (</a:t>
            </a:r>
            <a:r>
              <a:rPr kumimoji="0" lang="en-US" sz="800" b="0" i="0" u="none" strike="noStrike" kern="1200" cap="none" spc="0" normalizeH="0" baseline="0" noProof="0">
                <a:ln>
                  <a:noFill/>
                </a:ln>
                <a:solidFill>
                  <a:srgbClr val="262929"/>
                </a:solidFill>
                <a:effectLst/>
                <a:uLnTx/>
                <a:uFillTx/>
                <a:latin typeface="Calibri"/>
                <a:ea typeface="+mn-ea"/>
                <a:cs typeface="+mn-cs"/>
              </a:rPr>
              <a:t>Analysis &amp; Reporting) processes executed through out clinical study phases  reducing overall trial cycle time. </a:t>
            </a:r>
          </a:p>
          <a:p>
            <a:pPr marL="396875" marR="0" lvl="3" indent="0" algn="just"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GB" sz="800" b="1" i="0" u="sng" strike="noStrike" kern="1200" cap="none" spc="0" normalizeH="0" baseline="0" noProof="0">
                <a:ln>
                  <a:noFill/>
                </a:ln>
                <a:solidFill>
                  <a:srgbClr val="262929"/>
                </a:solidFill>
                <a:effectLst/>
                <a:uLnTx/>
                <a:uFillTx/>
                <a:latin typeface="Calibri"/>
                <a:ea typeface="+mn-ea"/>
                <a:cs typeface="+mn-cs"/>
              </a:rPr>
              <a:t>Products included within the Platform:</a:t>
            </a:r>
          </a:p>
          <a:p>
            <a:pPr marL="625475" marR="0" lvl="3" indent="-228600" algn="just"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Char char="•"/>
              <a:tabLst/>
              <a:defRPr/>
            </a:pPr>
            <a:r>
              <a:rPr kumimoji="0" lang="en-GB" sz="800" b="1" i="0" u="none" strike="noStrike" kern="1200" cap="none" spc="0" normalizeH="0" baseline="0" noProof="0">
                <a:ln>
                  <a:noFill/>
                </a:ln>
                <a:solidFill>
                  <a:srgbClr val="262929"/>
                </a:solidFill>
                <a:effectLst/>
                <a:uLnTx/>
                <a:uFillTx/>
                <a:latin typeface="Calibri"/>
                <a:ea typeface="+mn-ea"/>
                <a:cs typeface="+mn-cs"/>
              </a:rPr>
              <a:t>Clinical </a:t>
            </a:r>
            <a:r>
              <a:rPr lang="en-GB" sz="800" b="1">
                <a:solidFill>
                  <a:srgbClr val="262929"/>
                </a:solidFill>
                <a:latin typeface="Calibri"/>
              </a:rPr>
              <a:t>Study Operations </a:t>
            </a:r>
            <a:r>
              <a:rPr kumimoji="0" lang="en-GB" sz="800" b="1" i="0" u="none" strike="noStrike" kern="1200" cap="none" spc="0" normalizeH="0" baseline="0" noProof="0">
                <a:ln>
                  <a:noFill/>
                </a:ln>
                <a:solidFill>
                  <a:srgbClr val="262929"/>
                </a:solidFill>
                <a:effectLst/>
                <a:uLnTx/>
                <a:uFillTx/>
                <a:latin typeface="Calibri"/>
                <a:ea typeface="+mn-ea"/>
                <a:cs typeface="+mn-cs"/>
              </a:rPr>
              <a:t> (aka VCV)</a:t>
            </a:r>
          </a:p>
          <a:p>
            <a:pPr marL="396875" marR="0" lvl="3" indent="0" algn="just"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US" sz="800" b="0" i="0" u="none" strike="noStrike" kern="1200" cap="none" spc="0" normalizeH="0" baseline="0" noProof="0">
                <a:ln>
                  <a:noFill/>
                </a:ln>
                <a:solidFill>
                  <a:srgbClr val="3F4444"/>
                </a:solidFill>
                <a:effectLst/>
                <a:uLnTx/>
                <a:uFillTx/>
                <a:latin typeface="Calibri"/>
                <a:ea typeface="+mn-ea"/>
                <a:cs typeface="+mn-cs"/>
              </a:rPr>
              <a:t>VCV  Product is a SaaS Platform that enables E2E digital capability for initial set-up, conduct/monitor and closure activities of clinical trials from Study Management and Monitoring functions</a:t>
            </a:r>
            <a:r>
              <a:rPr kumimoji="0" lang="en-GB" sz="800" b="0" i="0" u="none" strike="noStrike" kern="1200" cap="none" spc="0" normalizeH="0" baseline="0" noProof="0">
                <a:ln>
                  <a:noFill/>
                </a:ln>
                <a:solidFill>
                  <a:srgbClr val="3F4444"/>
                </a:solidFill>
                <a:effectLst/>
                <a:uLnTx/>
                <a:uFillTx/>
                <a:latin typeface="Calibri"/>
                <a:ea typeface="+mn-ea"/>
                <a:cs typeface="Arial" pitchFamily="34" charset="0"/>
              </a:rPr>
              <a:t> ultimately to reduce overall Site/Sponsor burden with decentralized virtual paperless trial management.</a:t>
            </a:r>
          </a:p>
          <a:p>
            <a:pPr marL="625475" marR="0" lvl="3" indent="-228600" algn="just"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Char char="•"/>
              <a:tabLst/>
              <a:defRPr/>
            </a:pPr>
            <a:r>
              <a:rPr kumimoji="0" lang="en-GB" sz="800" b="1" i="0" u="none" strike="noStrike" kern="1200" cap="none" spc="0" normalizeH="0" baseline="0" noProof="0">
                <a:ln>
                  <a:noFill/>
                </a:ln>
                <a:solidFill>
                  <a:srgbClr val="262929"/>
                </a:solidFill>
                <a:effectLst/>
                <a:uLnTx/>
                <a:uFillTx/>
                <a:latin typeface="Calibri"/>
                <a:ea typeface="+mn-ea"/>
                <a:cs typeface="+mn-cs"/>
              </a:rPr>
              <a:t>Randomization Trial Supply Management (aka CUBE RTSM)</a:t>
            </a:r>
          </a:p>
          <a:p>
            <a:pPr marL="396875" marR="0" lvl="3" indent="0" algn="just"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GB" sz="800" b="0" i="0" u="none" strike="noStrike" kern="1200" cap="none" spc="0" normalizeH="0" baseline="0" noProof="0">
                <a:ln>
                  <a:noFill/>
                </a:ln>
                <a:solidFill>
                  <a:srgbClr val="3F4444"/>
                </a:solidFill>
                <a:effectLst/>
                <a:uLnTx/>
                <a:uFillTx/>
                <a:latin typeface="Calibri" panose="020F0502020204030204" pitchFamily="34" charset="0"/>
                <a:ea typeface="Calibri" panose="020F0502020204030204" pitchFamily="34" charset="0"/>
                <a:cs typeface="Times New Roman" panose="02020603050405020304" pitchFamily="18" charset="0"/>
              </a:rPr>
              <a:t>CUBE Product is to efficiently and accurately control subject enrolment, randomization and automate supply, and resupply to depots and study sites.</a:t>
            </a:r>
            <a:endParaRPr kumimoji="0" lang="en-GB" sz="800" b="0" i="0" u="none" strike="noStrike" kern="1200" cap="none" spc="0" normalizeH="0" baseline="0" noProof="0">
              <a:ln>
                <a:noFill/>
              </a:ln>
              <a:solidFill>
                <a:srgbClr val="262929"/>
              </a:solidFill>
              <a:effectLst/>
              <a:uLnTx/>
              <a:uFillTx/>
              <a:latin typeface="Calibri"/>
              <a:ea typeface="+mn-ea"/>
              <a:cs typeface="+mn-cs"/>
            </a:endParaRPr>
          </a:p>
          <a:p>
            <a:pPr marL="625475" marR="0" lvl="3" indent="-22860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Char char="•"/>
              <a:tabLst/>
              <a:defRPr/>
            </a:pPr>
            <a:r>
              <a:rPr lang="en-GB" sz="800" b="1">
                <a:solidFill>
                  <a:srgbClr val="262929"/>
                </a:solidFill>
                <a:latin typeface="Calibri"/>
              </a:rPr>
              <a:t>Clinical </a:t>
            </a:r>
            <a:r>
              <a:rPr kumimoji="0" lang="en-GB" sz="800" b="1" i="0" u="none" strike="noStrike" kern="1200" cap="none" spc="0" normalizeH="0" baseline="0" noProof="0">
                <a:ln>
                  <a:noFill/>
                </a:ln>
                <a:solidFill>
                  <a:srgbClr val="262929"/>
                </a:solidFill>
                <a:effectLst/>
                <a:uLnTx/>
                <a:uFillTx/>
                <a:latin typeface="Calibri"/>
                <a:ea typeface="+mn-ea"/>
                <a:cs typeface="+mn-cs"/>
              </a:rPr>
              <a:t>Data Management (aka EDC)</a:t>
            </a:r>
          </a:p>
          <a:p>
            <a:pPr marL="396875" marR="0" lvl="3" indent="0" algn="just"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GB" sz="800" b="0" i="0" u="none" strike="noStrike" kern="1200" cap="none" spc="0" normalizeH="0" baseline="0" noProof="0">
                <a:ln>
                  <a:noFill/>
                </a:ln>
                <a:solidFill>
                  <a:srgbClr val="3F4444"/>
                </a:solidFill>
                <a:effectLst/>
                <a:uLnTx/>
                <a:uFillTx/>
                <a:latin typeface="Calibri"/>
                <a:ea typeface="+mn-ea"/>
                <a:cs typeface="+mn-cs"/>
              </a:rPr>
              <a:t>Medidata Rave EDC is AZ utilized system of record for capturing, managing and reporting clinical patient data in Phase I–III studies, streamlining the clinical trial patient data capture process per clinical data standard specifications by Data Management. </a:t>
            </a:r>
          </a:p>
          <a:p>
            <a:pPr marL="625475" marR="0" lvl="3" indent="-22860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Char char="•"/>
              <a:tabLst/>
              <a:defRPr/>
            </a:pPr>
            <a:r>
              <a:rPr kumimoji="0" lang="en-GB" sz="800" b="1" i="0" u="none" strike="noStrike" kern="1200" cap="none" spc="0" normalizeH="0" baseline="0" noProof="0">
                <a:ln>
                  <a:noFill/>
                </a:ln>
                <a:solidFill>
                  <a:srgbClr val="262929"/>
                </a:solidFill>
                <a:effectLst/>
                <a:uLnTx/>
                <a:uFillTx/>
                <a:latin typeface="Calibri"/>
                <a:ea typeface="+mn-ea"/>
                <a:cs typeface="+mn-cs"/>
              </a:rPr>
              <a:t>Analysis &amp; Reporting (A&amp;R)</a:t>
            </a:r>
          </a:p>
          <a:p>
            <a:pPr marL="396875" marR="0" lvl="3" indent="0" algn="just"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US" sz="800" b="0" i="0" u="none" strike="noStrike" kern="1200" cap="none" spc="0" normalizeH="0" baseline="0" noProof="0">
                <a:ln>
                  <a:noFill/>
                </a:ln>
                <a:solidFill>
                  <a:srgbClr val="3F4444"/>
                </a:solidFill>
                <a:effectLst/>
                <a:uLnTx/>
                <a:uFillTx/>
                <a:latin typeface="Calibri"/>
                <a:ea typeface="+mn-ea"/>
                <a:cs typeface="+mn-cs"/>
              </a:rPr>
              <a:t>A&amp;R Product consists of technology such as SAS Grid, Entimo Applications including  bespoke components  that enables activities associated with Clinical Data analysis and reporting  by BioStat, Clinical Programming functions within TA to execute complex data transformation from SDTM to ADaM to TFLs outputs summarized for Clinical Summary Reports(CSR).</a:t>
            </a:r>
            <a:endParaRPr kumimoji="0" lang="en-GB" sz="800" b="0" i="0" u="none" strike="noStrike" kern="1200" cap="none" spc="0" normalizeH="0" baseline="0" noProof="0">
              <a:ln>
                <a:noFill/>
              </a:ln>
              <a:solidFill>
                <a:srgbClr val="262929"/>
              </a:solidFill>
              <a:effectLst/>
              <a:uLnTx/>
              <a:uFillTx/>
              <a:latin typeface="Calibri"/>
              <a:ea typeface="+mn-ea"/>
              <a:cs typeface="+mn-cs"/>
            </a:endParaRPr>
          </a:p>
          <a:p>
            <a:pPr marL="625475" marR="0" lvl="3" indent="-228600" algn="l"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Char char="•"/>
              <a:tabLst/>
              <a:defRPr/>
            </a:pPr>
            <a:r>
              <a:rPr kumimoji="0" lang="en-GB" sz="800" b="1" i="0" u="none" strike="noStrike" kern="1200" cap="none" spc="0" normalizeH="0" baseline="0" noProof="0">
                <a:ln>
                  <a:noFill/>
                </a:ln>
                <a:solidFill>
                  <a:srgbClr val="262929"/>
                </a:solidFill>
                <a:effectLst/>
                <a:uLnTx/>
                <a:uFillTx/>
                <a:latin typeface="Calibri"/>
                <a:ea typeface="+mn-ea"/>
                <a:cs typeface="+mn-cs"/>
              </a:rPr>
              <a:t>Clinical Data Standards (Pending Implementation as part of RCDF Program)</a:t>
            </a:r>
          </a:p>
          <a:p>
            <a:pPr marL="396875" marR="0" lvl="3" indent="0" algn="just" defTabSz="914400" rtl="0" eaLnBrk="1" fontAlgn="auto" latinLnBrk="0" hangingPunct="1">
              <a:lnSpc>
                <a:spcPct val="90000"/>
              </a:lnSpc>
              <a:spcBef>
                <a:spcPts val="0"/>
              </a:spcBef>
              <a:spcAft>
                <a:spcPts val="600"/>
              </a:spcAft>
              <a:buClr>
                <a:srgbClr val="3F4444"/>
              </a:buClr>
              <a:buSzPct val="100000"/>
              <a:buFont typeface="Arial" panose="020B0604020202020204" pitchFamily="34" charset="0"/>
              <a:buNone/>
              <a:tabLst/>
              <a:defRPr/>
            </a:pPr>
            <a:r>
              <a:rPr kumimoji="0" lang="en-US" sz="800" b="0" i="0" u="none" strike="noStrike" kern="0" cap="none" spc="0" normalizeH="0" baseline="0" noProof="0">
                <a:ln>
                  <a:noFill/>
                </a:ln>
                <a:solidFill>
                  <a:srgbClr val="3F4444"/>
                </a:solidFill>
                <a:effectLst/>
                <a:uLnTx/>
                <a:uFillTx/>
                <a:latin typeface="Calibri"/>
                <a:ea typeface="+mn-ea"/>
                <a:cs typeface="Arial"/>
              </a:rPr>
              <a:t>Product to provide  robust clinical standards development platform allowing management of end-to-end data standards specifications  (i.e.: CDASH &gt; Raw&gt;SDTM&gt;ADaM&gt;TLFs</a:t>
            </a:r>
            <a:r>
              <a:rPr kumimoji="0" lang="en-US" sz="800" b="1" i="0" u="none" strike="noStrike" kern="0" cap="none" spc="0" normalizeH="0" baseline="0" noProof="0">
                <a:ln>
                  <a:noFill/>
                </a:ln>
                <a:solidFill>
                  <a:srgbClr val="3F4444"/>
                </a:solidFill>
                <a:effectLst/>
                <a:uLnTx/>
                <a:uFillTx/>
                <a:latin typeface="Calibri"/>
                <a:ea typeface="+mn-ea"/>
                <a:cs typeface="Arial"/>
              </a:rPr>
              <a:t>)</a:t>
            </a: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8654303" y="381215"/>
            <a:ext cx="3254668" cy="1993418"/>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2547687" y="280012"/>
            <a:ext cx="180000" cy="18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346960" y="4186580"/>
            <a:ext cx="9581061" cy="2578199"/>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0000"/>
              </a:lnSpc>
              <a:spcBef>
                <a:spcPts val="0"/>
              </a:spcBef>
              <a:spcAft>
                <a:spcPts val="600"/>
              </a:spcAft>
              <a:buClrTx/>
              <a:buSzTx/>
              <a:buFontTx/>
              <a:buNone/>
              <a:tabLst/>
              <a:defRPr/>
            </a:pPr>
            <a:endParaRPr kumimoji="0" lang="en-GB" sz="2400" b="0" i="0" u="none" strike="noStrike" kern="1200" cap="none" spc="0" normalizeH="0" baseline="0" noProof="0">
              <a:ln>
                <a:noFill/>
              </a:ln>
              <a:solidFill>
                <a:srgbClr val="FFFFFF"/>
              </a:solidFill>
              <a:effectLst/>
              <a:uLnTx/>
              <a:uFillTx/>
              <a:latin typeface="Calisto MT"/>
              <a:ea typeface="+mn-ea"/>
              <a:cs typeface="+mn-cs"/>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638633" y="4184038"/>
            <a:ext cx="8978663"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F4444"/>
                </a:solidFill>
                <a:effectLst/>
                <a:uLnTx/>
                <a:uFillTx/>
                <a:latin typeface="Calibri"/>
                <a:ea typeface="+mn-ea"/>
                <a:cs typeface="+mn-cs"/>
              </a:rPr>
              <a:t>PLATFORM ROADMAP</a:t>
            </a:r>
          </a:p>
          <a:p>
            <a:pPr marL="285750" marR="0" lvl="0" indent="-285750" algn="l" defTabSz="914400" rtl="0" eaLnBrk="1" fontAlgn="auto" latinLnBrk="0" hangingPunct="1">
              <a:lnSpc>
                <a:spcPct val="100000"/>
              </a:lnSpc>
              <a:spcBef>
                <a:spcPts val="0"/>
              </a:spcBef>
              <a:spcAft>
                <a:spcPts val="0"/>
              </a:spcAft>
              <a:buClr>
                <a:srgbClr val="3F4444"/>
              </a:buClr>
              <a:buSzPct val="100000"/>
              <a:buFont typeface="+mn-lt"/>
              <a:buChar char="•"/>
              <a:tabLst/>
              <a:defRPr/>
            </a:pPr>
            <a:endParaRPr kumimoji="0" lang="en-US" sz="1100" b="1" i="0" u="none" strike="noStrike" kern="1200" cap="none" spc="0" normalizeH="0" baseline="0" noProof="0">
              <a:ln>
                <a:noFill/>
              </a:ln>
              <a:solidFill>
                <a:srgbClr val="3F4444"/>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3F4444"/>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000000"/>
              </a:solidFill>
              <a:effectLst/>
              <a:uLnTx/>
              <a:uFillTx/>
              <a:latin typeface="Calibri"/>
              <a:ea typeface="+mn-ea"/>
              <a:cs typeface="+mn-cs"/>
            </a:endParaRPr>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2656936" y="4465320"/>
          <a:ext cx="8979410" cy="2514600"/>
        </p:xfrm>
        <a:graphic>
          <a:graphicData uri="http://schemas.openxmlformats.org/drawingml/2006/table">
            <a:tbl>
              <a:tblPr firstRow="1" bandRow="1">
                <a:tableStyleId>{3B4B98B0-60AC-42C2-AFA5-B58CD77FA1E5}</a:tableStyleId>
              </a:tblPr>
              <a:tblGrid>
                <a:gridCol w="2993636">
                  <a:extLst>
                    <a:ext uri="{9D8B030D-6E8A-4147-A177-3AD203B41FA5}">
                      <a16:colId xmlns:a16="http://schemas.microsoft.com/office/drawing/2014/main" val="2115961735"/>
                    </a:ext>
                  </a:extLst>
                </a:gridCol>
                <a:gridCol w="2992887">
                  <a:extLst>
                    <a:ext uri="{9D8B030D-6E8A-4147-A177-3AD203B41FA5}">
                      <a16:colId xmlns:a16="http://schemas.microsoft.com/office/drawing/2014/main" val="4082582384"/>
                    </a:ext>
                  </a:extLst>
                </a:gridCol>
                <a:gridCol w="2992887">
                  <a:extLst>
                    <a:ext uri="{9D8B030D-6E8A-4147-A177-3AD203B41FA5}">
                      <a16:colId xmlns:a16="http://schemas.microsoft.com/office/drawing/2014/main" val="1513624407"/>
                    </a:ext>
                  </a:extLst>
                </a:gridCol>
              </a:tblGrid>
              <a:tr h="265874">
                <a:tc>
                  <a:txBody>
                    <a:bodyPr/>
                    <a:lstStyle/>
                    <a:p>
                      <a:pPr algn="ctr"/>
                      <a:r>
                        <a:rPr lang="en-GB" sz="1200">
                          <a:solidFill>
                            <a:schemeClr val="bg1"/>
                          </a:solidFill>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1827077">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b="0">
                          <a:solidFill>
                            <a:schemeClr val="tx1"/>
                          </a:solidFill>
                        </a:rPr>
                        <a:t>Electronic Health Record to EDC Pilot with Ignite Vendor as part of Future Trial Design feasibility.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b="0">
                          <a:solidFill>
                            <a:schemeClr val="tx1"/>
                          </a:solidFill>
                        </a:rPr>
                        <a:t>EDC Data Extract Implementation for Data Lake Ingestion as part of RCDF initiative.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b="0">
                          <a:solidFill>
                            <a:schemeClr val="tx1"/>
                          </a:solidFill>
                        </a:rPr>
                        <a:t>Medidata Cloud EDC Feasibility.</a:t>
                      </a:r>
                    </a:p>
                    <a:p>
                      <a:pPr marL="171450" lvl="0" indent="-171450">
                        <a:buFont typeface="Arial" panose="020B0604020202020204" pitchFamily="34" charset="0"/>
                        <a:buChar char="•"/>
                      </a:pPr>
                      <a:r>
                        <a:rPr lang="en-GB" sz="900"/>
                        <a:t>External Sponsor Research Studies transition to VCV CTMS Module. </a:t>
                      </a:r>
                    </a:p>
                    <a:p>
                      <a:pPr marL="171450" lvl="0" indent="-171450">
                        <a:buFont typeface="Arial" panose="020B0604020202020204" pitchFamily="34" charset="0"/>
                        <a:buChar char="•"/>
                      </a:pPr>
                      <a:r>
                        <a:rPr lang="en-GB" sz="900"/>
                        <a:t>Enhanced Data/App Integrations across Products to streamline E2E Clinical Data  Flow.</a:t>
                      </a:r>
                    </a:p>
                    <a:p>
                      <a:pPr marL="171450" lvl="0" indent="-171450">
                        <a:buFont typeface="Arial" panose="020B0604020202020204" pitchFamily="34" charset="0"/>
                        <a:buChar char="•"/>
                      </a:pPr>
                      <a:r>
                        <a:rPr lang="en-GB" sz="900"/>
                        <a:t>Enhancements to A&amp;R Product to support BioStat and Programming Functions per Roadmap.</a:t>
                      </a:r>
                    </a:p>
                    <a:p>
                      <a:pPr marL="171450" lvl="0" indent="-171450">
                        <a:buFont typeface="Arial" panose="020B0604020202020204" pitchFamily="34" charset="0"/>
                        <a:buChar char="•"/>
                      </a:pPr>
                      <a:r>
                        <a:rPr lang="en-GB" sz="900"/>
                        <a:t>RTSM Integration Uplift/Enhancement to Supply Chain Components such as Home Supply.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lang="en-GB" sz="900" b="0">
                        <a:solidFill>
                          <a:schemeClr val="tx1"/>
                        </a:solidFill>
                      </a:endParaRP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b="0">
                          <a:solidFill>
                            <a:schemeClr val="tx1"/>
                          </a:solidFill>
                        </a:rPr>
                        <a:t>2-3x Pilot studies with Veeva EDC to prove proof of technology.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a:t>A&amp;R DR Strategy, CARS Archival, SCE Extensions with R/Python/JMP/JReview, Integration Enhancements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a:t>Site Payment Tech Selection and MVP Approach.</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a:t>Implementation of Ryze Clinical Standards Product and its MVP integration interface within ECS RCDF Workstream.</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900"/>
                        <a:t>Enable IT Product Capability for RTMS and Clinical Data Standards Product.</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marL="628650" lvl="1" indent="-171450">
                        <a:buFont typeface="Arial" panose="020B0604020202020204" pitchFamily="34" charset="0"/>
                        <a:buChar char="•"/>
                      </a:pPr>
                      <a:r>
                        <a:rPr lang="en-GB" sz="900"/>
                        <a:t>Veeva  EDC Scale-up (Pending Funding/Go Decision)</a:t>
                      </a:r>
                    </a:p>
                    <a:p>
                      <a:pPr marL="628650" lvl="1" indent="-171450">
                        <a:buFont typeface="Arial" panose="020B0604020202020204" pitchFamily="34" charset="0"/>
                        <a:buChar char="•"/>
                      </a:pPr>
                      <a:r>
                        <a:rPr lang="en-GB" sz="900"/>
                        <a:t>Clinical Data Standards Product Implementation to enable E2E Standard  repository.</a:t>
                      </a:r>
                    </a:p>
                    <a:p>
                      <a:pPr marL="628650" lvl="1" indent="-171450">
                        <a:buFont typeface="Arial" panose="020B0604020202020204" pitchFamily="34" charset="0"/>
                        <a:buChar char="•"/>
                      </a:pPr>
                      <a:r>
                        <a:rPr lang="en-GB" sz="900"/>
                        <a:t>Site Payments / Site Connect/ Cross Vault Connection Module in VCV.</a:t>
                      </a:r>
                    </a:p>
                    <a:p>
                      <a:pPr marL="628650" lvl="1" indent="-171450">
                        <a:buFont typeface="Arial" panose="020B0604020202020204" pitchFamily="34" charset="0"/>
                        <a:buChar char="•"/>
                      </a:pPr>
                      <a:r>
                        <a:rPr lang="en-GB" sz="900"/>
                        <a:t>Future A&amp;R Strategy.</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3506428"/>
                  </a:ext>
                </a:extLst>
              </a:tr>
            </a:tbl>
          </a:graphicData>
        </a:graphic>
      </p:graphicFrame>
    </p:spTree>
    <p:extLst>
      <p:ext uri="{BB962C8B-B14F-4D97-AF65-F5344CB8AC3E}">
        <p14:creationId xmlns:p14="http://schemas.microsoft.com/office/powerpoint/2010/main" val="1919358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19</a:t>
            </a:fld>
            <a:endParaRPr lang="en-GB"/>
          </a:p>
        </p:txBody>
      </p:sp>
      <p:sp>
        <p:nvSpPr>
          <p:cNvPr id="12" name="Text Placeholder 11">
            <a:extLst>
              <a:ext uri="{FF2B5EF4-FFF2-40B4-BE49-F238E27FC236}">
                <a16:creationId xmlns:a16="http://schemas.microsoft.com/office/drawing/2014/main" id="{D1CCDBCF-F2B6-4297-997F-BEBE01D25F70}"/>
              </a:ext>
            </a:extLst>
          </p:cNvPr>
          <p:cNvSpPr>
            <a:spLocks noGrp="1"/>
          </p:cNvSpPr>
          <p:nvPr>
            <p:ph type="body" sz="quarter" idx="111"/>
          </p:nvPr>
        </p:nvSpPr>
        <p:spPr/>
        <p:txBody>
          <a:bodyPr/>
          <a:lstStyle/>
          <a:p>
            <a:r>
              <a:rPr lang="en-US"/>
              <a:t>Updated May 9</a:t>
            </a:r>
            <a:r>
              <a:rPr lang="en-US" baseline="30000"/>
              <a:t>th</a:t>
            </a:r>
            <a:r>
              <a:rPr lang="en-US"/>
              <a:t>, 2022</a:t>
            </a:r>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485212" y="-589902"/>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GB" sz="2000">
              <a:solidFill>
                <a:schemeClr val="tx1"/>
              </a:solidFill>
            </a:endParaRPr>
          </a:p>
          <a:p>
            <a:r>
              <a:rPr lang="en-GB" sz="2000">
                <a:solidFill>
                  <a:schemeClr val="tx1"/>
                </a:solidFill>
              </a:rPr>
              <a:t>Digital Patient Solutions</a:t>
            </a: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858152" y="263766"/>
            <a:ext cx="4368550" cy="3031599"/>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Digital Patient Solutions</a:t>
            </a:r>
          </a:p>
          <a:p>
            <a:pPr algn="l"/>
            <a:endParaRPr lang="en-US" sz="1000" b="0">
              <a:solidFill>
                <a:schemeClr val="tx1"/>
              </a:solidFill>
            </a:endParaRPr>
          </a:p>
          <a:p>
            <a:pPr algn="l">
              <a:buClr>
                <a:schemeClr val="tx1"/>
              </a:buClr>
              <a:buSzPct val="100000"/>
            </a:pPr>
            <a:r>
              <a:rPr lang="en-US" sz="1100" b="0">
                <a:solidFill>
                  <a:schemeClr val="tx1"/>
                </a:solidFill>
              </a:rPr>
              <a:t>Digital Patient Solutions platforms are a Software As A Service components that enables developing, launching and maintaining both consumer health and regulated digital products. </a:t>
            </a:r>
          </a:p>
          <a:p>
            <a:pPr algn="l">
              <a:buClr>
                <a:schemeClr val="tx1"/>
              </a:buClr>
              <a:buSzPct val="100000"/>
            </a:pPr>
            <a:endParaRPr lang="en-US" sz="1100" b="0">
              <a:solidFill>
                <a:schemeClr val="tx1"/>
              </a:solidFill>
            </a:endParaRPr>
          </a:p>
          <a:p>
            <a:pPr algn="l">
              <a:buClr>
                <a:schemeClr val="tx1"/>
              </a:buClr>
              <a:buSzPct val="100000"/>
            </a:pPr>
            <a:r>
              <a:rPr lang="en-US" sz="1100" b="0">
                <a:solidFill>
                  <a:schemeClr val="tx1"/>
                </a:solidFill>
              </a:rPr>
              <a:t>The enabling platforms include Boost and the </a:t>
            </a:r>
            <a:r>
              <a:rPr lang="en-US" sz="1100" b="0" err="1">
                <a:solidFill>
                  <a:schemeClr val="tx1"/>
                </a:solidFill>
              </a:rPr>
              <a:t>SensorKit</a:t>
            </a:r>
            <a:r>
              <a:rPr lang="en-US" sz="1100" b="0">
                <a:solidFill>
                  <a:schemeClr val="tx1"/>
                </a:solidFill>
              </a:rPr>
              <a:t> which offer a reliable, tried and tested software modules to build upon. These platforms support  Unify, Turbo+, Care, Reflect and have a growing number of products in the pipeline. </a:t>
            </a:r>
          </a:p>
          <a:p>
            <a:pPr algn="l">
              <a:buClr>
                <a:schemeClr val="tx1"/>
              </a:buClr>
              <a:buSzPct val="100000"/>
            </a:pPr>
            <a:endParaRPr lang="en-US" sz="1100" b="0">
              <a:solidFill>
                <a:schemeClr val="tx1"/>
              </a:solidFill>
            </a:endParaRPr>
          </a:p>
          <a:p>
            <a:pPr algn="l">
              <a:buClr>
                <a:schemeClr val="tx1"/>
              </a:buClr>
              <a:buSzPct val="100000"/>
            </a:pPr>
            <a:r>
              <a:rPr lang="en-US" sz="1100" b="0">
                <a:solidFill>
                  <a:schemeClr val="tx1"/>
                </a:solidFill>
              </a:rPr>
              <a:t>DPS maintains shared services needed by most products, such as authentication, scheduling, notifications, data persistency, mobiles applications and clinician dashboard are part of the capabilities of the platforms. These services enable product teams to build applications faster, reduce cost and increase overall quality. </a:t>
            </a:r>
          </a:p>
          <a:p>
            <a:pPr lvl="2">
              <a:buClr>
                <a:schemeClr val="tx1"/>
              </a:buClr>
            </a:pPr>
            <a:endParaRPr lang="en-GB" sz="1000">
              <a:solidFill>
                <a:schemeClr val="tx1"/>
              </a:solidFill>
            </a:endParaRP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7419248" y="600980"/>
            <a:ext cx="4438317" cy="2178403"/>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5857235" y="311873"/>
            <a:ext cx="144000" cy="144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2833774" y="3850862"/>
          <a:ext cx="8688819" cy="353568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51379">
                <a:tc>
                  <a:txBody>
                    <a:bodyPr/>
                    <a:lstStyle/>
                    <a:p>
                      <a:pPr algn="ctr"/>
                      <a:r>
                        <a:rPr lang="en-GB" sz="1200">
                          <a:solidFill>
                            <a:schemeClr val="bg1"/>
                          </a:solidFill>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1905498">
                <a:tc>
                  <a:txBody>
                    <a:bodyPr/>
                    <a:lstStyle/>
                    <a:p>
                      <a:pPr marL="457200" lvl="1" indent="0">
                        <a:buFont typeface="Arial" panose="020B0604020202020204" pitchFamily="34" charset="0"/>
                        <a:buNone/>
                      </a:pPr>
                      <a:r>
                        <a:rPr lang="en-GB" sz="1000" b="1"/>
                        <a:t>Current capabilities for DPS include:</a:t>
                      </a:r>
                    </a:p>
                    <a:p>
                      <a:pPr marL="628650" lvl="1" indent="-171450">
                        <a:buFontTx/>
                        <a:buChar char="-"/>
                      </a:pPr>
                      <a:r>
                        <a:rPr lang="en-GB" sz="1000"/>
                        <a:t>Data persistency</a:t>
                      </a:r>
                    </a:p>
                    <a:p>
                      <a:pPr marL="628650" lvl="1" indent="-171450">
                        <a:buFontTx/>
                        <a:buChar char="-"/>
                      </a:pPr>
                      <a:r>
                        <a:rPr lang="en-GB" sz="1000"/>
                        <a:t>Authentication &amp; authorization</a:t>
                      </a:r>
                    </a:p>
                    <a:p>
                      <a:pPr marL="628650" lvl="1" indent="-171450">
                        <a:buFontTx/>
                        <a:buChar char="-"/>
                      </a:pPr>
                      <a:r>
                        <a:rPr lang="en-GB" sz="1000"/>
                        <a:t>Clinician dashboard</a:t>
                      </a:r>
                    </a:p>
                    <a:p>
                      <a:pPr marL="628650" lvl="1" indent="-171450">
                        <a:buFontTx/>
                        <a:buChar char="-"/>
                      </a:pPr>
                      <a:r>
                        <a:rPr lang="en-GB" sz="1000"/>
                        <a:t>Patient mobile apps</a:t>
                      </a:r>
                    </a:p>
                    <a:p>
                      <a:pPr marL="628650" lvl="1" indent="-171450">
                        <a:buFontTx/>
                        <a:buChar char="-"/>
                      </a:pPr>
                      <a:r>
                        <a:rPr lang="en-GB" sz="1000" err="1"/>
                        <a:t>eCOA</a:t>
                      </a:r>
                      <a:r>
                        <a:rPr lang="en-GB" sz="1000"/>
                        <a:t> &amp; </a:t>
                      </a:r>
                      <a:r>
                        <a:rPr lang="en-GB" sz="1000" err="1"/>
                        <a:t>ePro</a:t>
                      </a:r>
                      <a:endParaRPr lang="en-GB" sz="1000"/>
                    </a:p>
                    <a:p>
                      <a:pPr marL="628650" lvl="1" indent="-171450">
                        <a:buFontTx/>
                        <a:buChar char="-"/>
                      </a:pPr>
                      <a:r>
                        <a:rPr lang="en-GB" sz="1000"/>
                        <a:t>Bluetooth connectivity to devices</a:t>
                      </a:r>
                    </a:p>
                    <a:p>
                      <a:pPr marL="628650" lvl="1" indent="-171450">
                        <a:buFontTx/>
                        <a:buChar char="-"/>
                      </a:pPr>
                      <a:endParaRPr lang="en-GB" sz="1000"/>
                    </a:p>
                    <a:p>
                      <a:pPr marL="457200" lvl="1" indent="0">
                        <a:buFontTx/>
                        <a:buNone/>
                      </a:pPr>
                      <a:r>
                        <a:rPr lang="en-GB" sz="1000" b="1"/>
                        <a:t>Current products in DPS portfolio include:</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GB" sz="1000" kern="1200">
                          <a:solidFill>
                            <a:schemeClr val="tx1"/>
                          </a:solidFill>
                          <a:latin typeface="+mn-lt"/>
                          <a:ea typeface="+mn-ea"/>
                          <a:cs typeface="+mn-cs"/>
                        </a:rPr>
                        <a:t>Unify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Care</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Turbo +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Reflect (PoC)</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kumimoji="0" lang="en-GB" sz="1000" b="0" i="0" u="none" strike="noStrike" kern="1200" cap="none" spc="0" normalizeH="0" baseline="0" noProof="0">
                          <a:ln>
                            <a:noFill/>
                          </a:ln>
                          <a:solidFill>
                            <a:schemeClr val="tx1"/>
                          </a:solidFill>
                          <a:effectLst/>
                          <a:uLnTx/>
                          <a:uFillTx/>
                          <a:latin typeface="+mn-lt"/>
                          <a:ea typeface="+mn-ea"/>
                          <a:cs typeface="+mn-cs"/>
                        </a:rPr>
                        <a:t>Eco-Digital (PoC)</a:t>
                      </a:r>
                      <a:endParaRPr kumimoji="0" lang="en-GB" sz="1000" b="0" i="0" u="none" strike="noStrike" kern="1200" cap="none" spc="0" normalizeH="0" baseline="0" noProof="0">
                        <a:ln>
                          <a:noFill/>
                        </a:ln>
                        <a:solidFill>
                          <a:srgbClr val="3F4444"/>
                        </a:solidFill>
                        <a:effectLst/>
                        <a:uLnTx/>
                        <a:uFillTx/>
                        <a:latin typeface="+mn-lt"/>
                        <a:ea typeface="+mn-ea"/>
                        <a:cs typeface="+mn-cs"/>
                      </a:endParaRPr>
                    </a:p>
                    <a:p>
                      <a:pPr marL="457200" lvl="1" indent="0">
                        <a:buFontTx/>
                        <a:buNone/>
                      </a:pPr>
                      <a:r>
                        <a:rPr lang="en-GB" sz="1000" kern="1200">
                          <a:solidFill>
                            <a:schemeClr val="tx1"/>
                          </a:solidFill>
                          <a:latin typeface="+mn-lt"/>
                          <a:ea typeface="+mn-ea"/>
                          <a:cs typeface="+mn-cs"/>
                        </a:rPr>
                        <a:t> </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r>
                        <a:rPr lang="en-GB" sz="1000" b="1"/>
                        <a:t>Propel – </a:t>
                      </a:r>
                      <a:r>
                        <a:rPr lang="en-GB" sz="1000" b="0"/>
                        <a:t>A connected mobile hub that is integrated into multiple devices and peripherals. Enabling the business to interact remotely with patients and test new UX paradigms </a:t>
                      </a:r>
                    </a:p>
                    <a:p>
                      <a:pPr marL="457200" lvl="1" indent="0">
                        <a:buFont typeface="Arial" panose="020B0604020202020204" pitchFamily="34" charset="0"/>
                        <a:buNone/>
                      </a:pPr>
                      <a:endParaRPr lang="en-GB" sz="1000" b="0"/>
                    </a:p>
                    <a:p>
                      <a:pPr marL="457200" lvl="1" indent="0">
                        <a:buFont typeface="Arial" panose="020B0604020202020204" pitchFamily="34" charset="0"/>
                        <a:buNone/>
                      </a:pPr>
                      <a:r>
                        <a:rPr lang="en-GB" sz="1000" b="1"/>
                        <a:t>Software as a Medical Device  - </a:t>
                      </a:r>
                      <a:r>
                        <a:rPr lang="en-GB" sz="1000" b="0"/>
                        <a:t>Release Boost and </a:t>
                      </a:r>
                      <a:r>
                        <a:rPr lang="en-GB" sz="1000" b="0" err="1"/>
                        <a:t>SensorKit</a:t>
                      </a:r>
                      <a:r>
                        <a:rPr lang="en-GB" sz="1000" b="0"/>
                        <a:t> as </a:t>
                      </a:r>
                      <a:r>
                        <a:rPr lang="en-GB" sz="1000" b="0" err="1"/>
                        <a:t>SaMD</a:t>
                      </a:r>
                      <a:r>
                        <a:rPr lang="en-GB" sz="1000" b="0"/>
                        <a:t> compatible modules ready to support Class II products</a:t>
                      </a:r>
                    </a:p>
                    <a:p>
                      <a:pPr marL="457200" lvl="1" indent="0">
                        <a:buFont typeface="Arial" panose="020B0604020202020204" pitchFamily="34" charset="0"/>
                        <a:buNone/>
                      </a:pPr>
                      <a:endParaRPr lang="en-GB" sz="1000" b="0"/>
                    </a:p>
                    <a:p>
                      <a:pPr marL="457200" lvl="1" indent="0">
                        <a:buFont typeface="Arial" panose="020B0604020202020204" pitchFamily="34" charset="0"/>
                        <a:buNone/>
                      </a:pPr>
                      <a:r>
                        <a:rPr lang="en-GB" sz="1000" b="1"/>
                        <a:t>Content Management System </a:t>
                      </a:r>
                      <a:r>
                        <a:rPr lang="en-GB" sz="1000" b="0"/>
                        <a:t>– Support authoring, managing, distributing and approving information used in our products.</a:t>
                      </a:r>
                    </a:p>
                    <a:p>
                      <a:pPr marL="457200" lvl="1" indent="0">
                        <a:buFont typeface="Arial" panose="020B0604020202020204" pitchFamily="34" charset="0"/>
                        <a:buNone/>
                      </a:pPr>
                      <a:endParaRPr lang="en-GB" sz="1000" b="1"/>
                    </a:p>
                    <a:p>
                      <a:pPr marL="457200" lvl="1" indent="0">
                        <a:buFont typeface="Arial" panose="020B0604020202020204" pitchFamily="34" charset="0"/>
                        <a:buNone/>
                      </a:pPr>
                      <a:endParaRPr lang="en-GB" sz="1000" b="1"/>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marL="457200" lvl="1" indent="0">
                        <a:buFont typeface="Arial" panose="020B0604020202020204" pitchFamily="34" charset="0"/>
                        <a:buNone/>
                      </a:pPr>
                      <a:r>
                        <a:rPr lang="en-GB" sz="1000" b="1"/>
                        <a:t>AI Plug &amp; Play- </a:t>
                      </a:r>
                      <a:r>
                        <a:rPr lang="en-GB" sz="1000" b="0"/>
                        <a:t>Allow the integration of AI module into the platform so they can developed into products. </a:t>
                      </a:r>
                    </a:p>
                    <a:p>
                      <a:pPr marL="457200" lvl="1" indent="0">
                        <a:buFont typeface="Arial" panose="020B0604020202020204" pitchFamily="34" charset="0"/>
                        <a:buNone/>
                      </a:pPr>
                      <a:endParaRPr lang="en-GB" sz="1000" b="0"/>
                    </a:p>
                    <a:p>
                      <a:pPr marL="457200" lvl="1" indent="0">
                        <a:buFont typeface="Arial" panose="020B0604020202020204" pitchFamily="34" charset="0"/>
                        <a:buNone/>
                      </a:pPr>
                      <a:r>
                        <a:rPr lang="en-GB" sz="1000" b="1"/>
                        <a:t>Analytics Dashboard – </a:t>
                      </a:r>
                      <a:r>
                        <a:rPr lang="en-GB" sz="1000" b="0"/>
                        <a:t>Understand user patient, HCP) behaviour as they use our products. </a:t>
                      </a:r>
                    </a:p>
                    <a:p>
                      <a:pPr marL="457200" lvl="1" indent="0">
                        <a:buFont typeface="Arial" panose="020B0604020202020204" pitchFamily="34" charset="0"/>
                        <a:buNone/>
                      </a:pPr>
                      <a:endParaRPr lang="en-GB" sz="1000" b="0"/>
                    </a:p>
                    <a:p>
                      <a:pPr marL="457200" lvl="1" indent="0">
                        <a:buFont typeface="Arial" panose="020B0604020202020204" pitchFamily="34" charset="0"/>
                        <a:buNone/>
                      </a:pPr>
                      <a:r>
                        <a:rPr lang="en-GB" sz="1000" b="1"/>
                        <a:t>Clinical Trial Management at Scale – </a:t>
                      </a:r>
                      <a:r>
                        <a:rPr lang="en-GB" sz="1000" b="0"/>
                        <a:t>Support 80% of all AZ studies across multiple </a:t>
                      </a:r>
                      <a:r>
                        <a:rPr lang="en-GB" sz="1000" b="0" err="1"/>
                        <a:t>TAs.</a:t>
                      </a:r>
                      <a:endParaRPr lang="en-GB" sz="1000" b="1"/>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r h="208822">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754923607"/>
                  </a:ext>
                </a:extLst>
              </a:tr>
              <a:tr h="234620">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1025454338"/>
                  </a:ext>
                </a:extLst>
              </a:tr>
              <a:tr h="208822">
                <a:tc>
                  <a:txBody>
                    <a:bodyPr/>
                    <a:lstStyle/>
                    <a:p>
                      <a:pPr marL="285750" indent="-285750">
                        <a:buFont typeface="Arial" panose="020B0604020202020204" pitchFamily="34" charset="0"/>
                        <a:buChar char="•"/>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B w="3175" cap="flat" cmpd="sng" algn="ctr">
                      <a:solidFill>
                        <a:schemeClr val="tx2"/>
                      </a:solidFill>
                      <a:prstDash val="solid"/>
                      <a:round/>
                      <a:headEnd type="none" w="med" len="med"/>
                      <a:tailEnd type="none" w="med" len="med"/>
                    </a:lnB>
                  </a:tcPr>
                </a:tc>
                <a:tc>
                  <a:txBody>
                    <a:bodyPr/>
                    <a:lstStyle/>
                    <a:p>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589581222"/>
                  </a:ext>
                </a:extLst>
              </a:tr>
            </a:tbl>
          </a:graphicData>
        </a:graphic>
      </p:graphicFrame>
    </p:spTree>
    <p:extLst>
      <p:ext uri="{BB962C8B-B14F-4D97-AF65-F5344CB8AC3E}">
        <p14:creationId xmlns:p14="http://schemas.microsoft.com/office/powerpoint/2010/main" val="3280680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20</a:t>
            </a:fld>
            <a:endParaRPr lang="en-GB"/>
          </a:p>
        </p:txBody>
      </p:sp>
      <p:sp>
        <p:nvSpPr>
          <p:cNvPr id="13" name="Text Placeholder 12">
            <a:extLst>
              <a:ext uri="{FF2B5EF4-FFF2-40B4-BE49-F238E27FC236}">
                <a16:creationId xmlns:a16="http://schemas.microsoft.com/office/drawing/2014/main" id="{F6BABBB9-0F34-4D85-AE91-9B349A5F94C3}"/>
              </a:ext>
            </a:extLst>
          </p:cNvPr>
          <p:cNvSpPr>
            <a:spLocks noGrp="1"/>
          </p:cNvSpPr>
          <p:nvPr>
            <p:ph type="body" sz="quarter" idx="111"/>
          </p:nvPr>
        </p:nvSpPr>
        <p:spPr/>
        <p:txBody>
          <a:bodyPr/>
          <a:lstStyle/>
          <a:p>
            <a:endParaRPr lang="en-US"/>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chor="t">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solidFill>
                  <a:schemeClr val="tx1"/>
                </a:solidFill>
              </a:rPr>
              <a:t>Drug Development Data Platform (3DP)</a:t>
            </a:r>
            <a:endParaRPr lang="en-US" sz="2000">
              <a:solidFill>
                <a:schemeClr val="tx1"/>
              </a:solidFill>
            </a:endParaRPr>
          </a:p>
          <a:p>
            <a:endParaRPr lang="en-GB" sz="2000">
              <a:solidFill>
                <a:schemeClr val="tx1"/>
              </a:solidFill>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43199" y="197998"/>
            <a:ext cx="4676049" cy="2951577"/>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DRUG DEVELOPMENT</a:t>
            </a:r>
            <a:r>
              <a:rPr lang="en-US" sz="1800">
                <a:solidFill>
                  <a:schemeClr val="tx1"/>
                </a:solidFill>
              </a:rPr>
              <a:t> DATA PLATFORM</a:t>
            </a:r>
            <a:endParaRPr lang="en-US" sz="1100">
              <a:solidFill>
                <a:schemeClr val="tx1"/>
              </a:solidFill>
            </a:endParaRPr>
          </a:p>
          <a:p>
            <a:pPr lvl="2">
              <a:buClr>
                <a:schemeClr val="tx1"/>
              </a:buClr>
            </a:pPr>
            <a:endParaRPr lang="en-GB" sz="1000">
              <a:solidFill>
                <a:schemeClr val="tx1"/>
              </a:solidFill>
            </a:endParaRPr>
          </a:p>
          <a:p>
            <a:pPr marL="0" lvl="1" indent="0">
              <a:buClr>
                <a:schemeClr val="tx1"/>
              </a:buClr>
              <a:buNone/>
            </a:pPr>
            <a:r>
              <a:rPr lang="en-GB" sz="1200">
                <a:solidFill>
                  <a:schemeClr val="tx1"/>
                </a:solidFill>
              </a:rPr>
              <a:t>WHAT DOES IT DO?</a:t>
            </a:r>
          </a:p>
          <a:p>
            <a:pPr marL="0" lvl="1" indent="0">
              <a:buClr>
                <a:schemeClr val="tx1"/>
              </a:buClr>
              <a:buNone/>
            </a:pPr>
            <a:r>
              <a:rPr lang="en-GB" sz="1200">
                <a:solidFill>
                  <a:schemeClr val="tx1"/>
                </a:solidFill>
              </a:rPr>
              <a:t>A single, trusted, easy to access source of clinical, safety, regulatory and portfolio management data for reporting, AI and R&amp;D applications.</a:t>
            </a:r>
          </a:p>
          <a:p>
            <a:pPr marL="0" lvl="1" indent="0">
              <a:buClr>
                <a:schemeClr val="tx1"/>
              </a:buClr>
              <a:buNone/>
            </a:pPr>
            <a:r>
              <a:rPr lang="en-GB" sz="1200">
                <a:solidFill>
                  <a:schemeClr val="tx1"/>
                </a:solidFill>
              </a:rPr>
              <a:t>WHY IS IT HERE?</a:t>
            </a:r>
          </a:p>
          <a:p>
            <a:pPr marL="0" lvl="1" indent="0">
              <a:buClr>
                <a:schemeClr val="tx1"/>
              </a:buClr>
              <a:buNone/>
            </a:pPr>
            <a:r>
              <a:rPr lang="en-GB" sz="1200">
                <a:solidFill>
                  <a:schemeClr val="tx1"/>
                </a:solidFill>
              </a:rPr>
              <a:t>The effort to find, access, integrate and assure R&amp;D data is large, and duplicated inconsistently across teams. The platform automates the process end to end and provides a single place to consume from.</a:t>
            </a:r>
          </a:p>
          <a:p>
            <a:pPr marL="0" lvl="1" indent="0">
              <a:buClr>
                <a:schemeClr val="tx1"/>
              </a:buClr>
              <a:buNone/>
            </a:pPr>
            <a:r>
              <a:rPr lang="en-GB" sz="1200">
                <a:solidFill>
                  <a:schemeClr val="tx1"/>
                </a:solidFill>
              </a:rPr>
              <a:t>WHAT BENEFITS DOES IT DRIVE OR WHAT RISKS DOES IT MITIGATE</a:t>
            </a:r>
          </a:p>
          <a:p>
            <a:pPr marL="0" lvl="1" indent="0">
              <a:buClr>
                <a:schemeClr val="tx1"/>
              </a:buClr>
              <a:buNone/>
            </a:pPr>
            <a:r>
              <a:rPr lang="en-GB" sz="1200">
                <a:solidFill>
                  <a:schemeClr val="tx1"/>
                </a:solidFill>
              </a:rPr>
              <a:t>Greater speed to insight – as data is pre-prepared and ready to use.</a:t>
            </a:r>
          </a:p>
          <a:p>
            <a:pPr marL="0" lvl="1" indent="0">
              <a:buClr>
                <a:schemeClr val="tx1"/>
              </a:buClr>
              <a:buNone/>
            </a:pPr>
            <a:r>
              <a:rPr lang="en-GB" sz="1200">
                <a:solidFill>
                  <a:schemeClr val="tx1"/>
                </a:solidFill>
              </a:rPr>
              <a:t>Higher data quality and consistency – one trusted source used by all.</a:t>
            </a:r>
          </a:p>
          <a:p>
            <a:pPr marL="0" lvl="1" indent="0">
              <a:buClr>
                <a:schemeClr val="tx1"/>
              </a:buClr>
              <a:buNone/>
            </a:pPr>
            <a:r>
              <a:rPr lang="en-GB" sz="1200">
                <a:solidFill>
                  <a:schemeClr val="tx1"/>
                </a:solidFill>
              </a:rPr>
              <a:t>Reduced effort to acquire and utilise new data.</a:t>
            </a: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7419248" y="600980"/>
            <a:ext cx="4438317" cy="2178403"/>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3979291" y="600980"/>
            <a:ext cx="144000" cy="144000"/>
          </a:xfrm>
          <a:prstGeom prst="ellipse">
            <a:avLst/>
          </a:prstGeom>
          <a:solidFill>
            <a:srgbClr val="989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extLst>
              <p:ext uri="{D42A27DB-BD31-4B8C-83A1-F6EECF244321}">
                <p14:modId xmlns:p14="http://schemas.microsoft.com/office/powerpoint/2010/main" val="1368214903"/>
              </p:ext>
            </p:extLst>
          </p:nvPr>
        </p:nvGraphicFramePr>
        <p:xfrm>
          <a:off x="3003748" y="4241724"/>
          <a:ext cx="8688819" cy="3207022"/>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96182">
                <a:tc>
                  <a:txBody>
                    <a:bodyPr/>
                    <a:lstStyle/>
                    <a:p>
                      <a:pPr algn="ctr"/>
                      <a:r>
                        <a:rPr lang="en-GB" sz="1200">
                          <a:solidFill>
                            <a:schemeClr val="bg1"/>
                          </a:solidFill>
                        </a:rPr>
                        <a:t>NOW (2021 to date)</a:t>
                      </a:r>
                    </a:p>
                  </a:txBody>
                  <a:tcPr anchor="ctr">
                    <a:lnL w="9525" cap="flat" cmpd="sng" algn="ctr">
                      <a:solidFill>
                        <a:schemeClr val="bg1">
                          <a:lumMod val="8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2193094">
                <a:tc>
                  <a:txBody>
                    <a:bodyPr/>
                    <a:lstStyle/>
                    <a:p>
                      <a:pPr>
                        <a:spcAft>
                          <a:spcPts val="600"/>
                        </a:spcAft>
                      </a:pPr>
                      <a:r>
                        <a:rPr lang="en-GB" sz="1000" b="1">
                          <a:solidFill>
                            <a:schemeClr val="tx1"/>
                          </a:solidFill>
                        </a:rPr>
                        <a:t>Portfolio Tower. </a:t>
                      </a:r>
                      <a:r>
                        <a:rPr lang="en-GB" sz="1000">
                          <a:solidFill>
                            <a:schemeClr val="tx1"/>
                          </a:solidFill>
                        </a:rPr>
                        <a:t>Automated data acquisition, integration and presentation of GPPM performance and insights.</a:t>
                      </a:r>
                    </a:p>
                    <a:p>
                      <a:pPr>
                        <a:spcAft>
                          <a:spcPts val="600"/>
                        </a:spcAft>
                      </a:pPr>
                      <a:r>
                        <a:rPr lang="en-GB" sz="1000" b="1">
                          <a:solidFill>
                            <a:schemeClr val="tx1"/>
                          </a:solidFill>
                        </a:rPr>
                        <a:t>Study Cycle Time benchmarking. </a:t>
                      </a:r>
                      <a:r>
                        <a:rPr lang="en-GB" sz="1000">
                          <a:solidFill>
                            <a:schemeClr val="tx1"/>
                          </a:solidFill>
                        </a:rPr>
                        <a:t>External study benchmarks vs like for like AZ actuals, supporting goal of top industry quartile cycle time.</a:t>
                      </a:r>
                    </a:p>
                    <a:p>
                      <a:pPr>
                        <a:spcAft>
                          <a:spcPts val="600"/>
                        </a:spcAft>
                      </a:pPr>
                      <a:r>
                        <a:rPr lang="en-GB" sz="1000" b="1">
                          <a:solidFill>
                            <a:schemeClr val="tx1"/>
                          </a:solidFill>
                        </a:rPr>
                        <a:t>CRO operational data. </a:t>
                      </a:r>
                      <a:r>
                        <a:rPr lang="en-GB" sz="1000">
                          <a:solidFill>
                            <a:schemeClr val="tx1"/>
                          </a:solidFill>
                        </a:rPr>
                        <a:t>Ingested from priority CROs allowing metrics to presented like for like vs internal studies.</a:t>
                      </a:r>
                    </a:p>
                    <a:p>
                      <a:pPr>
                        <a:spcAft>
                          <a:spcPts val="600"/>
                        </a:spcAft>
                      </a:pPr>
                      <a:r>
                        <a:rPr lang="en-GB" sz="1000" b="1">
                          <a:solidFill>
                            <a:schemeClr val="tx1"/>
                          </a:solidFill>
                        </a:rPr>
                        <a:t>Replacement of IRT reports. </a:t>
                      </a:r>
                      <a:r>
                        <a:rPr lang="en-GB" sz="1000">
                          <a:solidFill>
                            <a:schemeClr val="tx1"/>
                          </a:solidFill>
                        </a:rPr>
                        <a:t>Launch of 7 critical operational reports to Development Operations, allowing decommissioning of IRT.</a:t>
                      </a:r>
                      <a:endParaRPr lang="en-GB" sz="1000"/>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spcAft>
                          <a:spcPts val="600"/>
                        </a:spcAft>
                      </a:pPr>
                      <a:r>
                        <a:rPr lang="en-GB" sz="1000" b="1">
                          <a:solidFill>
                            <a:schemeClr val="tx1"/>
                          </a:solidFill>
                        </a:rPr>
                        <a:t>Centralised Monitoring MVP. </a:t>
                      </a:r>
                      <a:r>
                        <a:rPr lang="en-GB" sz="1000" err="1">
                          <a:solidFill>
                            <a:schemeClr val="tx1"/>
                          </a:solidFill>
                        </a:rPr>
                        <a:t>Replatforming</a:t>
                      </a:r>
                      <a:r>
                        <a:rPr lang="en-GB" sz="1000">
                          <a:solidFill>
                            <a:schemeClr val="tx1"/>
                          </a:solidFill>
                        </a:rPr>
                        <a:t>, leveraging Single Source of Truth and Self-Serve Analytics, and gaining </a:t>
                      </a:r>
                      <a:r>
                        <a:rPr lang="en-GB" sz="1000" err="1">
                          <a:solidFill>
                            <a:schemeClr val="tx1"/>
                          </a:solidFill>
                        </a:rPr>
                        <a:t>GxP</a:t>
                      </a:r>
                      <a:r>
                        <a:rPr lang="en-GB" sz="1000">
                          <a:solidFill>
                            <a:schemeClr val="tx1"/>
                          </a:solidFill>
                        </a:rPr>
                        <a:t> validation.</a:t>
                      </a:r>
                    </a:p>
                    <a:p>
                      <a:pPr>
                        <a:spcAft>
                          <a:spcPts val="600"/>
                        </a:spcAft>
                      </a:pPr>
                      <a:r>
                        <a:rPr lang="en-GB" sz="1000" b="1">
                          <a:solidFill>
                            <a:schemeClr val="tx1"/>
                          </a:solidFill>
                        </a:rPr>
                        <a:t>Trial Diversity and Inclusion metrics. </a:t>
                      </a:r>
                      <a:r>
                        <a:rPr lang="en-GB" sz="1000">
                          <a:solidFill>
                            <a:schemeClr val="tx1"/>
                          </a:solidFill>
                        </a:rPr>
                        <a:t>Generate D&amp;I index for clinical trials, to drive greater diversity in recruitment and trial design.</a:t>
                      </a:r>
                    </a:p>
                    <a:p>
                      <a:pPr>
                        <a:spcAft>
                          <a:spcPts val="600"/>
                        </a:spcAft>
                      </a:pPr>
                      <a:r>
                        <a:rPr lang="en-GB" sz="1000" b="1">
                          <a:solidFill>
                            <a:schemeClr val="tx1"/>
                          </a:solidFill>
                        </a:rPr>
                        <a:t>Unify data available for data science. </a:t>
                      </a:r>
                      <a:r>
                        <a:rPr lang="en-GB" sz="1000">
                          <a:solidFill>
                            <a:schemeClr val="tx1"/>
                          </a:solidFill>
                        </a:rPr>
                        <a:t>Ingestion of Unify patient reported outcomes and user data for AI-driven event identification.</a:t>
                      </a:r>
                    </a:p>
                    <a:p>
                      <a:pPr>
                        <a:spcAft>
                          <a:spcPts val="600"/>
                        </a:spcAft>
                      </a:pPr>
                      <a:r>
                        <a:rPr lang="en-GB" sz="1000" b="1">
                          <a:solidFill>
                            <a:schemeClr val="tx1"/>
                          </a:solidFill>
                        </a:rPr>
                        <a:t>Patient Safety Reporting MVP. </a:t>
                      </a:r>
                      <a:r>
                        <a:rPr lang="en-GB" sz="1000" err="1">
                          <a:solidFill>
                            <a:schemeClr val="tx1"/>
                          </a:solidFill>
                        </a:rPr>
                        <a:t>GxP</a:t>
                      </a:r>
                      <a:r>
                        <a:rPr lang="en-GB" sz="1000">
                          <a:solidFill>
                            <a:schemeClr val="tx1"/>
                          </a:solidFill>
                        </a:rPr>
                        <a:t> validated analytics and reporting capability, initially for vaccine and then extending to wider portfolio.</a:t>
                      </a:r>
                    </a:p>
                    <a:p>
                      <a:pPr marL="0" lvl="0" indent="0">
                        <a:buClr>
                          <a:srgbClr val="3F4444"/>
                        </a:buClr>
                        <a:buNone/>
                      </a:pPr>
                      <a:r>
                        <a:rPr lang="en-GB" sz="1000" b="1">
                          <a:solidFill>
                            <a:schemeClr val="tx1"/>
                          </a:solidFill>
                        </a:rPr>
                        <a:t>Study Patient</a:t>
                      </a:r>
                      <a:r>
                        <a:rPr lang="en-GB" sz="1000">
                          <a:solidFill>
                            <a:schemeClr val="tx1"/>
                          </a:solidFill>
                        </a:rPr>
                        <a:t>. </a:t>
                      </a:r>
                      <a:r>
                        <a:rPr lang="en-GB" sz="1000" b="0" i="0" u="none" strike="noStrike" noProof="0">
                          <a:latin typeface="Calibri"/>
                        </a:rPr>
                        <a:t>Integrating Patient Level Database (PLDB) for advanced data queries</a:t>
                      </a:r>
                      <a:endParaRPr lang="en-US" sz="1000" b="0" i="0" u="none" strike="noStrike" noProof="0">
                        <a:latin typeface="Calibri"/>
                      </a:endParaRPr>
                    </a:p>
                    <a:p>
                      <a:pPr marL="0" lvl="0" indent="0">
                        <a:spcAft>
                          <a:spcPts val="600"/>
                        </a:spcAft>
                        <a:buClr>
                          <a:srgbClr val="3F4444"/>
                        </a:buClr>
                        <a:buNone/>
                      </a:pPr>
                      <a:r>
                        <a:rPr lang="en-GB" sz="1000" b="0" i="0" u="none" strike="noStrike" noProof="0">
                          <a:latin typeface="Calibri"/>
                        </a:rPr>
                        <a:t>Enhanced User Search capability through </a:t>
                      </a:r>
                      <a:r>
                        <a:rPr lang="en-GB" sz="1000" b="0" i="0" u="none" strike="noStrike" noProof="0" err="1">
                          <a:latin typeface="Calibri"/>
                        </a:rPr>
                        <a:t>DisQover</a:t>
                      </a:r>
                      <a:r>
                        <a:rPr lang="en-GB" sz="1000" b="0" i="0" u="none" strike="noStrike" noProof="0">
                          <a:latin typeface="Calibri"/>
                        </a:rPr>
                        <a:t>. </a:t>
                      </a:r>
                      <a:endParaRPr lang="en-US" sz="1000" b="0" i="0" u="none" strike="noStrike" noProof="0">
                        <a:latin typeface="Calibri"/>
                      </a:endParaRPr>
                    </a:p>
                    <a:p>
                      <a:pPr lvl="0">
                        <a:spcAft>
                          <a:spcPts val="600"/>
                        </a:spcAft>
                        <a:buNone/>
                      </a:pPr>
                      <a:endParaRPr lang="en-GB" sz="100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lvl="1" algn="l" defTabSz="914400" rtl="0" eaLnBrk="1" latinLnBrk="0" hangingPunct="1">
                        <a:spcAft>
                          <a:spcPts val="600"/>
                        </a:spcAft>
                        <a:buClr>
                          <a:schemeClr val="accent1"/>
                        </a:buClr>
                        <a:buFont typeface="Arial"/>
                      </a:pPr>
                      <a:r>
                        <a:rPr lang="en-US" sz="1000" b="1" kern="1200">
                          <a:solidFill>
                            <a:schemeClr val="tx1"/>
                          </a:solidFill>
                          <a:latin typeface="+mn-lt"/>
                          <a:ea typeface="+mn-ea"/>
                          <a:cs typeface="+mn-cs"/>
                        </a:rPr>
                        <a:t>Enabling patient-centric trials and remote data collection:</a:t>
                      </a:r>
                    </a:p>
                    <a:p>
                      <a:pPr marL="0" lvl="1" algn="l" defTabSz="914400" rtl="0" eaLnBrk="1" latinLnBrk="0" hangingPunct="1">
                        <a:spcAft>
                          <a:spcPts val="600"/>
                        </a:spcAft>
                        <a:buClr>
                          <a:schemeClr val="accent1"/>
                        </a:buClr>
                        <a:buFont typeface="Arial"/>
                      </a:pPr>
                      <a:r>
                        <a:rPr lang="en-US" sz="1000" b="1" kern="1200">
                          <a:solidFill>
                            <a:schemeClr val="tx1"/>
                          </a:solidFill>
                          <a:latin typeface="+mn-lt"/>
                          <a:ea typeface="+mn-ea"/>
                          <a:cs typeface="+mn-cs"/>
                        </a:rPr>
                        <a:t>Establish scalable mechanisms for patient data onboarding </a:t>
                      </a:r>
                      <a:r>
                        <a:rPr lang="en-US" sz="1000" kern="1200">
                          <a:solidFill>
                            <a:schemeClr val="tx1"/>
                          </a:solidFill>
                          <a:latin typeface="+mn-lt"/>
                          <a:ea typeface="+mn-ea"/>
                          <a:cs typeface="+mn-cs"/>
                        </a:rPr>
                        <a:t>that create efficiencies and ease the engineering burden on the data science community</a:t>
                      </a:r>
                      <a:r>
                        <a:rPr lang="en-GB" sz="1000" kern="1200">
                          <a:solidFill>
                            <a:schemeClr val="tx1"/>
                          </a:solidFill>
                          <a:latin typeface="+mn-lt"/>
                          <a:ea typeface="+mn-ea"/>
                          <a:cs typeface="+mn-cs"/>
                        </a:rPr>
                        <a:t>.</a:t>
                      </a:r>
                    </a:p>
                    <a:p>
                      <a:pPr marL="0" lvl="1" algn="l" defTabSz="914400" rtl="0" eaLnBrk="1" latinLnBrk="0" hangingPunct="1">
                        <a:spcAft>
                          <a:spcPts val="600"/>
                        </a:spcAft>
                        <a:buClr>
                          <a:schemeClr val="accent1"/>
                        </a:buClr>
                        <a:buFont typeface="Arial"/>
                      </a:pPr>
                      <a:r>
                        <a:rPr lang="en-US" sz="1000" b="1" kern="1200">
                          <a:solidFill>
                            <a:schemeClr val="tx1"/>
                          </a:solidFill>
                          <a:latin typeface="+mn-lt"/>
                          <a:ea typeface="+mn-ea"/>
                          <a:cs typeface="+mn-cs"/>
                        </a:rPr>
                        <a:t>Build data products to enable rapid consumption of patient data across a broad range of use cases </a:t>
                      </a:r>
                      <a:r>
                        <a:rPr lang="en-US" sz="1000" kern="1200">
                          <a:solidFill>
                            <a:schemeClr val="tx1"/>
                          </a:solidFill>
                          <a:latin typeface="+mn-lt"/>
                          <a:ea typeface="+mn-ea"/>
                          <a:cs typeface="+mn-cs"/>
                        </a:rPr>
                        <a:t>(e.g., </a:t>
                      </a:r>
                      <a:r>
                        <a:rPr lang="en-US" sz="1000" kern="1200" err="1">
                          <a:solidFill>
                            <a:schemeClr val="tx1"/>
                          </a:solidFill>
                          <a:latin typeface="+mn-lt"/>
                          <a:ea typeface="+mn-ea"/>
                          <a:cs typeface="+mn-cs"/>
                        </a:rPr>
                        <a:t>DxTx</a:t>
                      </a:r>
                      <a:r>
                        <a:rPr lang="en-US" sz="1000" kern="1200">
                          <a:solidFill>
                            <a:schemeClr val="tx1"/>
                          </a:solidFill>
                          <a:latin typeface="+mn-lt"/>
                          <a:ea typeface="+mn-ea"/>
                          <a:cs typeface="+mn-cs"/>
                        </a:rPr>
                        <a:t>, novel endpoint development and validation, etc.)</a:t>
                      </a:r>
                    </a:p>
                    <a:p>
                      <a:pPr marL="0" lvl="1" algn="l" defTabSz="914400" rtl="0" eaLnBrk="1" latinLnBrk="0" hangingPunct="1">
                        <a:spcAft>
                          <a:spcPts val="600"/>
                        </a:spcAft>
                        <a:buClr>
                          <a:schemeClr val="accent1"/>
                        </a:buClr>
                        <a:buFont typeface="Arial"/>
                      </a:pPr>
                      <a:r>
                        <a:rPr lang="en-US" sz="1000" b="1" kern="1200">
                          <a:solidFill>
                            <a:schemeClr val="tx1"/>
                          </a:solidFill>
                          <a:latin typeface="+mn-lt"/>
                          <a:ea typeface="+mn-ea"/>
                          <a:cs typeface="+mn-cs"/>
                        </a:rPr>
                        <a:t>Integrate patient data into systems and activities that support submission</a:t>
                      </a:r>
                      <a:r>
                        <a:rPr lang="en-US" sz="1000" kern="1200">
                          <a:solidFill>
                            <a:schemeClr val="tx1"/>
                          </a:solidFill>
                          <a:latin typeface="+mn-lt"/>
                          <a:ea typeface="+mn-ea"/>
                          <a:cs typeface="+mn-cs"/>
                        </a:rPr>
                        <a:t>: e.g., Risk-Based Quality Management, Medical Data Review, and Data Mgt.</a:t>
                      </a:r>
                    </a:p>
                    <a:p>
                      <a:pPr lvl="0" algn="l">
                        <a:lnSpc>
                          <a:spcPct val="100000"/>
                        </a:lnSpc>
                        <a:spcBef>
                          <a:spcPts val="0"/>
                        </a:spcBef>
                        <a:spcAft>
                          <a:spcPts val="0"/>
                        </a:spcAft>
                        <a:buNone/>
                      </a:pPr>
                      <a:r>
                        <a:rPr lang="en-US" sz="1000" b="0" i="0" u="none" strike="noStrike" kern="1200" noProof="0"/>
                        <a:t>Inclusion of studies approved for Extended Primary Use as part of the Patient Level Database</a:t>
                      </a:r>
                      <a:endParaRPr lang="en-US"/>
                    </a:p>
                    <a:p>
                      <a:pPr marL="0" lvl="1" algn="l">
                        <a:spcAft>
                          <a:spcPts val="600"/>
                        </a:spcAft>
                        <a:buFont typeface="Arial"/>
                        <a:buNone/>
                      </a:pPr>
                      <a:endParaRPr lang="en-US" sz="1000" kern="1200">
                        <a:solidFill>
                          <a:schemeClr val="tx1"/>
                        </a:solidFill>
                        <a:latin typeface="+mn-lt"/>
                        <a:ea typeface="+mn-ea"/>
                        <a:cs typeface="+mn-cs"/>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3506428"/>
                  </a:ext>
                </a:extLst>
              </a:tr>
            </a:tbl>
          </a:graphicData>
        </a:graphic>
      </p:graphicFrame>
      <p:sp>
        <p:nvSpPr>
          <p:cNvPr id="14" name="Oval 13">
            <a:extLst>
              <a:ext uri="{FF2B5EF4-FFF2-40B4-BE49-F238E27FC236}">
                <a16:creationId xmlns:a16="http://schemas.microsoft.com/office/drawing/2014/main" id="{F039B328-059E-4188-9608-B5B90D04E4AB}"/>
              </a:ext>
            </a:extLst>
          </p:cNvPr>
          <p:cNvSpPr/>
          <p:nvPr/>
        </p:nvSpPr>
        <p:spPr>
          <a:xfrm>
            <a:off x="4251075" y="600980"/>
            <a:ext cx="144000" cy="144000"/>
          </a:xfrm>
          <a:prstGeom prst="ellipse">
            <a:avLst/>
          </a:prstGeom>
          <a:solidFill>
            <a:srgbClr val="163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Tree>
    <p:extLst>
      <p:ext uri="{BB962C8B-B14F-4D97-AF65-F5344CB8AC3E}">
        <p14:creationId xmlns:p14="http://schemas.microsoft.com/office/powerpoint/2010/main" val="13661558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99C74F-6EBC-4621-B4A4-88EE4321E045}"/>
              </a:ext>
            </a:extLst>
          </p:cNvPr>
          <p:cNvGraphicFramePr>
            <a:graphicFrameLocks noChangeAspect="1"/>
          </p:cNvGraphicFramePr>
          <p:nvPr>
            <p:custDataLst>
              <p:tags r:id="rId1"/>
            </p:custDataLst>
            <p:extLst>
              <p:ext uri="{D42A27DB-BD31-4B8C-83A1-F6EECF244321}">
                <p14:modId xmlns:p14="http://schemas.microsoft.com/office/powerpoint/2010/main" val="37468443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a:extLst>
                          <a:ext uri="{FF2B5EF4-FFF2-40B4-BE49-F238E27FC236}">
                            <a16:creationId xmlns:a16="http://schemas.microsoft.com/office/drawing/2014/main" id="{3099C74F-6EBC-4621-B4A4-88EE4321E0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20B7BB96-73AD-40CD-B5B9-34C76450083B}"/>
              </a:ext>
            </a:extLst>
          </p:cNvPr>
          <p:cNvSpPr>
            <a:spLocks noGrp="1"/>
          </p:cNvSpPr>
          <p:nvPr>
            <p:ph type="title"/>
          </p:nvPr>
        </p:nvSpPr>
        <p:spPr/>
        <p:txBody>
          <a:bodyPr vert="horz"/>
          <a:lstStyle/>
          <a:p>
            <a:r>
              <a:rPr lang="en-US"/>
              <a:t>Enterprise Platform One pagers</a:t>
            </a:r>
          </a:p>
        </p:txBody>
      </p:sp>
      <p:sp>
        <p:nvSpPr>
          <p:cNvPr id="8" name="Text Placeholder 7">
            <a:extLst>
              <a:ext uri="{FF2B5EF4-FFF2-40B4-BE49-F238E27FC236}">
                <a16:creationId xmlns:a16="http://schemas.microsoft.com/office/drawing/2014/main" id="{A134A1FF-3E1B-4404-9B85-56EA097CC622}"/>
              </a:ext>
            </a:extLst>
          </p:cNvPr>
          <p:cNvSpPr>
            <a:spLocks noGrp="1"/>
          </p:cNvSpPr>
          <p:nvPr>
            <p:ph type="body" sz="quarter" idx="33"/>
          </p:nvPr>
        </p:nvSpPr>
        <p:spPr/>
        <p:txBody>
          <a:bodyPr>
            <a:normAutofit fontScale="92500" lnSpcReduction="10000"/>
          </a:bodyPr>
          <a:lstStyle/>
          <a:p>
            <a:r>
              <a:rPr lang="en-US"/>
              <a:t>C</a:t>
            </a:r>
          </a:p>
        </p:txBody>
      </p:sp>
      <p:sp>
        <p:nvSpPr>
          <p:cNvPr id="9" name="Text Placeholder 8">
            <a:extLst>
              <a:ext uri="{FF2B5EF4-FFF2-40B4-BE49-F238E27FC236}">
                <a16:creationId xmlns:a16="http://schemas.microsoft.com/office/drawing/2014/main" id="{C4EDD8DC-7F83-4C25-89C3-446F34ECE9D8}"/>
              </a:ext>
            </a:extLst>
          </p:cNvPr>
          <p:cNvSpPr>
            <a:spLocks noGrp="1"/>
          </p:cNvSpPr>
          <p:nvPr>
            <p:ph type="body" sz="quarter" idx="34"/>
          </p:nvPr>
        </p:nvSpPr>
        <p:spPr/>
        <p:txBody>
          <a:bodyPr/>
          <a:lstStyle/>
          <a:p>
            <a:endParaRPr lang="en-US"/>
          </a:p>
        </p:txBody>
      </p:sp>
      <p:sp>
        <p:nvSpPr>
          <p:cNvPr id="4" name="Date Placeholder 3">
            <a:extLst>
              <a:ext uri="{FF2B5EF4-FFF2-40B4-BE49-F238E27FC236}">
                <a16:creationId xmlns:a16="http://schemas.microsoft.com/office/drawing/2014/main" id="{70BE45ED-59DD-4AF1-8E3E-2CA475FE5F6C}"/>
              </a:ext>
            </a:extLst>
          </p:cNvPr>
          <p:cNvSpPr>
            <a:spLocks noGrp="1"/>
          </p:cNvSpPr>
          <p:nvPr>
            <p:ph type="dt" sz="half" idx="35"/>
          </p:nvPr>
        </p:nvSpPr>
        <p:spPr/>
        <p:txBody>
          <a:bodyPr/>
          <a:lstStyle/>
          <a:p>
            <a:endParaRPr lang="en-GB"/>
          </a:p>
        </p:txBody>
      </p:sp>
      <p:sp>
        <p:nvSpPr>
          <p:cNvPr id="5" name="Slide Number Placeholder 4">
            <a:extLst>
              <a:ext uri="{FF2B5EF4-FFF2-40B4-BE49-F238E27FC236}">
                <a16:creationId xmlns:a16="http://schemas.microsoft.com/office/drawing/2014/main" id="{4F5A2521-261D-46C1-A974-6960EBF00970}"/>
              </a:ext>
            </a:extLst>
          </p:cNvPr>
          <p:cNvSpPr>
            <a:spLocks noGrp="1"/>
          </p:cNvSpPr>
          <p:nvPr>
            <p:ph type="sldNum" sz="quarter" idx="4294967295"/>
          </p:nvPr>
        </p:nvSpPr>
        <p:spPr>
          <a:xfrm>
            <a:off x="0" y="6456363"/>
            <a:ext cx="407988" cy="309562"/>
          </a:xfrm>
        </p:spPr>
        <p:txBody>
          <a:bodyPr/>
          <a:lstStyle/>
          <a:p>
            <a:fld id="{F8E47D07-9D1E-4FE9-B31A-2F5863681021}" type="slidenum">
              <a:rPr lang="en-GB" smtClean="0"/>
              <a:pPr/>
              <a:t>21</a:t>
            </a:fld>
            <a:endParaRPr lang="en-GB"/>
          </a:p>
        </p:txBody>
      </p:sp>
      <p:pic>
        <p:nvPicPr>
          <p:cNvPr id="16" name="Picture Placeholder 15" descr="A picture containing text, x-ray film&#10;&#10;Description automatically generated">
            <a:extLst>
              <a:ext uri="{FF2B5EF4-FFF2-40B4-BE49-F238E27FC236}">
                <a16:creationId xmlns:a16="http://schemas.microsoft.com/office/drawing/2014/main" id="{07D94D0F-F39C-4AFA-B840-F7A39F3C5FDD}"/>
              </a:ext>
            </a:extLst>
          </p:cNvPr>
          <p:cNvPicPr>
            <a:picLocks noGrp="1" noChangeAspect="1"/>
          </p:cNvPicPr>
          <p:nvPr>
            <p:ph type="pic" sz="quarter" idx="36"/>
          </p:nvPr>
        </p:nvPicPr>
        <p:blipFill>
          <a:blip r:embed="rId5">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797117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ate Placeholder 1">
            <a:extLst>
              <a:ext uri="{FF2B5EF4-FFF2-40B4-BE49-F238E27FC236}">
                <a16:creationId xmlns:a16="http://schemas.microsoft.com/office/drawing/2014/main" id="{740496CB-6B2F-483E-9710-153769210B35}"/>
              </a:ext>
            </a:extLst>
          </p:cNvPr>
          <p:cNvSpPr>
            <a:spLocks noGrp="1"/>
          </p:cNvSpPr>
          <p:nvPr>
            <p:ph type="dt" sz="half" idx="10"/>
          </p:nvPr>
        </p:nvSpPr>
        <p:spPr>
          <a:xfrm>
            <a:off x="10137663" y="6456258"/>
            <a:ext cx="1279358" cy="309145"/>
          </a:xfrm>
        </p:spPr>
        <p:txBody>
          <a:bodyPr/>
          <a:lstStyle/>
          <a:p>
            <a:r>
              <a:rPr lang="en-GB"/>
              <a:t>February 2021</a:t>
            </a:r>
          </a:p>
        </p:txBody>
      </p:sp>
      <p:sp>
        <p:nvSpPr>
          <p:cNvPr id="19" name="Slide Number Placeholder 2">
            <a:extLst>
              <a:ext uri="{FF2B5EF4-FFF2-40B4-BE49-F238E27FC236}">
                <a16:creationId xmlns:a16="http://schemas.microsoft.com/office/drawing/2014/main" id="{5AD2134D-8179-420A-B9F0-E3C1E267ADB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22</a:t>
            </a:fld>
            <a:endParaRPr lang="en-GB"/>
          </a:p>
        </p:txBody>
      </p:sp>
      <p:sp>
        <p:nvSpPr>
          <p:cNvPr id="6" name="Text Placeholder 5">
            <a:extLst>
              <a:ext uri="{FF2B5EF4-FFF2-40B4-BE49-F238E27FC236}">
                <a16:creationId xmlns:a16="http://schemas.microsoft.com/office/drawing/2014/main" id="{BD9FBFDA-9654-4116-9A4F-685EEBB2BEC4}"/>
              </a:ext>
            </a:extLst>
          </p:cNvPr>
          <p:cNvSpPr>
            <a:spLocks noGrp="1"/>
          </p:cNvSpPr>
          <p:nvPr>
            <p:ph type="body" sz="quarter" idx="111"/>
          </p:nvPr>
        </p:nvSpPr>
        <p:spPr/>
        <p:txBody>
          <a:bodyPr/>
          <a:lstStyle/>
          <a:p>
            <a:endParaRPr lang="en-US"/>
          </a:p>
        </p:txBody>
      </p:sp>
      <p:sp>
        <p:nvSpPr>
          <p:cNvPr id="20" name="Text Placeholder 11">
            <a:extLst>
              <a:ext uri="{FF2B5EF4-FFF2-40B4-BE49-F238E27FC236}">
                <a16:creationId xmlns:a16="http://schemas.microsoft.com/office/drawing/2014/main" id="{6D9C8B7F-2743-49EE-8906-DA9AEE85B9A3}"/>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chor="t">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solidFill>
                  <a:schemeClr val="tx1"/>
                </a:solidFill>
              </a:rPr>
              <a:t>Connected Intelligence</a:t>
            </a:r>
            <a:endParaRPr lang="en-US">
              <a:solidFill>
                <a:schemeClr val="tx1"/>
              </a:solidFill>
            </a:endParaRPr>
          </a:p>
        </p:txBody>
      </p:sp>
      <p:sp>
        <p:nvSpPr>
          <p:cNvPr id="22" name="Rectangle 21">
            <a:extLst>
              <a:ext uri="{FF2B5EF4-FFF2-40B4-BE49-F238E27FC236}">
                <a16:creationId xmlns:a16="http://schemas.microsoft.com/office/drawing/2014/main" id="{CECF43FD-7B2A-41E5-BE43-1479B479C9C8}"/>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23" name="Text Placeholder 23">
            <a:extLst>
              <a:ext uri="{FF2B5EF4-FFF2-40B4-BE49-F238E27FC236}">
                <a16:creationId xmlns:a16="http://schemas.microsoft.com/office/drawing/2014/main" id="{6753F7E3-2A45-4DDE-B0C5-07164DFD428A}"/>
              </a:ext>
            </a:extLst>
          </p:cNvPr>
          <p:cNvSpPr txBox="1">
            <a:spLocks/>
          </p:cNvSpPr>
          <p:nvPr/>
        </p:nvSpPr>
        <p:spPr>
          <a:xfrm>
            <a:off x="2743198" y="197998"/>
            <a:ext cx="5007430" cy="3990323"/>
          </a:xfrm>
          <a:prstGeom prst="rect">
            <a:avLst/>
          </a:prstGeom>
          <a:no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sz="1800">
                <a:solidFill>
                  <a:schemeClr val="tx1"/>
                </a:solidFill>
              </a:rPr>
              <a:t>Connected Intelligence </a:t>
            </a:r>
            <a:r>
              <a:rPr lang="en-US">
                <a:solidFill>
                  <a:schemeClr val="tx1"/>
                </a:solidFill>
              </a:rPr>
              <a:t>PLATFORM</a:t>
            </a:r>
            <a:br>
              <a:rPr lang="en-US" sz="1400"/>
            </a:br>
            <a:endParaRPr lang="en-GB" sz="1000">
              <a:solidFill>
                <a:schemeClr val="tx1"/>
              </a:solidFill>
            </a:endParaRPr>
          </a:p>
          <a:p>
            <a:pPr lvl="1">
              <a:buClr>
                <a:schemeClr val="tx1"/>
              </a:buClr>
            </a:pPr>
            <a:r>
              <a:rPr lang="en-GB" sz="1100" b="1">
                <a:solidFill>
                  <a:schemeClr val="tx1"/>
                </a:solidFill>
              </a:rPr>
              <a:t>WHAT: </a:t>
            </a:r>
            <a:r>
              <a:rPr lang="en-GB" sz="1100">
                <a:solidFill>
                  <a:schemeClr val="accent1">
                    <a:lumMod val="60000"/>
                    <a:lumOff val="40000"/>
                  </a:schemeClr>
                </a:solidFill>
              </a:rPr>
              <a:t>App Store for FAIR AI &amp; data app platform</a:t>
            </a:r>
            <a:endParaRPr lang="en-GB" sz="1100">
              <a:solidFill>
                <a:schemeClr val="accent1">
                  <a:lumMod val="60000"/>
                  <a:lumOff val="40000"/>
                </a:schemeClr>
              </a:solidFill>
              <a:ea typeface="Calibri"/>
              <a:cs typeface="Calibri"/>
            </a:endParaRPr>
          </a:p>
          <a:p>
            <a:pPr marL="352425" lvl="2" indent="-88900">
              <a:spcAft>
                <a:spcPts val="0"/>
              </a:spcAft>
              <a:buClr>
                <a:schemeClr val="tx1"/>
              </a:buClr>
            </a:pPr>
            <a:r>
              <a:rPr lang="en-GB" sz="900">
                <a:solidFill>
                  <a:schemeClr val="tx1"/>
                </a:solidFill>
              </a:rPr>
              <a:t>Industrialised IT platform for FAIR AI/data assets </a:t>
            </a:r>
          </a:p>
          <a:p>
            <a:pPr marL="352425" lvl="2" indent="-88900">
              <a:spcAft>
                <a:spcPts val="0"/>
              </a:spcAft>
              <a:buClr>
                <a:schemeClr val="tx1"/>
              </a:buClr>
            </a:pPr>
            <a:r>
              <a:rPr lang="en-GB" sz="900" err="1">
                <a:solidFill>
                  <a:schemeClr val="tx1"/>
                </a:solidFill>
              </a:rPr>
              <a:t>MVP’d</a:t>
            </a:r>
            <a:r>
              <a:rPr lang="en-GB" sz="900">
                <a:solidFill>
                  <a:schemeClr val="tx1"/>
                </a:solidFill>
              </a:rPr>
              <a:t> with competitive intelligence apps disseminating in near-real-time, single source </a:t>
            </a:r>
            <a:br>
              <a:rPr lang="en-GB" sz="900"/>
            </a:br>
            <a:r>
              <a:rPr lang="en-GB" sz="900">
                <a:solidFill>
                  <a:schemeClr val="tx1"/>
                </a:solidFill>
              </a:rPr>
              <a:t>of truth of competitive intelligence from BioPharma and Oncology</a:t>
            </a:r>
            <a:br>
              <a:rPr lang="en-GB" sz="900"/>
            </a:br>
            <a:endParaRPr lang="en-GB" sz="900">
              <a:solidFill>
                <a:schemeClr val="tx1"/>
              </a:solidFill>
            </a:endParaRPr>
          </a:p>
          <a:p>
            <a:pPr lvl="1">
              <a:buClr>
                <a:schemeClr val="tx1"/>
              </a:buClr>
            </a:pPr>
            <a:r>
              <a:rPr lang="en-GB" sz="1100" b="1">
                <a:solidFill>
                  <a:schemeClr val="tx1"/>
                </a:solidFill>
              </a:rPr>
              <a:t>WHY IS IT HERE: </a:t>
            </a:r>
            <a:endParaRPr lang="en-GB" sz="1100" b="1">
              <a:solidFill>
                <a:schemeClr val="tx1"/>
              </a:solidFill>
              <a:ea typeface="Calibri"/>
              <a:cs typeface="Calibri"/>
            </a:endParaRPr>
          </a:p>
          <a:p>
            <a:pPr marL="352425" lvl="2" indent="-88900">
              <a:spcAft>
                <a:spcPts val="0"/>
              </a:spcAft>
              <a:buClr>
                <a:schemeClr val="tx1"/>
              </a:buClr>
            </a:pPr>
            <a:r>
              <a:rPr lang="en-GB" sz="900">
                <a:solidFill>
                  <a:schemeClr val="tx1"/>
                </a:solidFill>
              </a:rPr>
              <a:t>Universal AZ access to FAIR competitive insight, single source of truth, immediately </a:t>
            </a:r>
            <a:br>
              <a:rPr lang="en-GB" sz="900"/>
            </a:br>
            <a:r>
              <a:rPr lang="en-GB" sz="900">
                <a:solidFill>
                  <a:schemeClr val="tx1"/>
                </a:solidFill>
              </a:rPr>
              <a:t>accessible (e.g. for SET), relieve manual tasks from CI professionals</a:t>
            </a:r>
            <a:endParaRPr lang="en-GB" sz="900">
              <a:solidFill>
                <a:schemeClr val="tx1"/>
              </a:solidFill>
              <a:ea typeface="Calibri"/>
              <a:cs typeface="Calibri"/>
            </a:endParaRPr>
          </a:p>
          <a:p>
            <a:pPr marL="352425" lvl="2" indent="-88900">
              <a:buClr>
                <a:schemeClr val="tx1"/>
              </a:buClr>
            </a:pPr>
            <a:r>
              <a:rPr lang="en-GB" sz="900">
                <a:solidFill>
                  <a:schemeClr val="tx1"/>
                </a:solidFill>
              </a:rPr>
              <a:t>Universal AZ access to FAIR AI &amp; data assets to unblock and accelerate innovation (IT2025)</a:t>
            </a:r>
            <a:endParaRPr lang="en-GB" sz="900">
              <a:solidFill>
                <a:schemeClr val="tx1"/>
              </a:solidFill>
              <a:ea typeface="+mn-lt"/>
              <a:cs typeface="+mn-lt"/>
            </a:endParaRPr>
          </a:p>
          <a:p>
            <a:pPr marL="352425" lvl="2" indent="-88900">
              <a:buClr>
                <a:schemeClr val="tx1"/>
              </a:buClr>
            </a:pPr>
            <a:r>
              <a:rPr lang="en-GB" sz="900" b="1">
                <a:ea typeface="+mn-lt"/>
                <a:cs typeface="+mn-lt"/>
              </a:rPr>
              <a:t>Data Find &amp; Integrate</a:t>
            </a:r>
            <a:r>
              <a:rPr lang="en-GB" sz="900">
                <a:ea typeface="+mn-lt"/>
                <a:cs typeface="+mn-lt"/>
              </a:rPr>
              <a:t>: Advanced search &amp; integration. For the first time scientists can perform complex searches for patient level data through Scientific Intelligence.</a:t>
            </a:r>
            <a:endParaRPr lang="en-GB" sz="900">
              <a:solidFill>
                <a:schemeClr val="tx1"/>
              </a:solidFill>
              <a:ea typeface="Calibri"/>
              <a:cs typeface="Calibri"/>
            </a:endParaRPr>
          </a:p>
          <a:p>
            <a:pPr lvl="1">
              <a:buClr>
                <a:schemeClr val="tx1"/>
              </a:buClr>
            </a:pPr>
            <a:r>
              <a:rPr lang="en-GB" sz="1100" b="1">
                <a:solidFill>
                  <a:schemeClr val="tx1"/>
                </a:solidFill>
              </a:rPr>
              <a:t>WHAT BENEFITS DOES IT DRIVE OR WHAT RISKS DOES IT MITIGATE:</a:t>
            </a:r>
            <a:endParaRPr lang="en-GB" sz="1100" b="1">
              <a:solidFill>
                <a:schemeClr val="tx1"/>
              </a:solidFill>
              <a:ea typeface="Calibri"/>
              <a:cs typeface="Calibri"/>
            </a:endParaRPr>
          </a:p>
          <a:p>
            <a:pPr marL="352425" lvl="2" indent="-88900">
              <a:spcAft>
                <a:spcPts val="0"/>
              </a:spcAft>
              <a:buClr>
                <a:schemeClr val="tx1"/>
              </a:buClr>
            </a:pPr>
            <a:r>
              <a:rPr lang="en-GB" sz="900" b="1">
                <a:solidFill>
                  <a:schemeClr val="tx1"/>
                </a:solidFill>
              </a:rPr>
              <a:t>Tangible value</a:t>
            </a:r>
            <a:r>
              <a:rPr lang="en-GB" sz="900">
                <a:solidFill>
                  <a:schemeClr val="tx1"/>
                </a:solidFill>
              </a:rPr>
              <a:t>: $millions potential identified in cost/time savings productivity increases for initial apps and in removal of effort. Potential for carbon/electricity savings too. Goal is tangible value exceeds development spend.</a:t>
            </a:r>
            <a:endParaRPr lang="en-GB" sz="900">
              <a:solidFill>
                <a:schemeClr val="tx1"/>
              </a:solidFill>
              <a:ea typeface="Calibri"/>
              <a:cs typeface="Calibri"/>
            </a:endParaRPr>
          </a:p>
          <a:p>
            <a:pPr marL="352425" lvl="2" indent="-88900">
              <a:spcAft>
                <a:spcPts val="0"/>
              </a:spcAft>
              <a:buClr>
                <a:schemeClr val="tx1"/>
              </a:buClr>
            </a:pPr>
            <a:r>
              <a:rPr lang="en-GB" sz="900" b="1">
                <a:solidFill>
                  <a:schemeClr val="tx1"/>
                </a:solidFill>
              </a:rPr>
              <a:t>Intangible value</a:t>
            </a:r>
            <a:r>
              <a:rPr lang="en-GB" sz="900">
                <a:solidFill>
                  <a:schemeClr val="tx1"/>
                </a:solidFill>
              </a:rPr>
              <a:t>: accelerated innovation, u</a:t>
            </a:r>
            <a:r>
              <a:rPr lang="en-US" sz="900" err="1">
                <a:solidFill>
                  <a:schemeClr val="tx1"/>
                </a:solidFill>
              </a:rPr>
              <a:t>niversal</a:t>
            </a:r>
            <a:r>
              <a:rPr lang="en-US" sz="900">
                <a:solidFill>
                  <a:schemeClr val="tx1"/>
                </a:solidFill>
              </a:rPr>
              <a:t> AZ access to </a:t>
            </a:r>
            <a:r>
              <a:rPr lang="en-US" sz="900" err="1">
                <a:solidFill>
                  <a:schemeClr val="tx1"/>
                </a:solidFill>
              </a:rPr>
              <a:t>democratised</a:t>
            </a:r>
            <a:r>
              <a:rPr lang="en-US" sz="900">
                <a:solidFill>
                  <a:schemeClr val="tx1"/>
                </a:solidFill>
              </a:rPr>
              <a:t>  FAIR assets, including single source of truth on competitive insight from initial apps</a:t>
            </a:r>
            <a:endParaRPr lang="en-US" sz="900">
              <a:solidFill>
                <a:schemeClr val="tx1"/>
              </a:solidFill>
              <a:ea typeface="Calibri"/>
              <a:cs typeface="Calibri"/>
            </a:endParaRPr>
          </a:p>
          <a:p>
            <a:pPr marL="352425" lvl="2" indent="-88900">
              <a:spcAft>
                <a:spcPts val="0"/>
              </a:spcAft>
              <a:buClr>
                <a:schemeClr val="tx1"/>
              </a:buClr>
            </a:pPr>
            <a:r>
              <a:rPr lang="en-GB" sz="900" b="1">
                <a:solidFill>
                  <a:schemeClr val="tx1"/>
                </a:solidFill>
              </a:rPr>
              <a:t>Risk mitigations (app platform)</a:t>
            </a:r>
            <a:r>
              <a:rPr lang="en-GB" sz="900">
                <a:solidFill>
                  <a:schemeClr val="tx1"/>
                </a:solidFill>
              </a:rPr>
              <a:t>: mitigates current risks of blocked innovation, duplicate project effort/cost, stranded AI assets, developer frustration and reduced productivity.</a:t>
            </a:r>
            <a:endParaRPr lang="en-GB" sz="900">
              <a:solidFill>
                <a:schemeClr val="tx1"/>
              </a:solidFill>
              <a:ea typeface="Calibri"/>
              <a:cs typeface="Calibri"/>
            </a:endParaRPr>
          </a:p>
          <a:p>
            <a:pPr marL="352425" lvl="2" indent="-88900">
              <a:spcAft>
                <a:spcPts val="0"/>
              </a:spcAft>
              <a:buClr>
                <a:schemeClr val="tx1"/>
              </a:buClr>
            </a:pPr>
            <a:r>
              <a:rPr lang="en-GB" sz="900" b="1">
                <a:solidFill>
                  <a:schemeClr val="tx1"/>
                </a:solidFill>
              </a:rPr>
              <a:t>Risk mitigations (CI apps)</a:t>
            </a:r>
            <a:r>
              <a:rPr lang="en-GB" sz="900">
                <a:solidFill>
                  <a:schemeClr val="tx1"/>
                </a:solidFill>
              </a:rPr>
              <a:t>: mitigates current risks of conflicting/slow/under-informed </a:t>
            </a:r>
            <a:r>
              <a:rPr lang="en-GB" sz="1000">
                <a:solidFill>
                  <a:schemeClr val="tx1"/>
                </a:solidFill>
              </a:rPr>
              <a:t>strategic decisions due to inaccessible/delayed/under-developed competitive insight</a:t>
            </a:r>
            <a:endParaRPr lang="en-GB" sz="1000">
              <a:solidFill>
                <a:schemeClr val="tx1"/>
              </a:solidFill>
              <a:ea typeface="Calibri"/>
              <a:cs typeface="Calibri"/>
            </a:endParaRPr>
          </a:p>
          <a:p>
            <a:pPr lvl="2">
              <a:buClr>
                <a:schemeClr val="tx1"/>
              </a:buClr>
            </a:pPr>
            <a:endParaRPr lang="en-GB" sz="1000" b="1"/>
          </a:p>
          <a:p>
            <a:pPr marL="215900" lvl="2" indent="0">
              <a:buClr>
                <a:schemeClr val="tx1"/>
              </a:buClr>
              <a:buNone/>
            </a:pPr>
            <a:endParaRPr lang="en-GB" sz="1000" b="0">
              <a:solidFill>
                <a:schemeClr val="tx1"/>
              </a:solidFill>
            </a:endParaRPr>
          </a:p>
        </p:txBody>
      </p:sp>
      <p:sp>
        <p:nvSpPr>
          <p:cNvPr id="24" name="Oval 23">
            <a:extLst>
              <a:ext uri="{FF2B5EF4-FFF2-40B4-BE49-F238E27FC236}">
                <a16:creationId xmlns:a16="http://schemas.microsoft.com/office/drawing/2014/main" id="{0420CB76-29F0-4627-8C73-8438DCF0D2D9}"/>
              </a:ext>
            </a:extLst>
          </p:cNvPr>
          <p:cNvSpPr/>
          <p:nvPr/>
        </p:nvSpPr>
        <p:spPr>
          <a:xfrm>
            <a:off x="6258241" y="345217"/>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25" name="Rectangle 24">
            <a:extLst>
              <a:ext uri="{FF2B5EF4-FFF2-40B4-BE49-F238E27FC236}">
                <a16:creationId xmlns:a16="http://schemas.microsoft.com/office/drawing/2014/main" id="{70C47668-9DD5-4A0B-B36F-23885B6859B0}"/>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26" name="Text Placeholder 23">
            <a:extLst>
              <a:ext uri="{FF2B5EF4-FFF2-40B4-BE49-F238E27FC236}">
                <a16:creationId xmlns:a16="http://schemas.microsoft.com/office/drawing/2014/main" id="{B7AD27E3-F3E7-4D6D-8C74-96AE2D3AFAFE}"/>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7" name="Table 21">
            <a:extLst>
              <a:ext uri="{FF2B5EF4-FFF2-40B4-BE49-F238E27FC236}">
                <a16:creationId xmlns:a16="http://schemas.microsoft.com/office/drawing/2014/main" id="{EF77F262-EE1A-4C91-BD3E-C68CF86BFB52}"/>
              </a:ext>
            </a:extLst>
          </p:cNvPr>
          <p:cNvGraphicFramePr>
            <a:graphicFrameLocks noGrp="1"/>
          </p:cNvGraphicFramePr>
          <p:nvPr>
            <p:extLst>
              <p:ext uri="{D42A27DB-BD31-4B8C-83A1-F6EECF244321}">
                <p14:modId xmlns:p14="http://schemas.microsoft.com/office/powerpoint/2010/main" val="283218071"/>
              </p:ext>
            </p:extLst>
          </p:nvPr>
        </p:nvGraphicFramePr>
        <p:xfrm>
          <a:off x="3003748" y="4241725"/>
          <a:ext cx="8688819" cy="2550477"/>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385328">
                <a:tc>
                  <a:txBody>
                    <a:bodyPr/>
                    <a:lstStyle/>
                    <a:p>
                      <a:pPr algn="ctr"/>
                      <a:r>
                        <a:rPr lang="en-GB" sz="1200">
                          <a:solidFill>
                            <a:schemeClr val="bg1"/>
                          </a:solidFill>
                        </a:rPr>
                        <a:t>NOW (Q3 2021)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 (Q4 2021)</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 (2022)</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500927">
                <a:tc>
                  <a:txBody>
                    <a:bodyPr/>
                    <a:lstStyle/>
                    <a:p>
                      <a:pPr marL="222250" lvl="1" indent="0">
                        <a:buFont typeface="Arial" panose="020B0604020202020204" pitchFamily="34" charset="0"/>
                        <a:buNone/>
                        <a:tabLst/>
                      </a:pPr>
                      <a:r>
                        <a:rPr lang="en-GB" sz="1000"/>
                        <a:t>ACTIVE KEY DELIVERABLES</a:t>
                      </a:r>
                    </a:p>
                    <a:p>
                      <a:pPr marL="222250" lvl="1" indent="0">
                        <a:buFont typeface="Arial" panose="020B0604020202020204" pitchFamily="34" charset="0"/>
                        <a:buNone/>
                        <a:tabLst/>
                      </a:pPr>
                      <a:r>
                        <a:rPr lang="en-GB" sz="1000"/>
                        <a:t>(BUSINESS FACING)</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marL="177800" lvl="1" indent="0">
                        <a:buFont typeface="Arial" panose="020B0604020202020204" pitchFamily="34" charset="0"/>
                        <a:buNone/>
                        <a:tabLst/>
                      </a:pPr>
                      <a:r>
                        <a:rPr lang="en-GB" sz="1000"/>
                        <a:t>WHATS STARTING FOR Q4</a:t>
                      </a:r>
                    </a:p>
                    <a:p>
                      <a:pPr marL="177800" lvl="1" indent="0">
                        <a:buFont typeface="Arial" panose="020B0604020202020204" pitchFamily="34" charset="0"/>
                        <a:buNone/>
                        <a:tabLst/>
                      </a:pPr>
                      <a:r>
                        <a:rPr lang="en-GB" sz="1000"/>
                        <a:t>(BUSINESS FACING)</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marL="177800" lvl="1" indent="0">
                        <a:buFont typeface="Arial" panose="020B0604020202020204" pitchFamily="34" charset="0"/>
                        <a:buNone/>
                        <a:tabLst/>
                      </a:pPr>
                      <a:r>
                        <a:rPr lang="en-GB" sz="1000"/>
                        <a:t>MAJOR DELIVERABLES IN 2022</a:t>
                      </a:r>
                    </a:p>
                    <a:p>
                      <a:pPr marL="177800" lvl="1" indent="0">
                        <a:buFont typeface="Arial" panose="020B0604020202020204" pitchFamily="34" charset="0"/>
                        <a:buNone/>
                        <a:tabLst/>
                      </a:pPr>
                      <a:r>
                        <a:rPr lang="en-GB" sz="1000"/>
                        <a:t>(BUSINESS FACING)</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r h="1664222">
                <a:tc>
                  <a:txBody>
                    <a:bodyPr/>
                    <a:lstStyle/>
                    <a:p>
                      <a:pPr marL="357188" lvl="1" indent="-134938">
                        <a:buFont typeface="Arial" panose="020B0604020202020204" pitchFamily="34" charset="0"/>
                        <a:buNone/>
                        <a:tabLst/>
                      </a:pPr>
                      <a:r>
                        <a:rPr lang="en-GB" sz="1000"/>
                        <a:t>BioPharma CI:</a:t>
                      </a:r>
                    </a:p>
                    <a:p>
                      <a:pPr marL="357188" lvl="1" indent="-134938">
                        <a:buFont typeface="Arial" panose="020B0604020202020204" pitchFamily="34" charset="0"/>
                        <a:buChar char="•"/>
                        <a:tabLst/>
                      </a:pPr>
                      <a:r>
                        <a:rPr lang="en-GB" sz="1000"/>
                        <a:t>Bug fixes and user requests for 6 apps</a:t>
                      </a:r>
                    </a:p>
                    <a:p>
                      <a:pPr marL="357188" lvl="1" indent="-134938">
                        <a:buFont typeface="Arial" panose="020B0604020202020204" pitchFamily="34" charset="0"/>
                        <a:buChar char="•"/>
                        <a:tabLst/>
                      </a:pPr>
                      <a:r>
                        <a:rPr lang="en-GB" sz="1000"/>
                        <a:t>Requirements capture and development of 3 more apps</a:t>
                      </a:r>
                    </a:p>
                    <a:p>
                      <a:pPr marL="357188" lvl="1" indent="-134938">
                        <a:buFont typeface="Arial" panose="020B0604020202020204" pitchFamily="34" charset="0"/>
                        <a:buNone/>
                        <a:tabLst/>
                      </a:pPr>
                      <a:r>
                        <a:rPr lang="en-GB" sz="1000"/>
                        <a:t>Oncology CI:</a:t>
                      </a:r>
                    </a:p>
                    <a:p>
                      <a:pPr marL="357188" lvl="1" indent="-134938">
                        <a:buFont typeface="Arial" panose="020B0604020202020204" pitchFamily="34" charset="0"/>
                        <a:buChar char="•"/>
                        <a:tabLst/>
                      </a:pPr>
                      <a:r>
                        <a:rPr lang="en-GB" sz="1000"/>
                        <a:t>3 apps in prototyping </a:t>
                      </a:r>
                    </a:p>
                    <a:p>
                      <a:pPr marL="357188" lvl="1" indent="-134938">
                        <a:buFont typeface="Arial" panose="020B0604020202020204" pitchFamily="34" charset="0"/>
                        <a:buChar char="•"/>
                        <a:tabLst/>
                      </a:pPr>
                      <a:r>
                        <a:rPr lang="en-GB" sz="1000"/>
                        <a:t>Requirements capture for future apps </a:t>
                      </a:r>
                    </a:p>
                    <a:p>
                      <a:pPr marL="357188" lvl="1" indent="-134938">
                        <a:buFont typeface="Arial" panose="020B0604020202020204" pitchFamily="34" charset="0"/>
                        <a:buNone/>
                        <a:tabLst/>
                      </a:pPr>
                      <a:r>
                        <a:rPr lang="en-GB" sz="1000"/>
                        <a:t>App platform (asset publication/reuse):</a:t>
                      </a:r>
                    </a:p>
                    <a:p>
                      <a:pPr marL="357188" lvl="1" indent="-134938">
                        <a:buFont typeface="Arial" panose="020B0604020202020204" pitchFamily="34" charset="0"/>
                        <a:buChar char="•"/>
                        <a:tabLst/>
                      </a:pPr>
                      <a:r>
                        <a:rPr lang="en-GB" sz="1000"/>
                        <a:t>Requirements gathering, Tumour maps POC</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1778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a:t>BioPharma CI:</a:t>
                      </a:r>
                    </a:p>
                    <a:p>
                      <a:pPr marL="312738" marR="0" lvl="1" indent="-1349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Launch of Congress app</a:t>
                      </a:r>
                    </a:p>
                    <a:p>
                      <a:pPr marL="312738" marR="0" lvl="1" indent="-1349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Data Curation app</a:t>
                      </a:r>
                    </a:p>
                    <a:p>
                      <a:pPr marL="312738" marR="0" lvl="1" indent="-1349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Landscape Explorer app</a:t>
                      </a:r>
                    </a:p>
                    <a:p>
                      <a:pPr marL="1778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a:t>Oncology CI:</a:t>
                      </a:r>
                    </a:p>
                    <a:p>
                      <a:pPr marL="312738" marR="0" lvl="1" indent="-1349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kern="1200">
                          <a:solidFill>
                            <a:schemeClr val="tx1"/>
                          </a:solidFill>
                          <a:latin typeface="+mn-lt"/>
                          <a:ea typeface="+mn-ea"/>
                          <a:cs typeface="+mn-cs"/>
                        </a:rPr>
                        <a:t>Launch of Oncology Trials Search </a:t>
                      </a:r>
                      <a:r>
                        <a:rPr lang="en-US" sz="1000" b="0" i="0" u="none" strike="noStrike" kern="1200">
                          <a:solidFill>
                            <a:schemeClr val="tx1"/>
                          </a:solidFill>
                          <a:effectLst/>
                          <a:latin typeface="+mn-lt"/>
                          <a:ea typeface="+mn-ea"/>
                          <a:cs typeface="+mn-cs"/>
                        </a:rPr>
                        <a:t>app</a:t>
                      </a:r>
                    </a:p>
                    <a:p>
                      <a:pPr marL="312738" marR="0" lvl="1" indent="-1349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b="0" i="0" u="none" strike="noStrike" kern="1200">
                          <a:solidFill>
                            <a:schemeClr val="tx1"/>
                          </a:solidFill>
                          <a:effectLst/>
                          <a:latin typeface="+mn-lt"/>
                          <a:ea typeface="+mn-ea"/>
                          <a:cs typeface="+mn-cs"/>
                        </a:rPr>
                        <a:t>Kaplan-Meier Digitization app</a:t>
                      </a:r>
                      <a:endParaRPr lang="en-US" sz="1000" b="0" i="0" u="none" strike="noStrike" kern="1200">
                        <a:solidFill>
                          <a:schemeClr val="tx1"/>
                        </a:solidFill>
                        <a:effectLst/>
                        <a:latin typeface="+mn-lt"/>
                        <a:ea typeface="+mn-ea"/>
                        <a:cs typeface="+mn-cs"/>
                      </a:endParaRPr>
                    </a:p>
                    <a:p>
                      <a:pPr marL="312738" marR="0" lvl="1" indent="-13493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b="0" i="0" u="none" strike="noStrike" kern="1200">
                          <a:solidFill>
                            <a:schemeClr val="tx1"/>
                          </a:solidFill>
                          <a:effectLst/>
                          <a:latin typeface="+mn-lt"/>
                          <a:ea typeface="+mn-ea"/>
                          <a:cs typeface="+mn-cs"/>
                        </a:rPr>
                        <a:t>Competitive Landscapes app</a:t>
                      </a:r>
                    </a:p>
                    <a:p>
                      <a:pPr marL="357188" lvl="1" indent="-134938">
                        <a:buFont typeface="Arial" panose="020B0604020202020204" pitchFamily="34" charset="0"/>
                        <a:buNone/>
                        <a:tabLst/>
                      </a:pPr>
                      <a:r>
                        <a:rPr lang="en-GB" sz="1000"/>
                        <a:t>App platform (asset publication/reuse):</a:t>
                      </a:r>
                    </a:p>
                    <a:p>
                      <a:pPr marL="357188" lvl="1" indent="-134938">
                        <a:buFont typeface="Arial" panose="020B0604020202020204" pitchFamily="34" charset="0"/>
                        <a:buChar char="•"/>
                        <a:tabLst/>
                      </a:pPr>
                      <a:r>
                        <a:rPr lang="en-GB" sz="1000"/>
                        <a:t>Requirements gathering </a:t>
                      </a:r>
                      <a:r>
                        <a:rPr lang="en-GB" sz="1000" err="1"/>
                        <a:t>inc</a:t>
                      </a:r>
                      <a:r>
                        <a:rPr lang="en-GB" sz="1000"/>
                        <a:t> Unified Memory</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pPr marL="312738" marR="0" lvl="1" indent="-134938"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a:t>BioPharma CI:</a:t>
                      </a:r>
                    </a:p>
                    <a:p>
                      <a:pPr marL="3492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Apps enriched with automation, vendor input integration, advanced data products, increasing search sophistication</a:t>
                      </a:r>
                    </a:p>
                    <a:p>
                      <a:pPr marL="312738" marR="0" lvl="1" indent="-134938"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a:t>Oncology CI:</a:t>
                      </a:r>
                    </a:p>
                    <a:p>
                      <a:pPr marL="3492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New apps: </a:t>
                      </a:r>
                      <a:r>
                        <a:rPr lang="en-GB" sz="1000" b="0" i="0">
                          <a:solidFill>
                            <a:srgbClr val="3F4444"/>
                          </a:solidFill>
                          <a:effectLst/>
                          <a:latin typeface="Calibri" panose="020F0502020204030204" pitchFamily="34" charset="0"/>
                        </a:rPr>
                        <a:t>Congress data mining​, R&amp;D Portfolio Linked database​, R&amp;D Innovation recommender​, Trial Site Maps​, KOL Ranking​</a:t>
                      </a:r>
                      <a:endParaRPr lang="en-GB" sz="1000"/>
                    </a:p>
                    <a:p>
                      <a:pPr marL="312738" lvl="1" indent="-134938">
                        <a:buFont typeface="Arial" panose="020B0604020202020204" pitchFamily="34" charset="0"/>
                        <a:buNone/>
                        <a:tabLst/>
                      </a:pPr>
                      <a:r>
                        <a:rPr lang="en-GB" sz="1000"/>
                        <a:t>App platform enables AZ-wide:</a:t>
                      </a:r>
                    </a:p>
                    <a:p>
                      <a:pPr marL="312738" lvl="1" indent="-134938">
                        <a:buFont typeface="Arial" panose="020B0604020202020204" pitchFamily="34" charset="0"/>
                        <a:buChar char="•"/>
                        <a:tabLst/>
                      </a:pPr>
                      <a:r>
                        <a:rPr lang="en-GB" sz="1000"/>
                        <a:t>Publish your own FAIR app/API/dataset/code</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754923607"/>
                  </a:ext>
                </a:extLst>
              </a:tr>
            </a:tbl>
          </a:graphicData>
        </a:graphic>
      </p:graphicFrame>
      <p:pic>
        <p:nvPicPr>
          <p:cNvPr id="28" name="Picture 27" descr="Graphical user interface, application&#10;&#10;Description automatically generated">
            <a:extLst>
              <a:ext uri="{FF2B5EF4-FFF2-40B4-BE49-F238E27FC236}">
                <a16:creationId xmlns:a16="http://schemas.microsoft.com/office/drawing/2014/main" id="{F81DA23F-6298-4BCF-98F2-7912D4F1CC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0628" y="2324826"/>
            <a:ext cx="1591172" cy="1133542"/>
          </a:xfrm>
          <a:prstGeom prst="rect">
            <a:avLst/>
          </a:prstGeom>
        </p:spPr>
      </p:pic>
      <p:pic>
        <p:nvPicPr>
          <p:cNvPr id="29" name="Picture 28" descr="Graphical user interface, application&#10;&#10;Description automatically generated">
            <a:extLst>
              <a:ext uri="{FF2B5EF4-FFF2-40B4-BE49-F238E27FC236}">
                <a16:creationId xmlns:a16="http://schemas.microsoft.com/office/drawing/2014/main" id="{0D8B4157-CDFB-47CF-ABBA-EB67AB7B65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93977" y="345217"/>
            <a:ext cx="2756047" cy="1930903"/>
          </a:xfrm>
          <a:prstGeom prst="rect">
            <a:avLst/>
          </a:prstGeom>
        </p:spPr>
      </p:pic>
      <p:pic>
        <p:nvPicPr>
          <p:cNvPr id="30" name="Picture 29" descr="Graphical user interface, application&#10;&#10;Description automatically generated">
            <a:extLst>
              <a:ext uri="{FF2B5EF4-FFF2-40B4-BE49-F238E27FC236}">
                <a16:creationId xmlns:a16="http://schemas.microsoft.com/office/drawing/2014/main" id="{A88F94C5-F89A-4674-89AF-D7747FB907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74003" y="989894"/>
            <a:ext cx="2913002" cy="2192145"/>
          </a:xfrm>
          <a:prstGeom prst="rect">
            <a:avLst/>
          </a:prstGeom>
        </p:spPr>
      </p:pic>
      <p:sp>
        <p:nvSpPr>
          <p:cNvPr id="31" name="TextBox 30">
            <a:extLst>
              <a:ext uri="{FF2B5EF4-FFF2-40B4-BE49-F238E27FC236}">
                <a16:creationId xmlns:a16="http://schemas.microsoft.com/office/drawing/2014/main" id="{06CC8D00-29E4-49AC-B547-74D89ED9FC9A}"/>
              </a:ext>
            </a:extLst>
          </p:cNvPr>
          <p:cNvSpPr txBox="1"/>
          <p:nvPr/>
        </p:nvSpPr>
        <p:spPr>
          <a:xfrm>
            <a:off x="10255624" y="345217"/>
            <a:ext cx="1653346" cy="507831"/>
          </a:xfrm>
          <a:prstGeom prst="rect">
            <a:avLst/>
          </a:prstGeom>
          <a:noFill/>
        </p:spPr>
        <p:txBody>
          <a:bodyPr wrap="square" rtlCol="0">
            <a:spAutoFit/>
          </a:bodyPr>
          <a:lstStyle/>
          <a:p>
            <a:pPr algn="l">
              <a:spcAft>
                <a:spcPts val="600"/>
              </a:spcAft>
            </a:pPr>
            <a:r>
              <a:rPr lang="en-US" sz="900">
                <a:solidFill>
                  <a:schemeClr val="accent1">
                    <a:lumMod val="60000"/>
                    <a:lumOff val="40000"/>
                  </a:schemeClr>
                </a:solidFill>
              </a:rPr>
              <a:t>Examples of Connected Intelligence interface designs/functionality for 2022</a:t>
            </a:r>
          </a:p>
        </p:txBody>
      </p:sp>
    </p:spTree>
    <p:extLst>
      <p:ext uri="{BB962C8B-B14F-4D97-AF65-F5344CB8AC3E}">
        <p14:creationId xmlns:p14="http://schemas.microsoft.com/office/powerpoint/2010/main" val="3122077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23</a:t>
            </a:fld>
            <a:endParaRPr lang="en-GB"/>
          </a:p>
        </p:txBody>
      </p:sp>
      <p:sp>
        <p:nvSpPr>
          <p:cNvPr id="13" name="Text Placeholder 12">
            <a:extLst>
              <a:ext uri="{FF2B5EF4-FFF2-40B4-BE49-F238E27FC236}">
                <a16:creationId xmlns:a16="http://schemas.microsoft.com/office/drawing/2014/main" id="{7B41D98B-C14B-4081-B1F7-67CD88FBD399}"/>
              </a:ext>
            </a:extLst>
          </p:cNvPr>
          <p:cNvSpPr>
            <a:spLocks noGrp="1"/>
          </p:cNvSpPr>
          <p:nvPr>
            <p:ph type="body" sz="quarter" idx="111"/>
          </p:nvPr>
        </p:nvSpPr>
        <p:spPr/>
        <p:txBody>
          <a:bodyPr/>
          <a:lstStyle/>
          <a:p>
            <a:endParaRPr lang="en-US"/>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solidFill>
                  <a:schemeClr val="tx1"/>
                </a:solidFill>
              </a:rPr>
              <a:t>AI Ops</a:t>
            </a:r>
          </a:p>
          <a:p>
            <a:endParaRPr lang="en-GB" sz="2000">
              <a:solidFill>
                <a:schemeClr val="tx1"/>
              </a:solidFill>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43199" y="197998"/>
            <a:ext cx="5343425" cy="3287054"/>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AI OPS Platform</a:t>
            </a:r>
          </a:p>
          <a:p>
            <a:pPr algn="l"/>
            <a:endParaRPr lang="en-US" sz="1000" b="0">
              <a:solidFill>
                <a:schemeClr val="tx1"/>
              </a:solidFill>
            </a:endParaRPr>
          </a:p>
          <a:p>
            <a:pPr marL="171450" indent="-171450" algn="l">
              <a:buClr>
                <a:schemeClr val="tx1"/>
              </a:buClr>
              <a:buSzPct val="100000"/>
              <a:buFont typeface="+mn-lt"/>
              <a:buChar char="•"/>
            </a:pPr>
            <a:r>
              <a:rPr lang="en-US" sz="1100">
                <a:solidFill>
                  <a:schemeClr val="tx1"/>
                </a:solidFill>
              </a:rPr>
              <a:t>AI Bench</a:t>
            </a:r>
          </a:p>
          <a:p>
            <a:pPr lvl="2">
              <a:buClr>
                <a:schemeClr val="tx1"/>
              </a:buClr>
            </a:pPr>
            <a:r>
              <a:rPr lang="en-GB" sz="1000">
                <a:solidFill>
                  <a:schemeClr val="tx1"/>
                </a:solidFill>
              </a:rPr>
              <a:t>An end to end data science environment with all required tools for Productionising Data Science at Scale. Supports MLOPS, GXP, and AZ Acceptance to Service. Built on the AWS Cloud using the </a:t>
            </a:r>
            <a:r>
              <a:rPr lang="en-GB" sz="1000" err="1">
                <a:solidFill>
                  <a:schemeClr val="tx1"/>
                </a:solidFill>
              </a:rPr>
              <a:t>SageMaker</a:t>
            </a:r>
            <a:r>
              <a:rPr lang="en-GB" sz="1000">
                <a:solidFill>
                  <a:schemeClr val="tx1"/>
                </a:solidFill>
              </a:rPr>
              <a:t> Stack.</a:t>
            </a:r>
          </a:p>
          <a:p>
            <a:pPr lvl="2">
              <a:buClr>
                <a:schemeClr val="tx1"/>
              </a:buClr>
            </a:pPr>
            <a:r>
              <a:rPr lang="en-GB" sz="1000">
                <a:solidFill>
                  <a:schemeClr val="tx1"/>
                </a:solidFill>
              </a:rPr>
              <a:t>194+ customers across AZ. Reduced time to deliver Data Science Environments to the business from 3 Months to 1.5 days. </a:t>
            </a:r>
          </a:p>
          <a:p>
            <a:pPr lvl="1">
              <a:buClr>
                <a:schemeClr val="tx1"/>
              </a:buClr>
            </a:pPr>
            <a:r>
              <a:rPr lang="en-GB" sz="1200" b="1">
                <a:solidFill>
                  <a:schemeClr val="tx1"/>
                </a:solidFill>
              </a:rPr>
              <a:t>Dataiku</a:t>
            </a:r>
          </a:p>
          <a:p>
            <a:pPr lvl="2">
              <a:buClr>
                <a:schemeClr val="tx1"/>
              </a:buClr>
            </a:pPr>
            <a:r>
              <a:rPr lang="en-GB" sz="1000">
                <a:solidFill>
                  <a:schemeClr val="tx1"/>
                </a:solidFill>
              </a:rPr>
              <a:t>A drag and drop data science tool targeting on uplifting the “Citizen Data Scientist” with cutting edge machine learning technologies. Dramatically reduces the learning curve required to extract, transform, load and analyse data. </a:t>
            </a:r>
          </a:p>
          <a:p>
            <a:pPr lvl="2">
              <a:buClr>
                <a:schemeClr val="tx1"/>
              </a:buClr>
            </a:pPr>
            <a:r>
              <a:rPr lang="en-GB" sz="1000">
                <a:solidFill>
                  <a:schemeClr val="tx1"/>
                </a:solidFill>
              </a:rPr>
              <a:t>Recently raised funds across AZ to open up to customers outside of R&amp;D. 100+ customers across R&amp;D, Commercial, Finance, HR, Operations. Ongoing production workloads.</a:t>
            </a:r>
          </a:p>
          <a:p>
            <a:pPr lvl="1">
              <a:buClr>
                <a:schemeClr val="tx1"/>
              </a:buClr>
            </a:pPr>
            <a:r>
              <a:rPr lang="en-GB" sz="1200" b="1">
                <a:solidFill>
                  <a:schemeClr val="tx1"/>
                </a:solidFill>
              </a:rPr>
              <a:t>Central Model Registry</a:t>
            </a:r>
          </a:p>
          <a:p>
            <a:pPr lvl="2">
              <a:buClr>
                <a:schemeClr val="tx1"/>
              </a:buClr>
            </a:pPr>
            <a:r>
              <a:rPr lang="en-GB" sz="1000">
                <a:solidFill>
                  <a:schemeClr val="tx1"/>
                </a:solidFill>
              </a:rPr>
              <a:t>A central location for all AstraZeneca’s AI Models across the company enabling collaboration across teams, archival of results and parameters and reusability of the companies existing data assets. Launched with pilot customers.</a:t>
            </a: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8138029" y="600980"/>
            <a:ext cx="3719536" cy="2178403"/>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2811681" y="696556"/>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3003748" y="4241724"/>
          <a:ext cx="8688819" cy="326136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20061">
                <a:tc>
                  <a:txBody>
                    <a:bodyPr/>
                    <a:lstStyle/>
                    <a:p>
                      <a:pPr algn="ctr"/>
                      <a:r>
                        <a:rPr lang="en-GB" sz="1200">
                          <a:solidFill>
                            <a:schemeClr val="bg1"/>
                          </a:solidFill>
                        </a:rPr>
                        <a:t>NOW </a:t>
                      </a:r>
                    </a:p>
                  </a:txBody>
                  <a:tcPr marL="0" marR="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marL="0" marR="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marL="0" marR="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195609">
                <a:tc>
                  <a:txBody>
                    <a:bodyPr/>
                    <a:lstStyle/>
                    <a:p>
                      <a:pPr marL="457200" lvl="1" indent="0">
                        <a:buFont typeface="Arial" panose="020B0604020202020204" pitchFamily="34" charset="0"/>
                        <a:buNone/>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marL="457200" lvl="1" indent="0">
                        <a:buFont typeface="Arial" panose="020B0604020202020204" pitchFamily="34" charset="0"/>
                        <a:buNone/>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r h="1809387">
                <a:tc>
                  <a:txBody>
                    <a:bodyPr/>
                    <a:lstStyle/>
                    <a:p>
                      <a:pPr marL="171450" lvl="0" indent="-171450">
                        <a:buFont typeface="Arial" panose="020B0604020202020204" pitchFamily="34" charset="0"/>
                        <a:buChar char="•"/>
                      </a:pPr>
                      <a:r>
                        <a:rPr lang="en-GB" sz="1200"/>
                        <a:t>Build out Kubeflow Machine Learning Platform that enables ML engineering teams in R&amp;D</a:t>
                      </a:r>
                    </a:p>
                    <a:p>
                      <a:pPr marL="171450" lvl="0" indent="-171450">
                        <a:buFont typeface="Arial" panose="020B0604020202020204" pitchFamily="34" charset="0"/>
                        <a:buChar char="•"/>
                      </a:pPr>
                      <a:r>
                        <a:rPr lang="en-GB" sz="1200"/>
                        <a:t>Enhance AI Bench with SageMaker Studio capability that offers full end-to-end ML engineering capability.</a:t>
                      </a:r>
                    </a:p>
                    <a:p>
                      <a:pPr marL="171450" lvl="0" indent="-171450">
                        <a:buFont typeface="Arial" panose="020B0604020202020204" pitchFamily="34" charset="0"/>
                        <a:buChar char="•"/>
                      </a:pPr>
                      <a:r>
                        <a:rPr lang="en-GB" sz="1200"/>
                        <a:t>GXP Gap closure that enable CMO’s NLP A-Class project</a:t>
                      </a:r>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171450" lvl="0" indent="-171450">
                        <a:buFont typeface="Arial" panose="020B0604020202020204" pitchFamily="34" charset="0"/>
                        <a:buChar char="•"/>
                      </a:pPr>
                      <a:r>
                        <a:rPr lang="en-GB" sz="1200"/>
                        <a:t>GxP validated Central Model Registry public release enables model registry, tracking and sharing for GxP validated ML workflows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t>AI Bench with SageMaker Studio non-GxP release that enables ML engineering workload</a:t>
                      </a:r>
                    </a:p>
                    <a:p>
                      <a:pPr marL="457200" lvl="1" indent="0">
                        <a:buFont typeface="Arial" panose="020B0604020202020204" pitchFamily="34" charset="0"/>
                        <a:buNone/>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pPr marL="628650" lvl="1" indent="-171450">
                        <a:buFont typeface="Arial" panose="020B0604020202020204" pitchFamily="34" charset="0"/>
                        <a:buChar char="•"/>
                      </a:pPr>
                      <a:r>
                        <a:rPr lang="en-GB" sz="1200"/>
                        <a:t>Automation of GXP qualification process to increase the frequency of GXP release</a:t>
                      </a:r>
                    </a:p>
                    <a:p>
                      <a:pPr marL="628650" lvl="1" indent="-171450">
                        <a:buFont typeface="Arial" panose="020B0604020202020204" pitchFamily="34" charset="0"/>
                        <a:buChar char="•"/>
                      </a:pPr>
                      <a:r>
                        <a:rPr lang="en-GB" sz="1200"/>
                        <a:t>GxP qualified Kubeflow Machine Learning platform for ML engineering teams in R&amp;D.</a:t>
                      </a:r>
                    </a:p>
                    <a:p>
                      <a:pPr marL="628650" lvl="1" indent="-171450">
                        <a:buFont typeface="Arial" panose="020B0604020202020204" pitchFamily="34" charset="0"/>
                        <a:buChar char="•"/>
                      </a:pPr>
                      <a:r>
                        <a:rPr lang="en-GB" sz="1200"/>
                        <a:t>Feature Store for feature engineering, tracking and sharing across R&amp;D teams</a:t>
                      </a:r>
                    </a:p>
                    <a:p>
                      <a:pPr marL="628650" lvl="1" indent="-171450">
                        <a:buFont typeface="Arial" panose="020B0604020202020204" pitchFamily="34" charset="0"/>
                        <a:buChar char="•"/>
                      </a:pPr>
                      <a:r>
                        <a:rPr lang="en-GB" sz="1200"/>
                        <a:t>Model serving and hosting platform to deploying ML models at scale.</a:t>
                      </a:r>
                    </a:p>
                    <a:p>
                      <a:pPr marL="457200" lvl="1" indent="0">
                        <a:buFont typeface="Arial" panose="020B0604020202020204" pitchFamily="34" charset="0"/>
                        <a:buNone/>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754923607"/>
                  </a:ext>
                </a:extLst>
              </a:tr>
              <a:tr h="195609">
                <a:tc>
                  <a:txBody>
                    <a:bodyPr/>
                    <a:lstStyle/>
                    <a:p>
                      <a:pPr marL="457200" lvl="1" indent="0">
                        <a:buFont typeface="Arial" panose="020B0604020202020204" pitchFamily="34" charset="0"/>
                        <a:buNone/>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tc>
                  <a:txBody>
                    <a:bodyPr/>
                    <a:lstStyle/>
                    <a:p>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solidFill>
                      <a:schemeClr val="bg1"/>
                    </a:solidFill>
                  </a:tcPr>
                </a:tc>
                <a:extLst>
                  <a:ext uri="{0D108BD9-81ED-4DB2-BD59-A6C34878D82A}">
                    <a16:rowId xmlns:a16="http://schemas.microsoft.com/office/drawing/2014/main" val="1025454338"/>
                  </a:ext>
                </a:extLst>
              </a:tr>
              <a:tr h="195609">
                <a:tc>
                  <a:txBody>
                    <a:bodyPr/>
                    <a:lstStyle/>
                    <a:p>
                      <a:pPr marL="285750" indent="-285750">
                        <a:buFont typeface="Arial" panose="020B0604020202020204" pitchFamily="34" charset="0"/>
                        <a:buChar char="•"/>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indent="-285750">
                        <a:buFont typeface="Arial" panose="020B0604020202020204" pitchFamily="34" charset="0"/>
                        <a:buChar char="•"/>
                      </a:pPr>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B w="3175" cap="flat" cmpd="sng" algn="ctr">
                      <a:solidFill>
                        <a:schemeClr val="tx2"/>
                      </a:solidFill>
                      <a:prstDash val="solid"/>
                      <a:round/>
                      <a:headEnd type="none" w="med" len="med"/>
                      <a:tailEnd type="none" w="med" len="med"/>
                    </a:lnB>
                  </a:tcPr>
                </a:tc>
                <a:tc>
                  <a:txBody>
                    <a:bodyPr/>
                    <a:lstStyle/>
                    <a:p>
                      <a:endParaRPr lang="en-GB" sz="1000"/>
                    </a:p>
                  </a:txBody>
                  <a:tcPr marL="0" marR="0">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589581222"/>
                  </a:ext>
                </a:extLst>
              </a:tr>
            </a:tbl>
          </a:graphicData>
        </a:graphic>
      </p:graphicFrame>
      <p:sp>
        <p:nvSpPr>
          <p:cNvPr id="14" name="Oval 13">
            <a:extLst>
              <a:ext uri="{FF2B5EF4-FFF2-40B4-BE49-F238E27FC236}">
                <a16:creationId xmlns:a16="http://schemas.microsoft.com/office/drawing/2014/main" id="{39070EFC-B5DB-F74A-B468-6383C658CD96}"/>
              </a:ext>
            </a:extLst>
          </p:cNvPr>
          <p:cNvSpPr/>
          <p:nvPr/>
        </p:nvSpPr>
        <p:spPr>
          <a:xfrm>
            <a:off x="2804197" y="1675246"/>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5" name="Oval 14">
            <a:extLst>
              <a:ext uri="{FF2B5EF4-FFF2-40B4-BE49-F238E27FC236}">
                <a16:creationId xmlns:a16="http://schemas.microsoft.com/office/drawing/2014/main" id="{AD678605-EB7A-0843-A41D-848FF35E833A}"/>
              </a:ext>
            </a:extLst>
          </p:cNvPr>
          <p:cNvSpPr/>
          <p:nvPr/>
        </p:nvSpPr>
        <p:spPr>
          <a:xfrm>
            <a:off x="2804197" y="2722994"/>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Tree>
    <p:extLst>
      <p:ext uri="{BB962C8B-B14F-4D97-AF65-F5344CB8AC3E}">
        <p14:creationId xmlns:p14="http://schemas.microsoft.com/office/powerpoint/2010/main" val="3765280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EA8D3D-3314-429A-8A8E-5F7E9B006598}"/>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20D468AA-4811-48B2-9A8E-94641A39C464}"/>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24</a:t>
            </a:fld>
            <a:endParaRPr lang="en-GB"/>
          </a:p>
        </p:txBody>
      </p:sp>
      <p:sp>
        <p:nvSpPr>
          <p:cNvPr id="18" name="Text Placeholder 17">
            <a:extLst>
              <a:ext uri="{FF2B5EF4-FFF2-40B4-BE49-F238E27FC236}">
                <a16:creationId xmlns:a16="http://schemas.microsoft.com/office/drawing/2014/main" id="{3B46A1DA-5469-4E83-80AE-998788F05C3F}"/>
              </a:ext>
            </a:extLst>
          </p:cNvPr>
          <p:cNvSpPr>
            <a:spLocks noGrp="1"/>
          </p:cNvSpPr>
          <p:nvPr>
            <p:ph type="body" sz="quarter" idx="111"/>
          </p:nvPr>
        </p:nvSpPr>
        <p:spPr/>
        <p:txBody>
          <a:bodyPr/>
          <a:lstStyle/>
          <a:p>
            <a:endParaRPr lang="en-US"/>
          </a:p>
        </p:txBody>
      </p:sp>
      <p:sp>
        <p:nvSpPr>
          <p:cNvPr id="5" name="Text Placeholder 12">
            <a:extLst>
              <a:ext uri="{FF2B5EF4-FFF2-40B4-BE49-F238E27FC236}">
                <a16:creationId xmlns:a16="http://schemas.microsoft.com/office/drawing/2014/main" id="{DEED0408-947B-47C8-B55E-E573F04A89FD}"/>
              </a:ext>
            </a:extLst>
          </p:cNvPr>
          <p:cNvSpPr txBox="1">
            <a:spLocks/>
          </p:cNvSpPr>
          <p:nvPr/>
        </p:nvSpPr>
        <p:spPr>
          <a:xfrm>
            <a:off x="407988" y="6200774"/>
            <a:ext cx="9729787" cy="657225"/>
          </a:xfrm>
          <a:prstGeom prst="rect">
            <a:avLst/>
          </a:prstGeom>
        </p:spPr>
        <p:txBody>
          <a:bodyPr vert="horz" lIns="91440" tIns="45720" rIns="91440" bIns="45720" rtlCol="0" anchor="b" anchorCtr="0">
            <a:noAutofit/>
          </a:bodyPr>
          <a:lstStyle>
            <a:lvl1pPr marL="228600" indent="-228600">
              <a:lnSpc>
                <a:spcPct val="100000"/>
              </a:lnSpc>
              <a:spcBef>
                <a:spcPts val="0"/>
              </a:spcBef>
              <a:spcAft>
                <a:spcPts val="300"/>
              </a:spcAft>
              <a:buFont typeface="Arial" panose="020B0604020202020204" pitchFamily="34" charset="0"/>
              <a:buNone/>
              <a:defRPr sz="800"/>
            </a:lvl1pPr>
            <a:lvl2pPr marL="630900" marR="0" indent="-342900" fontAlgn="auto">
              <a:lnSpc>
                <a:spcPct val="100000"/>
              </a:lnSpc>
              <a:spcBef>
                <a:spcPts val="0"/>
              </a:spcBef>
              <a:spcAft>
                <a:spcPts val="800"/>
              </a:spcAft>
              <a:buClrTx/>
              <a:buSzPct val="100000"/>
              <a:buFont typeface="Arial" panose="020B0604020202020204" pitchFamily="34" charset="0"/>
              <a:buChar char="•"/>
              <a:tabLst/>
              <a:defRPr lang="en-US" sz="2400" dirty="0"/>
            </a:lvl2pPr>
            <a:lvl3pPr marL="792000" indent="-216000">
              <a:lnSpc>
                <a:spcPct val="100000"/>
              </a:lnSpc>
              <a:spcBef>
                <a:spcPts val="0"/>
              </a:spcBef>
              <a:spcAft>
                <a:spcPts val="800"/>
              </a:spcAft>
              <a:buClrTx/>
              <a:buSzPct val="100000"/>
              <a:buFont typeface="Arial" panose="020B0604020202020204" pitchFamily="34" charset="0"/>
              <a:buChar char="•"/>
              <a:defRPr sz="2000"/>
            </a:lvl3pPr>
            <a:lvl4pPr marL="972000" indent="-216000">
              <a:lnSpc>
                <a:spcPct val="100000"/>
              </a:lnSpc>
              <a:spcBef>
                <a:spcPts val="0"/>
              </a:spcBef>
              <a:spcAft>
                <a:spcPts val="800"/>
              </a:spcAft>
              <a:buClrTx/>
              <a:buSzPct val="100000"/>
              <a:buFont typeface="Arial" panose="020B0604020202020204" pitchFamily="34" charset="0"/>
              <a:buChar char="•"/>
              <a:defRPr lang="en-US" sz="2000" dirty="0" smtClean="0"/>
            </a:lvl4pPr>
            <a:lvl5pPr marL="1188000" indent="-228600">
              <a:lnSpc>
                <a:spcPct val="100000"/>
              </a:lnSpc>
              <a:spcBef>
                <a:spcPts val="0"/>
              </a:spcBef>
              <a:spcAft>
                <a:spcPts val="800"/>
              </a:spcAft>
              <a:buClrTx/>
              <a:buSzPct val="100000"/>
              <a:buFont typeface="Arial" panose="020B0604020202020204" pitchFamily="34" charset="0"/>
              <a:buChar char="•"/>
              <a:defRPr sz="20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a:p>
        </p:txBody>
      </p:sp>
      <p:sp>
        <p:nvSpPr>
          <p:cNvPr id="6" name="Text Placeholder 11">
            <a:extLst>
              <a:ext uri="{FF2B5EF4-FFF2-40B4-BE49-F238E27FC236}">
                <a16:creationId xmlns:a16="http://schemas.microsoft.com/office/drawing/2014/main" id="{4F925338-553F-4F7E-B80F-D4E9AF22D3B8}"/>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defPPr>
              <a:defRPr lang="en-US"/>
            </a:defPPr>
            <a:lvl1pPr indent="0" algn="ctr">
              <a:lnSpc>
                <a:spcPct val="90000"/>
              </a:lnSpc>
              <a:spcBef>
                <a:spcPts val="0"/>
              </a:spcBef>
              <a:spcAft>
                <a:spcPts val="600"/>
              </a:spcAft>
              <a:buFont typeface="Arial" panose="020B0604020202020204" pitchFamily="34" charset="0"/>
              <a:buNone/>
              <a:defRPr sz="2000">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t>R&amp;D Data Foundation</a:t>
            </a:r>
          </a:p>
        </p:txBody>
      </p:sp>
      <p:sp>
        <p:nvSpPr>
          <p:cNvPr id="7" name="Rectangle 6">
            <a:extLst>
              <a:ext uri="{FF2B5EF4-FFF2-40B4-BE49-F238E27FC236}">
                <a16:creationId xmlns:a16="http://schemas.microsoft.com/office/drawing/2014/main" id="{067C3F3E-25EA-41D1-86E2-513C88178505}"/>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8" name="Text Placeholder 23">
            <a:extLst>
              <a:ext uri="{FF2B5EF4-FFF2-40B4-BE49-F238E27FC236}">
                <a16:creationId xmlns:a16="http://schemas.microsoft.com/office/drawing/2014/main" id="{A7949FA7-E8F8-462D-B339-B168BA45D095}"/>
              </a:ext>
            </a:extLst>
          </p:cNvPr>
          <p:cNvSpPr txBox="1">
            <a:spLocks/>
          </p:cNvSpPr>
          <p:nvPr/>
        </p:nvSpPr>
        <p:spPr>
          <a:xfrm>
            <a:off x="2743199" y="197998"/>
            <a:ext cx="4676049" cy="2985433"/>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defPPr>
              <a:defRPr lang="en-US"/>
            </a:defPPr>
            <a:lvl1pPr indent="0">
              <a:lnSpc>
                <a:spcPct val="100000"/>
              </a:lnSpc>
              <a:spcBef>
                <a:spcPts val="0"/>
              </a:spcBef>
              <a:spcAft>
                <a:spcPts val="0"/>
              </a:spcAft>
              <a:buFontTx/>
              <a:buNone/>
              <a:defRPr sz="1000" b="0">
                <a:solidFill>
                  <a:schemeClr val="tx1"/>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en-US"/>
          </a:p>
          <a:p>
            <a:pPr>
              <a:spcAft>
                <a:spcPts val="600"/>
              </a:spcAft>
              <a:buClr>
                <a:schemeClr val="tx1"/>
              </a:buClr>
              <a:buSzPct val="100000"/>
            </a:pPr>
            <a:r>
              <a:rPr lang="en-US" sz="1800" b="1"/>
              <a:t>   R&amp;D Data Foundation</a:t>
            </a:r>
            <a:endParaRPr lang="en-US" sz="1800" b="1">
              <a:ea typeface="Calibri"/>
              <a:cs typeface="Calibri"/>
            </a:endParaRPr>
          </a:p>
          <a:p>
            <a:pPr>
              <a:spcAft>
                <a:spcPts val="600"/>
              </a:spcAft>
            </a:pPr>
            <a:br>
              <a:rPr lang="en-GB"/>
            </a:br>
            <a:r>
              <a:rPr lang="en-GB"/>
              <a:t>The R&amp;D Data Foundation exists to make AZ’s R&amp;D data Findable, Accessible, Interoperable &amp; Re-usable.  It consists of a number of products:</a:t>
            </a:r>
            <a:endParaRPr lang="en-GB">
              <a:ea typeface="Calibri"/>
              <a:cs typeface="Calibri"/>
            </a:endParaRPr>
          </a:p>
          <a:p>
            <a:pPr marL="171450" indent="-171450">
              <a:spcAft>
                <a:spcPts val="600"/>
              </a:spcAft>
              <a:buClr>
                <a:schemeClr val="tx1"/>
              </a:buClr>
              <a:buSzPct val="100000"/>
              <a:buFont typeface="+mn-lt"/>
              <a:buChar char="•"/>
            </a:pPr>
            <a:r>
              <a:rPr lang="en-GB" b="1"/>
              <a:t>R&amp;D Data Lake: </a:t>
            </a:r>
            <a:r>
              <a:rPr lang="en-GB"/>
              <a:t>A location to publish data to &amp; consume data from. </a:t>
            </a:r>
            <a:r>
              <a:rPr lang="en-GB" err="1"/>
              <a:t>GxP</a:t>
            </a:r>
            <a:r>
              <a:rPr lang="en-GB"/>
              <a:t> Data Lake prepared for Extended Primary Use and on-going study use. </a:t>
            </a:r>
            <a:endParaRPr lang="en-GB">
              <a:ea typeface="Calibri"/>
              <a:cs typeface="Calibri"/>
            </a:endParaRPr>
          </a:p>
          <a:p>
            <a:pPr marL="171450" indent="-171450">
              <a:spcAft>
                <a:spcPts val="600"/>
              </a:spcAft>
              <a:buClr>
                <a:schemeClr val="tx1"/>
              </a:buClr>
              <a:buSzPct val="100000"/>
              <a:buFont typeface="+mn-lt"/>
              <a:buChar char="•"/>
            </a:pPr>
            <a:r>
              <a:rPr lang="en-GB" b="1"/>
              <a:t>R&amp;D Data Catalogue: </a:t>
            </a:r>
            <a:r>
              <a:rPr lang="en-GB"/>
              <a:t>R&amp;D’s data market place. Digitised request services for ingestion, curation and discovery. Publishes and integrates with a business glossary to harmonise terminology and improve search.</a:t>
            </a:r>
            <a:endParaRPr lang="en-GB">
              <a:ea typeface="Calibri"/>
              <a:cs typeface="Calibri"/>
            </a:endParaRPr>
          </a:p>
          <a:p>
            <a:pPr marL="171450" indent="-171450">
              <a:spcAft>
                <a:spcPts val="600"/>
              </a:spcAft>
              <a:buClr>
                <a:schemeClr val="tx1"/>
              </a:buClr>
              <a:buSzPct val="100000"/>
              <a:buFont typeface="+mn-lt"/>
              <a:buChar char="•"/>
            </a:pPr>
            <a:r>
              <a:rPr lang="en-GB" b="1"/>
              <a:t>Reference &amp; Master Data Management</a:t>
            </a:r>
            <a:r>
              <a:rPr lang="en-GB"/>
              <a:t>: This service will allow AZ to vastly improve the quality of data that scientists are working with.</a:t>
            </a:r>
            <a:endParaRPr lang="en-GB">
              <a:ea typeface="Calibri"/>
              <a:cs typeface="Calibri"/>
            </a:endParaRPr>
          </a:p>
          <a:p>
            <a:pPr marL="171450" indent="-171450">
              <a:spcAft>
                <a:spcPts val="600"/>
              </a:spcAft>
              <a:buClr>
                <a:schemeClr val="tx1"/>
              </a:buClr>
              <a:buSzPct val="100000"/>
              <a:buFont typeface="+mn-lt"/>
              <a:buChar char="•"/>
            </a:pPr>
            <a:r>
              <a:rPr lang="en-GB" b="1"/>
              <a:t>Track, Trace &amp; Audit: </a:t>
            </a:r>
            <a:r>
              <a:rPr lang="en-GB"/>
              <a:t>Making sure governance is working. TTA will help scale R&amp;D’s audit capability and help protect AZ from significant compliance risk. </a:t>
            </a:r>
            <a:endParaRPr lang="en-GB">
              <a:ea typeface="Calibri"/>
              <a:cs typeface="Calibri"/>
            </a:endParaRPr>
          </a:p>
          <a:p>
            <a:pPr>
              <a:spcAft>
                <a:spcPts val="600"/>
              </a:spcAft>
            </a:pPr>
            <a:r>
              <a:rPr lang="en-GB"/>
              <a:t>Capabilities built on these foundations will enable the whole R&amp;D pipeline</a:t>
            </a:r>
            <a:endParaRPr lang="en-GB">
              <a:ea typeface="Calibri"/>
              <a:cs typeface="Calibri"/>
            </a:endParaRPr>
          </a:p>
        </p:txBody>
      </p:sp>
      <p:pic>
        <p:nvPicPr>
          <p:cNvPr id="9" name="Picture 8">
            <a:extLst>
              <a:ext uri="{FF2B5EF4-FFF2-40B4-BE49-F238E27FC236}">
                <a16:creationId xmlns:a16="http://schemas.microsoft.com/office/drawing/2014/main" id="{C3A81C19-8E51-410F-81EF-00E9012BE4D4}"/>
              </a:ext>
            </a:extLst>
          </p:cNvPr>
          <p:cNvPicPr>
            <a:picLocks noChangeAspect="1"/>
          </p:cNvPicPr>
          <p:nvPr/>
        </p:nvPicPr>
        <p:blipFill rotWithShape="1">
          <a:blip r:embed="rId3"/>
          <a:srcRect b="6549"/>
          <a:stretch/>
        </p:blipFill>
        <p:spPr>
          <a:xfrm>
            <a:off x="7419248" y="600980"/>
            <a:ext cx="4438317" cy="2178403"/>
          </a:xfrm>
          <a:prstGeom prst="rect">
            <a:avLst/>
          </a:prstGeom>
          <a:ln>
            <a:solidFill>
              <a:schemeClr val="bg1"/>
            </a:solidFill>
          </a:ln>
        </p:spPr>
      </p:pic>
      <p:sp>
        <p:nvSpPr>
          <p:cNvPr id="10" name="Oval 9">
            <a:extLst>
              <a:ext uri="{FF2B5EF4-FFF2-40B4-BE49-F238E27FC236}">
                <a16:creationId xmlns:a16="http://schemas.microsoft.com/office/drawing/2014/main" id="{7F851FE6-E45B-49E5-987E-A042D892C5AA}"/>
              </a:ext>
            </a:extLst>
          </p:cNvPr>
          <p:cNvSpPr/>
          <p:nvPr/>
        </p:nvSpPr>
        <p:spPr>
          <a:xfrm>
            <a:off x="2809277" y="207674"/>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1" name="Rectangle 10">
            <a:extLst>
              <a:ext uri="{FF2B5EF4-FFF2-40B4-BE49-F238E27FC236}">
                <a16:creationId xmlns:a16="http://schemas.microsoft.com/office/drawing/2014/main" id="{1B4BC5F5-2073-4AEF-A7C5-19A172E0E641}"/>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2" name="Text Placeholder 23">
            <a:extLst>
              <a:ext uri="{FF2B5EF4-FFF2-40B4-BE49-F238E27FC236}">
                <a16:creationId xmlns:a16="http://schemas.microsoft.com/office/drawing/2014/main" id="{97CE58C5-5E13-4A1C-9911-5CE556DCA95B}"/>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nSpc>
                <a:spcPct val="100000"/>
              </a:lnSpc>
              <a:spcBef>
                <a:spcPts val="0"/>
              </a:spcBef>
              <a:spcAft>
                <a:spcPts val="0"/>
              </a:spcAft>
              <a:buFontTx/>
              <a:buNone/>
              <a:defRPr b="1">
                <a:solidFill>
                  <a:schemeClr val="tx1"/>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PLATFORM ROADMAP</a:t>
            </a:r>
          </a:p>
          <a:p>
            <a:pPr marL="285750" indent="-285750">
              <a:buClr>
                <a:schemeClr val="tx1"/>
              </a:buClr>
              <a:buSzPct val="100000"/>
              <a:buFont typeface="+mn-lt"/>
              <a:buChar char="•"/>
            </a:pPr>
            <a:endParaRPr lang="en-US" sz="1100"/>
          </a:p>
          <a:p>
            <a:endParaRPr lang="en-US" sz="1000" b="0"/>
          </a:p>
          <a:p>
            <a:endParaRPr lang="en-US"/>
          </a:p>
        </p:txBody>
      </p:sp>
      <p:graphicFrame>
        <p:nvGraphicFramePr>
          <p:cNvPr id="13" name="Table 21">
            <a:extLst>
              <a:ext uri="{FF2B5EF4-FFF2-40B4-BE49-F238E27FC236}">
                <a16:creationId xmlns:a16="http://schemas.microsoft.com/office/drawing/2014/main" id="{4A62EDEE-D821-42AF-A681-891A3C97FE92}"/>
              </a:ext>
            </a:extLst>
          </p:cNvPr>
          <p:cNvGraphicFramePr>
            <a:graphicFrameLocks noGrp="1"/>
          </p:cNvGraphicFramePr>
          <p:nvPr>
            <p:extLst>
              <p:ext uri="{D42A27DB-BD31-4B8C-83A1-F6EECF244321}">
                <p14:modId xmlns:p14="http://schemas.microsoft.com/office/powerpoint/2010/main" val="908074879"/>
              </p:ext>
            </p:extLst>
          </p:nvPr>
        </p:nvGraphicFramePr>
        <p:xfrm>
          <a:off x="3003748" y="4241724"/>
          <a:ext cx="8688819" cy="249936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74320">
                <a:tc>
                  <a:txBody>
                    <a:bodyPr/>
                    <a:lstStyle/>
                    <a:p>
                      <a:pPr algn="ctr"/>
                      <a:r>
                        <a:rPr lang="en-GB" sz="1200">
                          <a:solidFill>
                            <a:schemeClr val="bg1"/>
                          </a:solidFill>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2225040">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GB" sz="1000" err="1"/>
                        <a:t>GxP</a:t>
                      </a:r>
                      <a:r>
                        <a:rPr lang="en-GB" sz="1000"/>
                        <a:t> analysis writeback to data lake for submissions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Semi-automated cataloguing</a:t>
                      </a:r>
                    </a:p>
                    <a:p>
                      <a:pPr marL="171450" indent="-171450">
                        <a:buFont typeface="Arial" panose="020B0604020202020204" pitchFamily="34" charset="0"/>
                        <a:buChar char="•"/>
                      </a:pPr>
                      <a:r>
                        <a:rPr lang="en-GB" sz="1000"/>
                        <a:t>Mastering HCO and HCP information integrated with VCV and Data Lake </a:t>
                      </a:r>
                    </a:p>
                    <a:p>
                      <a:pPr marL="171450" indent="-171450">
                        <a:buFont typeface="Arial" panose="020B0604020202020204" pitchFamily="34" charset="0"/>
                        <a:buChar char="•"/>
                      </a:pPr>
                      <a:r>
                        <a:rPr lang="en-GB" sz="1000" b="0" i="0" u="none" strike="noStrike" noProof="0"/>
                        <a:t>Indexing of Clinical Data to enable easy searches across studies approved for internal re-use </a:t>
                      </a:r>
                    </a:p>
                    <a:p>
                      <a:pPr marL="171450" indent="-171450">
                        <a:buFont typeface="Arial" panose="020B0604020202020204" pitchFamily="34" charset="0"/>
                        <a:buChar char="•"/>
                      </a:pPr>
                      <a:r>
                        <a:rPr lang="en-GB" sz="1000" b="0" i="0" u="none" strike="noStrike" noProof="0"/>
                        <a:t>Development of a Patient Level Data Product for studies approved for internal re-use that integrates with relevant data sources to enable cohort selection </a:t>
                      </a:r>
                    </a:p>
                    <a:p>
                      <a:pPr marL="171450" indent="-171450">
                        <a:buFont typeface="Arial" panose="020B0604020202020204" pitchFamily="34" charset="0"/>
                        <a:buChar char="•"/>
                      </a:pPr>
                      <a:r>
                        <a:rPr lang="en-GB" sz="1000" b="0" i="0" u="none" strike="noStrike" noProof="0"/>
                        <a:t>Track AI Bench access to data in the lake</a:t>
                      </a:r>
                    </a:p>
                    <a:p>
                      <a:pPr marL="171450" lvl="0" indent="-171450">
                        <a:buFont typeface="Arial" panose="020B0604020202020204" pitchFamily="34" charset="0"/>
                        <a:buChar char="•"/>
                      </a:pPr>
                      <a:r>
                        <a:rPr lang="en-GB" sz="1000" b="0" i="0" u="none" strike="noStrike" noProof="0">
                          <a:latin typeface="Calibri"/>
                        </a:rPr>
                        <a:t>Write back to </a:t>
                      </a:r>
                      <a:r>
                        <a:rPr lang="en-GB" sz="1000" b="0" i="0" u="none" strike="noStrike" noProof="0" err="1">
                          <a:latin typeface="Calibri"/>
                        </a:rPr>
                        <a:t>Entimice</a:t>
                      </a:r>
                      <a:r>
                        <a:rPr lang="en-GB" sz="1000" b="0" i="0" u="none" strike="noStrike" noProof="0">
                          <a:latin typeface="Calibri"/>
                        </a:rPr>
                        <a:t> for N&amp;A Ph2 and analysis data</a:t>
                      </a:r>
                      <a:endParaRPr lang="en-GB" sz="1000" b="0" i="0" u="none" strike="noStrike" noProof="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marL="171450" lvl="0" indent="-171450">
                        <a:buFont typeface="Arial" panose="020B0604020202020204" pitchFamily="34" charset="0"/>
                        <a:buChar char="•"/>
                      </a:pPr>
                      <a:r>
                        <a:rPr lang="en-GB" sz="1000" b="0" i="0" u="none" strike="noStrike" noProof="0">
                          <a:latin typeface="+mn-lt"/>
                        </a:rPr>
                        <a:t>First data governance workflows automated by business process engine  </a:t>
                      </a:r>
                      <a:endParaRPr lang="en-GB" sz="1000"/>
                    </a:p>
                    <a:p>
                      <a:pPr marL="171450" lvl="0" indent="-171450">
                        <a:buFont typeface="Arial" panose="020B0604020202020204" pitchFamily="34" charset="0"/>
                        <a:buChar char="•"/>
                      </a:pPr>
                      <a:r>
                        <a:rPr lang="en-GB" sz="1000"/>
                        <a:t>Track Imaging and Omics Data access and track training compliance of users</a:t>
                      </a:r>
                    </a:p>
                    <a:p>
                      <a:pPr marL="171450" lvl="0" indent="-171450">
                        <a:buFont typeface="Arial" panose="020B0604020202020204" pitchFamily="34" charset="0"/>
                        <a:buChar char="•"/>
                      </a:pPr>
                      <a:r>
                        <a:rPr lang="en-GB" sz="1000" b="0" i="0" u="none" strike="noStrike" noProof="0">
                          <a:latin typeface="Calibri"/>
                        </a:rPr>
                        <a:t>Write back to </a:t>
                      </a:r>
                      <a:r>
                        <a:rPr lang="en-GB" sz="1000" b="0" i="0" u="none" strike="noStrike" noProof="0" err="1">
                          <a:latin typeface="Calibri"/>
                        </a:rPr>
                        <a:t>Entimice</a:t>
                      </a:r>
                      <a:r>
                        <a:rPr lang="en-GB" sz="1000" b="0" i="0" u="none" strike="noStrike" noProof="0">
                          <a:latin typeface="Calibri"/>
                        </a:rPr>
                        <a:t> for AIDA and DPCD via the lake, as a common pattern. </a:t>
                      </a: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marL="171450" lvl="0" indent="-171450">
                        <a:buFont typeface="Arial" panose="020B0604020202020204" pitchFamily="34" charset="0"/>
                        <a:buChar char="•"/>
                      </a:pPr>
                      <a:r>
                        <a:rPr lang="en-GB" sz="1000" b="0" i="0" u="none" strike="noStrike" noProof="0"/>
                        <a:t>Externally shared data asset management including public data sets </a:t>
                      </a:r>
                      <a:endParaRPr lang="en-US"/>
                    </a:p>
                    <a:p>
                      <a:pPr marL="171450" lvl="0" indent="-171450">
                        <a:buFont typeface="Arial" panose="020B0604020202020204" pitchFamily="34" charset="0"/>
                        <a:buChar char="•"/>
                      </a:pPr>
                      <a:r>
                        <a:rPr lang="en-GB" sz="1000"/>
                        <a:t>Capability to provide detailed and granular data type specific meta data to enable more advanced searches</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GB" sz="1000"/>
                        <a:t>Alerts on non-compliance of data access </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bl>
          </a:graphicData>
        </a:graphic>
      </p:graphicFrame>
      <p:sp>
        <p:nvSpPr>
          <p:cNvPr id="15" name="Oval 14">
            <a:extLst>
              <a:ext uri="{FF2B5EF4-FFF2-40B4-BE49-F238E27FC236}">
                <a16:creationId xmlns:a16="http://schemas.microsoft.com/office/drawing/2014/main" id="{A7FB2416-9709-4BBC-A677-54FE2ACF561E}"/>
              </a:ext>
            </a:extLst>
          </p:cNvPr>
          <p:cNvSpPr/>
          <p:nvPr/>
        </p:nvSpPr>
        <p:spPr>
          <a:xfrm>
            <a:off x="2809277" y="361350"/>
            <a:ext cx="144000" cy="144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6" name="Oval 15">
            <a:extLst>
              <a:ext uri="{FF2B5EF4-FFF2-40B4-BE49-F238E27FC236}">
                <a16:creationId xmlns:a16="http://schemas.microsoft.com/office/drawing/2014/main" id="{4B50E729-CD54-4335-9F9A-2EB6530872AD}"/>
              </a:ext>
            </a:extLst>
          </p:cNvPr>
          <p:cNvSpPr/>
          <p:nvPr/>
        </p:nvSpPr>
        <p:spPr>
          <a:xfrm>
            <a:off x="2809277" y="515026"/>
            <a:ext cx="144000" cy="144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Oval 16">
            <a:extLst>
              <a:ext uri="{FF2B5EF4-FFF2-40B4-BE49-F238E27FC236}">
                <a16:creationId xmlns:a16="http://schemas.microsoft.com/office/drawing/2014/main" id="{F66C740B-5B67-44D5-9290-7715CE926788}"/>
              </a:ext>
            </a:extLst>
          </p:cNvPr>
          <p:cNvSpPr/>
          <p:nvPr/>
        </p:nvSpPr>
        <p:spPr>
          <a:xfrm>
            <a:off x="2809277" y="688257"/>
            <a:ext cx="144000" cy="144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Tree>
    <p:extLst>
      <p:ext uri="{BB962C8B-B14F-4D97-AF65-F5344CB8AC3E}">
        <p14:creationId xmlns:p14="http://schemas.microsoft.com/office/powerpoint/2010/main" val="940738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99C74F-6EBC-4621-B4A4-88EE4321E045}"/>
              </a:ext>
            </a:extLst>
          </p:cNvPr>
          <p:cNvGraphicFramePr>
            <a:graphicFrameLocks noChangeAspect="1"/>
          </p:cNvGraphicFramePr>
          <p:nvPr>
            <p:custDataLst>
              <p:tags r:id="rId1"/>
            </p:custDataLst>
            <p:extLst>
              <p:ext uri="{D42A27DB-BD31-4B8C-83A1-F6EECF244321}">
                <p14:modId xmlns:p14="http://schemas.microsoft.com/office/powerpoint/2010/main" val="2646811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3" name="Object 2" hidden="1">
                        <a:extLst>
                          <a:ext uri="{FF2B5EF4-FFF2-40B4-BE49-F238E27FC236}">
                            <a16:creationId xmlns:a16="http://schemas.microsoft.com/office/drawing/2014/main" id="{3099C74F-6EBC-4621-B4A4-88EE4321E0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20B7BB96-73AD-40CD-B5B9-34C76450083B}"/>
              </a:ext>
            </a:extLst>
          </p:cNvPr>
          <p:cNvSpPr>
            <a:spLocks noGrp="1"/>
          </p:cNvSpPr>
          <p:nvPr>
            <p:ph type="title"/>
          </p:nvPr>
        </p:nvSpPr>
        <p:spPr/>
        <p:txBody>
          <a:bodyPr vert="horz"/>
          <a:lstStyle/>
          <a:p>
            <a:r>
              <a:rPr lang="en-US"/>
              <a:t>Old platforms</a:t>
            </a:r>
          </a:p>
        </p:txBody>
      </p:sp>
      <p:sp>
        <p:nvSpPr>
          <p:cNvPr id="8" name="Text Placeholder 7">
            <a:extLst>
              <a:ext uri="{FF2B5EF4-FFF2-40B4-BE49-F238E27FC236}">
                <a16:creationId xmlns:a16="http://schemas.microsoft.com/office/drawing/2014/main" id="{A134A1FF-3E1B-4404-9B85-56EA097CC622}"/>
              </a:ext>
            </a:extLst>
          </p:cNvPr>
          <p:cNvSpPr>
            <a:spLocks noGrp="1"/>
          </p:cNvSpPr>
          <p:nvPr>
            <p:ph type="body" sz="quarter" idx="33"/>
          </p:nvPr>
        </p:nvSpPr>
        <p:spPr/>
        <p:txBody>
          <a:bodyPr>
            <a:normAutofit fontScale="92500" lnSpcReduction="10000"/>
          </a:bodyPr>
          <a:lstStyle/>
          <a:p>
            <a:r>
              <a:rPr lang="en-US"/>
              <a:t>D</a:t>
            </a:r>
          </a:p>
        </p:txBody>
      </p:sp>
      <p:sp>
        <p:nvSpPr>
          <p:cNvPr id="9" name="Text Placeholder 8">
            <a:extLst>
              <a:ext uri="{FF2B5EF4-FFF2-40B4-BE49-F238E27FC236}">
                <a16:creationId xmlns:a16="http://schemas.microsoft.com/office/drawing/2014/main" id="{C4EDD8DC-7F83-4C25-89C3-446F34ECE9D8}"/>
              </a:ext>
            </a:extLst>
          </p:cNvPr>
          <p:cNvSpPr>
            <a:spLocks noGrp="1"/>
          </p:cNvSpPr>
          <p:nvPr>
            <p:ph type="body" sz="quarter" idx="34"/>
          </p:nvPr>
        </p:nvSpPr>
        <p:spPr/>
        <p:txBody>
          <a:bodyPr/>
          <a:lstStyle/>
          <a:p>
            <a:r>
              <a:rPr lang="en-US"/>
              <a:t>Legacy views</a:t>
            </a:r>
          </a:p>
        </p:txBody>
      </p:sp>
      <p:sp>
        <p:nvSpPr>
          <p:cNvPr id="4" name="Date Placeholder 3">
            <a:extLst>
              <a:ext uri="{FF2B5EF4-FFF2-40B4-BE49-F238E27FC236}">
                <a16:creationId xmlns:a16="http://schemas.microsoft.com/office/drawing/2014/main" id="{70BE45ED-59DD-4AF1-8E3E-2CA475FE5F6C}"/>
              </a:ext>
            </a:extLst>
          </p:cNvPr>
          <p:cNvSpPr>
            <a:spLocks noGrp="1"/>
          </p:cNvSpPr>
          <p:nvPr>
            <p:ph type="dt" sz="half" idx="35"/>
          </p:nvPr>
        </p:nvSpPr>
        <p:spPr/>
        <p:txBody>
          <a:bodyPr/>
          <a:lstStyle/>
          <a:p>
            <a:endParaRPr lang="en-GB"/>
          </a:p>
        </p:txBody>
      </p:sp>
      <p:sp>
        <p:nvSpPr>
          <p:cNvPr id="5" name="Slide Number Placeholder 4">
            <a:extLst>
              <a:ext uri="{FF2B5EF4-FFF2-40B4-BE49-F238E27FC236}">
                <a16:creationId xmlns:a16="http://schemas.microsoft.com/office/drawing/2014/main" id="{4F5A2521-261D-46C1-A974-6960EBF00970}"/>
              </a:ext>
            </a:extLst>
          </p:cNvPr>
          <p:cNvSpPr>
            <a:spLocks noGrp="1"/>
          </p:cNvSpPr>
          <p:nvPr>
            <p:ph type="sldNum" sz="quarter" idx="4294967295"/>
          </p:nvPr>
        </p:nvSpPr>
        <p:spPr>
          <a:xfrm>
            <a:off x="0" y="6456363"/>
            <a:ext cx="407988" cy="309562"/>
          </a:xfrm>
        </p:spPr>
        <p:txBody>
          <a:bodyPr/>
          <a:lstStyle/>
          <a:p>
            <a:fld id="{F8E47D07-9D1E-4FE9-B31A-2F5863681021}" type="slidenum">
              <a:rPr lang="en-GB" smtClean="0"/>
              <a:pPr/>
              <a:t>25</a:t>
            </a:fld>
            <a:endParaRPr lang="en-GB"/>
          </a:p>
        </p:txBody>
      </p:sp>
      <p:pic>
        <p:nvPicPr>
          <p:cNvPr id="16" name="Picture Placeholder 15" descr="A picture containing text, x-ray film&#10;&#10;Description automatically generated">
            <a:extLst>
              <a:ext uri="{FF2B5EF4-FFF2-40B4-BE49-F238E27FC236}">
                <a16:creationId xmlns:a16="http://schemas.microsoft.com/office/drawing/2014/main" id="{07D94D0F-F39C-4AFA-B840-F7A39F3C5FDD}"/>
              </a:ext>
            </a:extLst>
          </p:cNvPr>
          <p:cNvPicPr>
            <a:picLocks noGrp="1" noChangeAspect="1"/>
          </p:cNvPicPr>
          <p:nvPr>
            <p:ph type="pic" sz="quarter" idx="36"/>
          </p:nvPr>
        </p:nvPicPr>
        <p:blipFill>
          <a:blip r:embed="rId5">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8182695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26</a:t>
            </a:fld>
            <a:endParaRPr lang="en-GB"/>
          </a:p>
        </p:txBody>
      </p:sp>
      <p:sp>
        <p:nvSpPr>
          <p:cNvPr id="14" name="Text Placeholder 13">
            <a:extLst>
              <a:ext uri="{FF2B5EF4-FFF2-40B4-BE49-F238E27FC236}">
                <a16:creationId xmlns:a16="http://schemas.microsoft.com/office/drawing/2014/main" id="{A1B5F8C9-696E-4C8D-9D8C-E5790D30B148}"/>
              </a:ext>
            </a:extLst>
          </p:cNvPr>
          <p:cNvSpPr>
            <a:spLocks noGrp="1"/>
          </p:cNvSpPr>
          <p:nvPr>
            <p:ph type="body" sz="quarter" idx="111"/>
          </p:nvPr>
        </p:nvSpPr>
        <p:spPr/>
        <p:txBody>
          <a:bodyPr/>
          <a:lstStyle/>
          <a:p>
            <a:endParaRPr lang="en-US"/>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solidFill>
                  <a:schemeClr val="tx1"/>
                </a:solidFill>
              </a:rPr>
              <a:t>Augmented</a:t>
            </a:r>
          </a:p>
          <a:p>
            <a:r>
              <a:rPr lang="en-GB" sz="2000">
                <a:solidFill>
                  <a:schemeClr val="tx1"/>
                </a:solidFill>
              </a:rPr>
              <a:t>Drug Design</a:t>
            </a:r>
          </a:p>
          <a:p>
            <a:endParaRPr lang="en-GB" sz="2000">
              <a:solidFill>
                <a:schemeClr val="tx1"/>
              </a:solidFill>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743199" y="183250"/>
            <a:ext cx="4513007" cy="3231654"/>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ADD – Augmented Drug Design</a:t>
            </a:r>
          </a:p>
          <a:p>
            <a:pPr algn="l"/>
            <a:endParaRPr lang="en-US" sz="1000" b="0">
              <a:solidFill>
                <a:schemeClr val="tx1"/>
              </a:solidFill>
            </a:endParaRPr>
          </a:p>
          <a:p>
            <a:pPr marL="171450" indent="-171450" algn="l">
              <a:buClr>
                <a:schemeClr val="tx1"/>
              </a:buClr>
              <a:buSzPct val="100000"/>
              <a:buFont typeface="+mn-lt"/>
              <a:buChar char="•"/>
            </a:pPr>
            <a:endParaRPr lang="en-US" sz="1100">
              <a:solidFill>
                <a:schemeClr val="tx1"/>
              </a:solidFill>
            </a:endParaRPr>
          </a:p>
          <a:p>
            <a:pPr marL="215900" lvl="2" indent="0">
              <a:buClr>
                <a:schemeClr val="tx1"/>
              </a:buClr>
              <a:buNone/>
            </a:pPr>
            <a:r>
              <a:rPr lang="en-GB" sz="1000" b="1">
                <a:solidFill>
                  <a:schemeClr val="tx1"/>
                </a:solidFill>
              </a:rPr>
              <a:t>Generate insights from data and advanced predictive models to reduce time to CDID by 1 year and create First-and Best-in-class drug candidates </a:t>
            </a:r>
          </a:p>
          <a:p>
            <a:pPr marL="215900" lvl="2" indent="0">
              <a:buClr>
                <a:schemeClr val="tx1"/>
              </a:buClr>
              <a:buNone/>
            </a:pPr>
            <a:r>
              <a:rPr lang="en-GB" sz="1000" b="0">
                <a:solidFill>
                  <a:schemeClr val="tx1"/>
                </a:solidFill>
              </a:rPr>
              <a:t>New Chemistry Data and AI cloud platform enabling in silico drug design with the potential to reduce typical drug discovery cycle time by 12 months. ADD will generate a modern data and AI platform upon which chemists and biochemists can find, access, use and analyse chemistry data to design better molecules more effectively, and to make &amp; test them faster. AI/ML modelling capability will enable all drug discovery projects, with a common set of tools, models and the latest technologies on a scalable, automated platform.</a:t>
            </a:r>
            <a:r>
              <a:rPr lang="en-GB" sz="1000">
                <a:solidFill>
                  <a:schemeClr val="tx1"/>
                </a:solidFill>
              </a:rPr>
              <a:t> Delivery Examples:</a:t>
            </a:r>
            <a:endParaRPr lang="en-GB" sz="1000" b="0">
              <a:solidFill>
                <a:schemeClr val="tx1"/>
              </a:solidFill>
            </a:endParaRPr>
          </a:p>
          <a:p>
            <a:pPr marL="215900" lvl="2" indent="0">
              <a:buClr>
                <a:schemeClr val="tx1"/>
              </a:buClr>
              <a:buNone/>
            </a:pPr>
            <a:r>
              <a:rPr lang="en-GB" sz="1000">
                <a:solidFill>
                  <a:schemeClr val="tx1"/>
                </a:solidFill>
              </a:rPr>
              <a:t>REINVENT – Ai generated molecular ideation</a:t>
            </a:r>
          </a:p>
          <a:p>
            <a:pPr marL="215900" lvl="2" indent="0">
              <a:buClr>
                <a:schemeClr val="tx1"/>
              </a:buClr>
              <a:buNone/>
            </a:pPr>
            <a:r>
              <a:rPr lang="en-GB" sz="1000" b="0">
                <a:solidFill>
                  <a:schemeClr val="tx1"/>
                </a:solidFill>
              </a:rPr>
              <a:t>FEP+ Active Learning – AI scaled;</a:t>
            </a:r>
            <a:r>
              <a:rPr lang="en-GB" sz="1000">
                <a:solidFill>
                  <a:schemeClr val="tx1"/>
                </a:solidFill>
              </a:rPr>
              <a:t> physics based binding affinity predictions</a:t>
            </a:r>
          </a:p>
          <a:p>
            <a:pPr marL="215900" lvl="2" indent="0">
              <a:buClr>
                <a:schemeClr val="tx1"/>
              </a:buClr>
              <a:buNone/>
            </a:pPr>
            <a:r>
              <a:rPr lang="en-GB" sz="1000" err="1">
                <a:solidFill>
                  <a:schemeClr val="tx1"/>
                </a:solidFill>
              </a:rPr>
              <a:t>AIZynth</a:t>
            </a:r>
            <a:r>
              <a:rPr lang="en-GB" sz="1000">
                <a:solidFill>
                  <a:schemeClr val="tx1"/>
                </a:solidFill>
              </a:rPr>
              <a:t> + reaction connect – Synthesis prediction and route planning</a:t>
            </a:r>
          </a:p>
          <a:p>
            <a:pPr marL="215900" lvl="2" indent="0">
              <a:buClr>
                <a:schemeClr val="tx1"/>
              </a:buClr>
              <a:buNone/>
            </a:pPr>
            <a:r>
              <a:rPr lang="en-GB" sz="1000">
                <a:solidFill>
                  <a:schemeClr val="tx1"/>
                </a:solidFill>
              </a:rPr>
              <a:t>Predictive Insight Platform – ultra-scaled model inference platform, 75+ models</a:t>
            </a:r>
          </a:p>
          <a:p>
            <a:pPr marL="215900" lvl="2" indent="0">
              <a:buClr>
                <a:schemeClr val="tx1"/>
              </a:buClr>
              <a:buNone/>
            </a:pPr>
            <a:r>
              <a:rPr lang="en-GB" sz="1000" b="0">
                <a:solidFill>
                  <a:schemeClr val="tx1"/>
                </a:solidFill>
              </a:rPr>
              <a:t>Chemistry Application </a:t>
            </a:r>
            <a:r>
              <a:rPr lang="en-GB" sz="1000">
                <a:solidFill>
                  <a:schemeClr val="tx1"/>
                </a:solidFill>
              </a:rPr>
              <a:t>Gateway – API mesh to access all Chemistry data in AZ</a:t>
            </a:r>
            <a:endParaRPr lang="en-GB" sz="1000" b="0">
              <a:solidFill>
                <a:schemeClr val="tx1"/>
              </a:solidFill>
            </a:endParaRPr>
          </a:p>
        </p:txBody>
      </p:sp>
      <p:sp>
        <p:nvSpPr>
          <p:cNvPr id="9" name="Oval 8">
            <a:extLst>
              <a:ext uri="{FF2B5EF4-FFF2-40B4-BE49-F238E27FC236}">
                <a16:creationId xmlns:a16="http://schemas.microsoft.com/office/drawing/2014/main" id="{EDEEBA78-0580-424D-829B-187C6F8EF514}"/>
              </a:ext>
            </a:extLst>
          </p:cNvPr>
          <p:cNvSpPr/>
          <p:nvPr/>
        </p:nvSpPr>
        <p:spPr>
          <a:xfrm>
            <a:off x="5952000" y="314583"/>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nvGraphicFramePr>
        <p:xfrm>
          <a:off x="3003748" y="4256470"/>
          <a:ext cx="8688819" cy="2346960"/>
        </p:xfrm>
        <a:graphic>
          <a:graphicData uri="http://schemas.openxmlformats.org/drawingml/2006/table">
            <a:tbl>
              <a:tblPr firstRow="1" bandRow="1">
                <a:tableStyleId>{3B4B98B0-60AC-42C2-AFA5-B58CD77FA1E5}</a:tableStyleId>
              </a:tblPr>
              <a:tblGrid>
                <a:gridCol w="2896273">
                  <a:extLst>
                    <a:ext uri="{9D8B030D-6E8A-4147-A177-3AD203B41FA5}">
                      <a16:colId xmlns:a16="http://schemas.microsoft.com/office/drawing/2014/main" val="2115961735"/>
                    </a:ext>
                  </a:extLst>
                </a:gridCol>
                <a:gridCol w="2896273">
                  <a:extLst>
                    <a:ext uri="{9D8B030D-6E8A-4147-A177-3AD203B41FA5}">
                      <a16:colId xmlns:a16="http://schemas.microsoft.com/office/drawing/2014/main" val="4082582384"/>
                    </a:ext>
                  </a:extLst>
                </a:gridCol>
                <a:gridCol w="2896273">
                  <a:extLst>
                    <a:ext uri="{9D8B030D-6E8A-4147-A177-3AD203B41FA5}">
                      <a16:colId xmlns:a16="http://schemas.microsoft.com/office/drawing/2014/main" val="1513624407"/>
                    </a:ext>
                  </a:extLst>
                </a:gridCol>
              </a:tblGrid>
              <a:tr h="231877">
                <a:tc>
                  <a:txBody>
                    <a:bodyPr/>
                    <a:lstStyle/>
                    <a:p>
                      <a:pPr algn="ctr"/>
                      <a:r>
                        <a:rPr lang="en-GB" sz="1200">
                          <a:solidFill>
                            <a:schemeClr val="bg1"/>
                          </a:solidFill>
                        </a:rPr>
                        <a:t>NOW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1880781">
                <a:tc>
                  <a:txBody>
                    <a:bodyPr/>
                    <a:lstStyle/>
                    <a:p>
                      <a:pPr marL="171450" lvl="0" indent="-171450">
                        <a:buFont typeface="Arial" panose="020B0604020202020204" pitchFamily="34" charset="0"/>
                        <a:buChar char="•"/>
                      </a:pPr>
                      <a:r>
                        <a:rPr lang="en-GB" sz="1000">
                          <a:latin typeface="+mn-lt"/>
                        </a:rPr>
                        <a:t>PIP &amp; D360 integration and rollout to 1000 users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latin typeface="+mn-lt"/>
                          <a:ea typeface="Calibri" panose="020F0502020204030204" pitchFamily="34" charset="0"/>
                          <a:cs typeface="Calibri" panose="020F0502020204030204" pitchFamily="34" charset="0"/>
                        </a:rPr>
                        <a:t>REINVENT integrated with PIP and cloud docking</a:t>
                      </a:r>
                    </a:p>
                    <a:p>
                      <a:pPr marL="171450" lvl="0" indent="-171450">
                        <a:buFont typeface="Arial" panose="020B0604020202020204" pitchFamily="34" charset="0"/>
                        <a:buChar char="•"/>
                      </a:pPr>
                      <a:r>
                        <a:rPr lang="en-GB" sz="1000">
                          <a:latin typeface="+mn-lt"/>
                        </a:rPr>
                        <a:t>AiZynth MIT Q2 Update with latest features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MELLODDY Year 2 runs complete, model hosted in PIP with 5000 predictive endpoints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AIDE: MOE COTS solution business evaluation complete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PIP: Average model deployment time goal met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PIP:  human PK models deployed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000"/>
                        <a:t>Enhanced REINVENT UI released to increase utilisation for AI de-novo design ideas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lgn="l">
                        <a:buFont typeface="Arial" panose="020B0604020202020204" pitchFamily="34" charset="0"/>
                        <a:buChar char="•"/>
                      </a:pPr>
                      <a:r>
                        <a:rPr lang="en-GB" sz="1000"/>
                        <a:t>Enable 2/3rd small molecules drug discovery projects to utilise ADD Data and AI capabilities, to accelerate 3(L)-4(M)-5(H) milestones</a:t>
                      </a:r>
                    </a:p>
                    <a:p>
                      <a:pPr marL="171450" lvl="0" indent="-171450" algn="l">
                        <a:buFont typeface="Arial" panose="020B0604020202020204" pitchFamily="34" charset="0"/>
                        <a:buChar char="•"/>
                      </a:pPr>
                      <a:r>
                        <a:rPr lang="en-GB" sz="1000"/>
                        <a:t>Reaction Connect: integrated into internal ML workflows</a:t>
                      </a:r>
                    </a:p>
                    <a:p>
                      <a:pPr marL="171450" lvl="0" indent="-171450" algn="l">
                        <a:buFont typeface="Arial" panose="020B0604020202020204" pitchFamily="34" charset="0"/>
                        <a:buChar char="•"/>
                      </a:pPr>
                      <a:r>
                        <a:rPr lang="en-GB" sz="1000"/>
                        <a:t>PIP:  in-vivo dog PK models deployed</a:t>
                      </a:r>
                    </a:p>
                    <a:p>
                      <a:pPr marL="171450" lvl="0" indent="-171450" algn="l">
                        <a:buFont typeface="Arial" panose="020B0604020202020204" pitchFamily="34" charset="0"/>
                        <a:buChar char="•"/>
                      </a:pPr>
                      <a:r>
                        <a:rPr lang="en-GB" sz="1000"/>
                        <a:t>REINVENT and absolute binding FEP workflows combined </a:t>
                      </a:r>
                    </a:p>
                    <a:p>
                      <a:pPr marL="171450" lvl="0" indent="-171450" algn="l">
                        <a:buFont typeface="Arial" panose="020B0604020202020204" pitchFamily="34" charset="0"/>
                        <a:buChar char="•"/>
                      </a:pPr>
                      <a:r>
                        <a:rPr lang="en-GB" sz="1000"/>
                        <a:t>Reaction Connect data AI ready</a:t>
                      </a:r>
                    </a:p>
                    <a:p>
                      <a:pPr marL="171450" lvl="0" indent="-171450" algn="l">
                        <a:buFont typeface="Arial" panose="020B0604020202020204" pitchFamily="34" charset="0"/>
                        <a:buChar char="•"/>
                      </a:pPr>
                      <a:r>
                        <a:rPr lang="en-GB" sz="1000"/>
                        <a:t>Resolve - New LIMS for protein structure including CryoEM support</a:t>
                      </a:r>
                    </a:p>
                    <a:p>
                      <a:pPr marL="171450" lvl="0" indent="-171450" algn="l">
                        <a:buFont typeface="Arial" panose="020B0604020202020204" pitchFamily="34" charset="0"/>
                        <a:buChar char="•"/>
                      </a:pPr>
                      <a:r>
                        <a:rPr lang="en-GB" sz="1000"/>
                        <a:t>GAD: Demonstrated effort reduction and user uptake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buFont typeface="Arial" panose="020B0604020202020204" pitchFamily="34" charset="0"/>
                        <a:buChar char="•"/>
                      </a:pPr>
                      <a:r>
                        <a:rPr lang="en-GB" sz="1000"/>
                        <a:t>AiZynth and Route Manager combined to form Synthesis workbench</a:t>
                      </a:r>
                    </a:p>
                    <a:p>
                      <a:pPr marL="171450" lvl="0" indent="-171450">
                        <a:buFont typeface="Arial" panose="020B0604020202020204" pitchFamily="34" charset="0"/>
                        <a:buChar char="•"/>
                      </a:pPr>
                      <a:r>
                        <a:rPr lang="en-GB" sz="1000"/>
                        <a:t>Search UI productionised with search across all ADD data, billions of molecules and data points</a:t>
                      </a:r>
                    </a:p>
                    <a:p>
                      <a:pPr marL="171450" lvl="0" indent="-171450">
                        <a:buFont typeface="Arial" panose="020B0604020202020204" pitchFamily="34" charset="0"/>
                        <a:buChar char="•"/>
                      </a:pPr>
                      <a:r>
                        <a:rPr lang="en-GB" sz="1000"/>
                        <a:t>ADD Data Engineering platform used for all cheminformatics data pipelines (replacing Oracle scripts + Pipeline Pilot)</a:t>
                      </a:r>
                    </a:p>
                    <a:p>
                      <a:pPr marL="171450" lvl="0" indent="-171450">
                        <a:buFont typeface="Arial" panose="020B0604020202020204" pitchFamily="34" charset="0"/>
                        <a:buChar char="•"/>
                      </a:pPr>
                      <a:r>
                        <a:rPr lang="en-GB" sz="1000"/>
                        <a:t>Integrated ADD UI framework for drug design  REINVENT + IDEAL + Canvas + Spotfire + PIP/CAG UI ++ (in lieu of AIDE vendor agreement) </a:t>
                      </a:r>
                    </a:p>
                    <a:p>
                      <a:pPr marL="171450" lvl="0" indent="-171450">
                        <a:buFont typeface="Arial" panose="020B0604020202020204" pitchFamily="34" charset="0"/>
                        <a:buChar char="•"/>
                      </a:pPr>
                      <a:r>
                        <a:rPr lang="en-GB" sz="1000"/>
                        <a:t>Continue to reduce time to CDID by using new ADD capabilities across all projects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506428"/>
                  </a:ext>
                </a:extLst>
              </a:tr>
            </a:tbl>
          </a:graphicData>
        </a:graphic>
      </p:graphicFrame>
      <p:pic>
        <p:nvPicPr>
          <p:cNvPr id="10" name="Picture 9">
            <a:extLst>
              <a:ext uri="{FF2B5EF4-FFF2-40B4-BE49-F238E27FC236}">
                <a16:creationId xmlns:a16="http://schemas.microsoft.com/office/drawing/2014/main" id="{96D1E565-4411-433E-84DE-2AFA5D410860}"/>
              </a:ext>
            </a:extLst>
          </p:cNvPr>
          <p:cNvPicPr>
            <a:picLocks noChangeAspect="1"/>
          </p:cNvPicPr>
          <p:nvPr/>
        </p:nvPicPr>
        <p:blipFill>
          <a:blip r:embed="rId3"/>
          <a:stretch>
            <a:fillRect/>
          </a:stretch>
        </p:blipFill>
        <p:spPr>
          <a:xfrm>
            <a:off x="7191570" y="955422"/>
            <a:ext cx="4648439" cy="2101958"/>
          </a:xfrm>
          <a:prstGeom prst="rect">
            <a:avLst/>
          </a:prstGeom>
        </p:spPr>
      </p:pic>
    </p:spTree>
    <p:extLst>
      <p:ext uri="{BB962C8B-B14F-4D97-AF65-F5344CB8AC3E}">
        <p14:creationId xmlns:p14="http://schemas.microsoft.com/office/powerpoint/2010/main" val="2503435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54AF4B-85D8-4EEC-B36F-FC0FCC151BE6}"/>
              </a:ext>
            </a:extLst>
          </p:cNvPr>
          <p:cNvSpPr>
            <a:spLocks noGrp="1"/>
          </p:cNvSpPr>
          <p:nvPr>
            <p:ph type="dt" sz="half" idx="10"/>
          </p:nvPr>
        </p:nvSpPr>
        <p:spPr>
          <a:xfrm>
            <a:off x="10137663" y="6456258"/>
            <a:ext cx="1279358" cy="309145"/>
          </a:xfrm>
        </p:spPr>
        <p:txBody>
          <a:bodyPr/>
          <a:lstStyle/>
          <a:p>
            <a:r>
              <a:rPr lang="en-GB"/>
              <a:t>February 2021</a:t>
            </a:r>
          </a:p>
        </p:txBody>
      </p:sp>
      <p:sp>
        <p:nvSpPr>
          <p:cNvPr id="3" name="Slide Number Placeholder 2">
            <a:extLst>
              <a:ext uri="{FF2B5EF4-FFF2-40B4-BE49-F238E27FC236}">
                <a16:creationId xmlns:a16="http://schemas.microsoft.com/office/drawing/2014/main" id="{DE465FD9-95A5-4A8E-AC9D-332C0F8B3107}"/>
              </a:ext>
            </a:extLst>
          </p:cNvPr>
          <p:cNvSpPr>
            <a:spLocks noGrp="1"/>
          </p:cNvSpPr>
          <p:nvPr>
            <p:ph type="sldNum" sz="quarter" idx="12"/>
          </p:nvPr>
        </p:nvSpPr>
        <p:spPr>
          <a:xfrm>
            <a:off x="0" y="6456258"/>
            <a:ext cx="407988" cy="309145"/>
          </a:xfrm>
        </p:spPr>
        <p:txBody>
          <a:bodyPr/>
          <a:lstStyle/>
          <a:p>
            <a:fld id="{F8E47D07-9D1E-4FE9-B31A-2F5863681021}" type="slidenum">
              <a:rPr lang="en-GB" smtClean="0"/>
              <a:pPr/>
              <a:t>27</a:t>
            </a:fld>
            <a:endParaRPr lang="en-GB"/>
          </a:p>
        </p:txBody>
      </p:sp>
      <p:sp>
        <p:nvSpPr>
          <p:cNvPr id="14" name="Text Placeholder 13">
            <a:extLst>
              <a:ext uri="{FF2B5EF4-FFF2-40B4-BE49-F238E27FC236}">
                <a16:creationId xmlns:a16="http://schemas.microsoft.com/office/drawing/2014/main" id="{89D73D94-948A-48AE-89E5-F5F8E51961D9}"/>
              </a:ext>
            </a:extLst>
          </p:cNvPr>
          <p:cNvSpPr>
            <a:spLocks noGrp="1"/>
          </p:cNvSpPr>
          <p:nvPr>
            <p:ph type="body" sz="quarter" idx="111"/>
          </p:nvPr>
        </p:nvSpPr>
        <p:spPr/>
        <p:txBody>
          <a:bodyPr/>
          <a:lstStyle/>
          <a:p>
            <a:endParaRPr lang="en-US"/>
          </a:p>
        </p:txBody>
      </p:sp>
      <p:sp>
        <p:nvSpPr>
          <p:cNvPr id="5" name="Text Placeholder 11">
            <a:extLst>
              <a:ext uri="{FF2B5EF4-FFF2-40B4-BE49-F238E27FC236}">
                <a16:creationId xmlns:a16="http://schemas.microsoft.com/office/drawing/2014/main" id="{40D5617A-E0BE-4A7E-AD46-31C48DCFA280}"/>
              </a:ext>
            </a:extLst>
          </p:cNvPr>
          <p:cNvSpPr txBox="1">
            <a:spLocks/>
          </p:cNvSpPr>
          <p:nvPr/>
        </p:nvSpPr>
        <p:spPr>
          <a:xfrm>
            <a:off x="-774032" y="-179999"/>
            <a:ext cx="3132138" cy="2892032"/>
          </a:xfrm>
          <a:prstGeom prst="ellipse">
            <a:avLst/>
          </a:prstGeom>
          <a:solidFill>
            <a:srgbClr val="9DB0AC"/>
          </a:solidFill>
        </p:spPr>
        <p:txBody>
          <a:bodyPr vert="horz" lIns="324000" tIns="503998" rIns="180000" bIns="1080000" rtlCol="0">
            <a:noAutofit/>
          </a:bodyPr>
          <a:lstStyle>
            <a:lvl1pPr indent="0" algn="ctr">
              <a:lnSpc>
                <a:spcPct val="90000"/>
              </a:lnSpc>
              <a:spcBef>
                <a:spcPts val="0"/>
              </a:spcBef>
              <a:spcAft>
                <a:spcPts val="600"/>
              </a:spcAft>
              <a:buFont typeface="Arial" panose="020B0604020202020204" pitchFamily="34" charset="0"/>
              <a:buNone/>
              <a:defRPr sz="2400">
                <a:solidFill>
                  <a:schemeClr val="tx2"/>
                </a:solidFill>
                <a:latin typeface="+mj-lt"/>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solidFill>
                  <a:schemeClr val="tx2"/>
                </a:solidFill>
              </a:defRPr>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solidFill>
                  <a:schemeClr val="tx2"/>
                </a:solidFill>
              </a:defRPr>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solidFill>
                  <a:schemeClr val="tx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solidFill>
                  <a:schemeClr val="tx1"/>
                </a:solidFill>
              </a:rPr>
              <a:t>(D)MTA PLATFORM</a:t>
            </a:r>
          </a:p>
          <a:p>
            <a:endParaRPr lang="en-GB" sz="2000">
              <a:solidFill>
                <a:schemeClr val="tx1"/>
              </a:solidFill>
            </a:endParaRPr>
          </a:p>
        </p:txBody>
      </p:sp>
      <p:sp>
        <p:nvSpPr>
          <p:cNvPr id="6" name="Rectangle 5">
            <a:extLst>
              <a:ext uri="{FF2B5EF4-FFF2-40B4-BE49-F238E27FC236}">
                <a16:creationId xmlns:a16="http://schemas.microsoft.com/office/drawing/2014/main" id="{ECF41BBF-A16B-4C26-B1E6-E435134CFF1C}"/>
              </a:ext>
            </a:extLst>
          </p:cNvPr>
          <p:cNvSpPr/>
          <p:nvPr/>
        </p:nvSpPr>
        <p:spPr>
          <a:xfrm>
            <a:off x="2743199" y="197997"/>
            <a:ext cx="9165771" cy="3354868"/>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7" name="Text Placeholder 23">
            <a:extLst>
              <a:ext uri="{FF2B5EF4-FFF2-40B4-BE49-F238E27FC236}">
                <a16:creationId xmlns:a16="http://schemas.microsoft.com/office/drawing/2014/main" id="{0C79E434-1F69-4D2B-9901-5BAF6B0FD63C}"/>
              </a:ext>
            </a:extLst>
          </p:cNvPr>
          <p:cNvSpPr txBox="1">
            <a:spLocks/>
          </p:cNvSpPr>
          <p:nvPr/>
        </p:nvSpPr>
        <p:spPr>
          <a:xfrm>
            <a:off x="2913281" y="197998"/>
            <a:ext cx="4505967" cy="325627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lIns="91440" tIns="45720" rIns="91440" bIns="45720" rtlCol="0" anchor="t">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lvl="3" indent="0">
              <a:buNone/>
            </a:pPr>
            <a:r>
              <a:rPr lang="en-US" sz="1800" b="1">
                <a:solidFill>
                  <a:schemeClr val="tx1"/>
                </a:solidFill>
              </a:rPr>
              <a:t>MTA PLATFORM</a:t>
            </a:r>
            <a:endParaRPr lang="en-US">
              <a:cs typeface="Calibri"/>
            </a:endParaRPr>
          </a:p>
          <a:p>
            <a:pPr marL="396875" lvl="3" algn="l"/>
            <a:endParaRPr lang="en-US" sz="1800" b="1">
              <a:solidFill>
                <a:schemeClr val="tx1"/>
              </a:solidFill>
            </a:endParaRPr>
          </a:p>
          <a:p>
            <a:pPr algn="l"/>
            <a:r>
              <a:rPr lang="en-GB" sz="1400" b="0">
                <a:solidFill>
                  <a:schemeClr val="tx1"/>
                </a:solidFill>
              </a:rPr>
              <a:t>The Make-Test-Analyse (MTA) platform builds and runs COTS and in-house solutions </a:t>
            </a:r>
            <a:r>
              <a:rPr lang="en-GB" sz="1400">
                <a:solidFill>
                  <a:schemeClr val="tx1"/>
                </a:solidFill>
              </a:rPr>
              <a:t>enabling</a:t>
            </a:r>
            <a:r>
              <a:rPr lang="en-GB" sz="1400" b="1">
                <a:solidFill>
                  <a:schemeClr val="tx1"/>
                </a:solidFill>
              </a:rPr>
              <a:t> chemists and biologists to run DMTA (Design, Make, Test, Analyse) cycles as they refine leads on the journey to providing candidate drugs</a:t>
            </a:r>
            <a:endParaRPr lang="en-GB" sz="1400" b="1">
              <a:solidFill>
                <a:schemeClr val="tx1"/>
              </a:solidFill>
              <a:cs typeface="Calibri"/>
            </a:endParaRPr>
          </a:p>
          <a:p>
            <a:pPr marL="396875" lvl="3" indent="0">
              <a:buClr>
                <a:schemeClr val="tx1"/>
              </a:buClr>
              <a:buNone/>
            </a:pPr>
            <a:endParaRPr lang="en-GB" sz="1400">
              <a:solidFill>
                <a:schemeClr val="tx1"/>
              </a:solidFill>
            </a:endParaRPr>
          </a:p>
          <a:p>
            <a:pPr marL="0" lvl="1" indent="0">
              <a:buClr>
                <a:schemeClr val="tx1"/>
              </a:buClr>
              <a:buNone/>
            </a:pPr>
            <a:r>
              <a:rPr lang="en-GB" sz="1400">
                <a:solidFill>
                  <a:schemeClr val="tx1"/>
                </a:solidFill>
              </a:rPr>
              <a:t>This platform enables and supports scientists from </a:t>
            </a:r>
            <a:r>
              <a:rPr lang="en-GB" sz="1400" b="1">
                <a:solidFill>
                  <a:schemeClr val="tx1"/>
                </a:solidFill>
              </a:rPr>
              <a:t>Discovery Sciences, Oncology, R &amp; I and CVRM therapy areas developing small molecule and new modality (e.g. peptides. oligonucleotides, </a:t>
            </a:r>
            <a:r>
              <a:rPr lang="en-GB" sz="1400" b="1" err="1">
                <a:solidFill>
                  <a:schemeClr val="tx1"/>
                </a:solidFill>
              </a:rPr>
              <a:t>protacs</a:t>
            </a:r>
            <a:r>
              <a:rPr lang="en-GB" sz="1400" b="1">
                <a:solidFill>
                  <a:schemeClr val="tx1"/>
                </a:solidFill>
              </a:rPr>
              <a:t>) </a:t>
            </a:r>
            <a:r>
              <a:rPr lang="en-GB" sz="1400">
                <a:solidFill>
                  <a:schemeClr val="tx1"/>
                </a:solidFill>
              </a:rPr>
              <a:t>candidates handling around 3000+ scientists globally with 25-30 critical applications catering to candidate drug discovery</a:t>
            </a:r>
            <a:endParaRPr lang="en-GB" sz="1000" b="0">
              <a:solidFill>
                <a:schemeClr val="tx1"/>
              </a:solidFill>
            </a:endParaRPr>
          </a:p>
        </p:txBody>
      </p:sp>
      <p:pic>
        <p:nvPicPr>
          <p:cNvPr id="8" name="Picture 7">
            <a:extLst>
              <a:ext uri="{FF2B5EF4-FFF2-40B4-BE49-F238E27FC236}">
                <a16:creationId xmlns:a16="http://schemas.microsoft.com/office/drawing/2014/main" id="{3436587A-B2C2-4BDC-8565-7C06EC211D25}"/>
              </a:ext>
            </a:extLst>
          </p:cNvPr>
          <p:cNvPicPr>
            <a:picLocks noChangeAspect="1"/>
          </p:cNvPicPr>
          <p:nvPr/>
        </p:nvPicPr>
        <p:blipFill rotWithShape="1">
          <a:blip r:embed="rId3"/>
          <a:srcRect b="6549"/>
          <a:stretch/>
        </p:blipFill>
        <p:spPr>
          <a:xfrm>
            <a:off x="7419248" y="600980"/>
            <a:ext cx="4438317" cy="2178403"/>
          </a:xfrm>
          <a:prstGeom prst="rect">
            <a:avLst/>
          </a:prstGeom>
          <a:ln>
            <a:solidFill>
              <a:schemeClr val="bg1"/>
            </a:solidFill>
          </a:ln>
        </p:spPr>
      </p:pic>
      <p:sp>
        <p:nvSpPr>
          <p:cNvPr id="9" name="Oval 8">
            <a:extLst>
              <a:ext uri="{FF2B5EF4-FFF2-40B4-BE49-F238E27FC236}">
                <a16:creationId xmlns:a16="http://schemas.microsoft.com/office/drawing/2014/main" id="{EDEEBA78-0580-424D-829B-187C6F8EF514}"/>
              </a:ext>
            </a:extLst>
          </p:cNvPr>
          <p:cNvSpPr/>
          <p:nvPr/>
        </p:nvSpPr>
        <p:spPr>
          <a:xfrm>
            <a:off x="4706546" y="293341"/>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7" name="Rectangle 16">
            <a:extLst>
              <a:ext uri="{FF2B5EF4-FFF2-40B4-BE49-F238E27FC236}">
                <a16:creationId xmlns:a16="http://schemas.microsoft.com/office/drawing/2014/main" id="{0F51FFAC-CC7B-4223-9CCB-EA68AA48F096}"/>
              </a:ext>
            </a:extLst>
          </p:cNvPr>
          <p:cNvSpPr/>
          <p:nvPr/>
        </p:nvSpPr>
        <p:spPr>
          <a:xfrm>
            <a:off x="2743200" y="3813001"/>
            <a:ext cx="9165770" cy="2959655"/>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Aft>
                <a:spcPts val="600"/>
              </a:spcAft>
            </a:pPr>
            <a:endParaRPr lang="en-GB" sz="2400">
              <a:latin typeface="+mj-lt"/>
            </a:endParaRPr>
          </a:p>
        </p:txBody>
      </p:sp>
      <p:sp>
        <p:nvSpPr>
          <p:cNvPr id="18" name="Text Placeholder 23">
            <a:extLst>
              <a:ext uri="{FF2B5EF4-FFF2-40B4-BE49-F238E27FC236}">
                <a16:creationId xmlns:a16="http://schemas.microsoft.com/office/drawing/2014/main" id="{10B80678-B04C-4F2A-A8FF-09AC0BDD04CF}"/>
              </a:ext>
            </a:extLst>
          </p:cNvPr>
          <p:cNvSpPr txBox="1">
            <a:spLocks/>
          </p:cNvSpPr>
          <p:nvPr/>
        </p:nvSpPr>
        <p:spPr>
          <a:xfrm>
            <a:off x="2833774" y="3881624"/>
            <a:ext cx="8953231" cy="969496"/>
          </a:xfrm>
          <a:prstGeom prst="rect">
            <a:avLst/>
          </a:prstGeom>
          <a:solidFill>
            <a:schemeClr val="bg1"/>
          </a:solidFill>
          <a:ln w="12700" cap="flat" cmpd="sng" algn="ctr">
            <a:noFill/>
            <a:prstDash val="solid"/>
            <a:miter lim="800000"/>
          </a:ln>
        </p:spPr>
        <p:style>
          <a:lnRef idx="2">
            <a:schemeClr val="accent3"/>
          </a:lnRef>
          <a:fillRef idx="1">
            <a:schemeClr val="lt1"/>
          </a:fillRef>
          <a:effectRef idx="0">
            <a:schemeClr val="accent3"/>
          </a:effectRef>
          <a:fontRef idx="minor">
            <a:schemeClr val="dk1"/>
          </a:fontRef>
        </p:style>
        <p:txBody>
          <a:bodyPr wrap="square" rtlCol="0">
            <a:spAutoFit/>
          </a:bodyPr>
          <a:lstStyle>
            <a:defPPr>
              <a:defRPr lang="en-US"/>
            </a:defPPr>
            <a:lvl1pPr indent="0" algn="ctr">
              <a:lnSpc>
                <a:spcPct val="100000"/>
              </a:lnSpc>
              <a:spcBef>
                <a:spcPts val="0"/>
              </a:spcBef>
              <a:spcAft>
                <a:spcPts val="0"/>
              </a:spcAft>
              <a:buFontTx/>
              <a:buNone/>
              <a:defRPr b="1">
                <a:solidFill>
                  <a:srgbClr val="000000"/>
                </a:solidFill>
              </a:defRPr>
            </a:lvl1pPr>
            <a:lvl2pPr marL="228600" indent="-228600">
              <a:lnSpc>
                <a:spcPct val="90000"/>
              </a:lnSpc>
              <a:spcBef>
                <a:spcPts val="0"/>
              </a:spcBef>
              <a:spcAft>
                <a:spcPts val="600"/>
              </a:spcAft>
              <a:buClr>
                <a:srgbClr val="830051"/>
              </a:buClr>
              <a:buSzPct val="100000"/>
              <a:buFont typeface="Arial" panose="020B0604020202020204" pitchFamily="34" charset="0"/>
              <a:buChar char="•"/>
              <a:defRPr sz="1600"/>
            </a:lvl2pPr>
            <a:lvl3pPr marL="444500" indent="-228600">
              <a:lnSpc>
                <a:spcPct val="90000"/>
              </a:lnSpc>
              <a:spcBef>
                <a:spcPts val="0"/>
              </a:spcBef>
              <a:spcAft>
                <a:spcPts val="600"/>
              </a:spcAft>
              <a:buClr>
                <a:srgbClr val="830051"/>
              </a:buClr>
              <a:buSzPct val="100000"/>
              <a:buFont typeface="Arial" panose="020B0604020202020204" pitchFamily="34" charset="0"/>
              <a:buChar char="•"/>
              <a:defRPr sz="1400"/>
            </a:lvl3pPr>
            <a:lvl4pPr marL="625475" indent="-228600">
              <a:lnSpc>
                <a:spcPct val="90000"/>
              </a:lnSpc>
              <a:spcBef>
                <a:spcPts val="0"/>
              </a:spcBef>
              <a:spcAft>
                <a:spcPts val="600"/>
              </a:spcAft>
              <a:buClr>
                <a:srgbClr val="830051"/>
              </a:buClr>
              <a:buSzPct val="100000"/>
              <a:buFont typeface="Arial" panose="020B0604020202020204" pitchFamily="34" charset="0"/>
              <a:buChar char="•"/>
              <a:defRPr sz="1200"/>
            </a:lvl4pPr>
            <a:lvl5pPr marL="806450" indent="-228600">
              <a:lnSpc>
                <a:spcPct val="90000"/>
              </a:lnSpc>
              <a:spcBef>
                <a:spcPts val="0"/>
              </a:spcBef>
              <a:spcAft>
                <a:spcPts val="600"/>
              </a:spcAft>
              <a:buClr>
                <a:srgbClr val="830051"/>
              </a:buClr>
              <a:buSzPct val="100000"/>
              <a:buFont typeface="Arial" panose="020B0604020202020204" pitchFamily="34" charset="0"/>
              <a:buChar char="•"/>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l"/>
            <a:r>
              <a:rPr lang="en-US">
                <a:solidFill>
                  <a:schemeClr val="tx1"/>
                </a:solidFill>
              </a:rPr>
              <a:t>PLATFORM ROADMAP</a:t>
            </a:r>
          </a:p>
          <a:p>
            <a:pPr marL="285750" indent="-285750" algn="l">
              <a:buClr>
                <a:schemeClr val="tx1"/>
              </a:buClr>
              <a:buSzPct val="100000"/>
              <a:buFont typeface="+mn-lt"/>
              <a:buChar char="•"/>
            </a:pPr>
            <a:endParaRPr lang="en-US" sz="1100">
              <a:solidFill>
                <a:schemeClr val="tx1"/>
              </a:solidFill>
            </a:endParaRPr>
          </a:p>
          <a:p>
            <a:pPr algn="l"/>
            <a:endParaRPr lang="en-US" sz="1000" b="0">
              <a:solidFill>
                <a:schemeClr val="tx1"/>
              </a:solidFill>
            </a:endParaRPr>
          </a:p>
          <a:p>
            <a:endParaRPr lang="en-US"/>
          </a:p>
        </p:txBody>
      </p:sp>
      <p:graphicFrame>
        <p:nvGraphicFramePr>
          <p:cNvPr id="21" name="Table 21">
            <a:extLst>
              <a:ext uri="{FF2B5EF4-FFF2-40B4-BE49-F238E27FC236}">
                <a16:creationId xmlns:a16="http://schemas.microsoft.com/office/drawing/2014/main" id="{CB21E905-4C17-4C53-9914-FF9BEABBE50F}"/>
              </a:ext>
            </a:extLst>
          </p:cNvPr>
          <p:cNvGraphicFramePr>
            <a:graphicFrameLocks noGrp="1"/>
          </p:cNvGraphicFramePr>
          <p:nvPr>
            <p:extLst>
              <p:ext uri="{D42A27DB-BD31-4B8C-83A1-F6EECF244321}">
                <p14:modId xmlns:p14="http://schemas.microsoft.com/office/powerpoint/2010/main" val="522907386"/>
              </p:ext>
            </p:extLst>
          </p:nvPr>
        </p:nvGraphicFramePr>
        <p:xfrm>
          <a:off x="2833774" y="4241725"/>
          <a:ext cx="8858217" cy="2499360"/>
        </p:xfrm>
        <a:graphic>
          <a:graphicData uri="http://schemas.openxmlformats.org/drawingml/2006/table">
            <a:tbl>
              <a:tblPr firstRow="1" bandRow="1">
                <a:tableStyleId>{3B4B98B0-60AC-42C2-AFA5-B58CD77FA1E5}</a:tableStyleId>
              </a:tblPr>
              <a:tblGrid>
                <a:gridCol w="2952739">
                  <a:extLst>
                    <a:ext uri="{9D8B030D-6E8A-4147-A177-3AD203B41FA5}">
                      <a16:colId xmlns:a16="http://schemas.microsoft.com/office/drawing/2014/main" val="2115961735"/>
                    </a:ext>
                  </a:extLst>
                </a:gridCol>
                <a:gridCol w="2952739">
                  <a:extLst>
                    <a:ext uri="{9D8B030D-6E8A-4147-A177-3AD203B41FA5}">
                      <a16:colId xmlns:a16="http://schemas.microsoft.com/office/drawing/2014/main" val="4082582384"/>
                    </a:ext>
                  </a:extLst>
                </a:gridCol>
                <a:gridCol w="2952739">
                  <a:extLst>
                    <a:ext uri="{9D8B030D-6E8A-4147-A177-3AD203B41FA5}">
                      <a16:colId xmlns:a16="http://schemas.microsoft.com/office/drawing/2014/main" val="1513624407"/>
                    </a:ext>
                  </a:extLst>
                </a:gridCol>
              </a:tblGrid>
              <a:tr h="252368">
                <a:tc>
                  <a:txBody>
                    <a:bodyPr/>
                    <a:lstStyle/>
                    <a:p>
                      <a:pPr algn="ctr"/>
                      <a:r>
                        <a:rPr lang="en-GB" sz="1200">
                          <a:solidFill>
                            <a:schemeClr val="bg1"/>
                          </a:solidFill>
                        </a:rPr>
                        <a:t>NOW </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GB" sz="1200">
                          <a:solidFill>
                            <a:schemeClr val="bg1"/>
                          </a:solidFill>
                        </a:rPr>
                        <a:t>NEXT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tc>
                  <a:txBody>
                    <a:bodyPr/>
                    <a:lstStyle/>
                    <a:p>
                      <a:pPr algn="ctr"/>
                      <a:r>
                        <a:rPr lang="en-GB" sz="1200">
                          <a:solidFill>
                            <a:schemeClr val="bg1"/>
                          </a:solidFill>
                        </a:rPr>
                        <a:t>FUTURE</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563704875"/>
                  </a:ext>
                </a:extLst>
              </a:tr>
              <a:tr h="2046983">
                <a:tc>
                  <a:txBody>
                    <a:bodyPr/>
                    <a:lstStyle/>
                    <a:p>
                      <a:pPr marL="457200" lvl="1" indent="0">
                        <a:buFont typeface="Arial" panose="020B0604020202020204" pitchFamily="34" charset="0"/>
                        <a:buNone/>
                      </a:pPr>
                      <a:r>
                        <a:rPr lang="en-GB" sz="1000" b="1"/>
                        <a:t>D360 integration with Predictive Insight Platform</a:t>
                      </a:r>
                      <a:r>
                        <a:rPr lang="en-GB" sz="1000"/>
                        <a:t> to enable faster and more robust deployment of insightful AI models which will drive search of new drugs faster and more accurately</a:t>
                      </a:r>
                    </a:p>
                    <a:p>
                      <a:pPr marL="457200" lvl="1" indent="0">
                        <a:buFont typeface="Arial" panose="020B0604020202020204" pitchFamily="34" charset="0"/>
                        <a:buNone/>
                      </a:pPr>
                      <a:endParaRPr lang="en-GB" sz="1000"/>
                    </a:p>
                    <a:p>
                      <a:pPr marL="457200" lvl="1" indent="0">
                        <a:buFont typeface="Arial" panose="020B0604020202020204" pitchFamily="34" charset="0"/>
                        <a:buNone/>
                      </a:pPr>
                      <a:r>
                        <a:rPr lang="en-GB" sz="1000" b="1"/>
                        <a:t>Qlik replication </a:t>
                      </a:r>
                      <a:r>
                        <a:rPr lang="en-GB" sz="1000"/>
                        <a:t>being used globally by 4K scientists allowing a more reliable replication of compounds and samples and tracking.</a:t>
                      </a:r>
                    </a:p>
                    <a:p>
                      <a:pPr marL="457200" lvl="1" indent="0">
                        <a:buFont typeface="Arial" panose="020B0604020202020204" pitchFamily="34" charset="0"/>
                        <a:buNone/>
                      </a:pPr>
                      <a:endParaRPr lang="en-GB" sz="1000"/>
                    </a:p>
                    <a:p>
                      <a:pPr marL="457200" lvl="1" indent="0">
                        <a:buFont typeface="Arial" panose="020B0604020202020204" pitchFamily="34" charset="0"/>
                        <a:buNone/>
                      </a:pPr>
                      <a:r>
                        <a:rPr lang="en-GB" sz="1000"/>
                        <a:t>Consolidation of </a:t>
                      </a:r>
                      <a:r>
                        <a:rPr lang="en-GB" sz="1000" b="1"/>
                        <a:t>Mosaic systems across MTA, ADPE and BPD </a:t>
                      </a:r>
                      <a:r>
                        <a:rPr lang="en-GB" sz="1000" b="0"/>
                        <a:t>for a better user and customer experience</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marL="457200" lvl="1" indent="0">
                        <a:buFont typeface="Arial" panose="020B0604020202020204" pitchFamily="34" charset="0"/>
                        <a:buNone/>
                      </a:pPr>
                      <a:r>
                        <a:rPr lang="en-GB" sz="1000" b="1" kern="1200">
                          <a:solidFill>
                            <a:schemeClr val="tx1"/>
                          </a:solidFill>
                          <a:latin typeface="+mn-lt"/>
                          <a:ea typeface="+mn-ea"/>
                          <a:cs typeface="+mn-cs"/>
                        </a:rPr>
                        <a:t>New Molecule Registration System </a:t>
                      </a:r>
                      <a:r>
                        <a:rPr lang="en-GB" sz="1000" b="0" kern="1200">
                          <a:solidFill>
                            <a:schemeClr val="tx1"/>
                          </a:solidFill>
                          <a:latin typeface="+mn-lt"/>
                          <a:ea typeface="+mn-ea"/>
                          <a:cs typeface="+mn-cs"/>
                        </a:rPr>
                        <a:t>initial deployment - Central repository capable of capturing the defining attributes of synthetically-modified oligonucleotides and peptides supporting new therapeutic drug discovery</a:t>
                      </a:r>
                    </a:p>
                    <a:p>
                      <a:pPr marL="457200" lvl="1" indent="0">
                        <a:buFont typeface="Arial" panose="020B0604020202020204" pitchFamily="34" charset="0"/>
                        <a:buNone/>
                      </a:pPr>
                      <a:endParaRPr lang="en-GB" sz="1000"/>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b="1" i="0" u="none" strike="noStrike" noProof="0"/>
                        <a:t>5 Days SAR dashboard </a:t>
                      </a:r>
                      <a:r>
                        <a:rPr lang="en-GB" sz="1000" b="0" i="0" u="none" strike="noStrike" noProof="0"/>
                        <a:t>delivering </a:t>
                      </a:r>
                      <a:r>
                        <a:rPr lang="en-GB" sz="1000" b="1" i="0" u="none" strike="noStrike" noProof="0"/>
                        <a:t>insight on operations within Compound Synthesis &amp; Management </a:t>
                      </a:r>
                      <a:r>
                        <a:rPr lang="en-GB" sz="1000" b="0" i="0" u="none" strike="noStrike" noProof="0"/>
                        <a:t>informing decision-making to maximise process efficiency and reduce waste</a:t>
                      </a:r>
                      <a:endParaRPr lang="en-GB" sz="1000"/>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tc>
                  <a:txBody>
                    <a:bodyPr/>
                    <a:lstStyle/>
                    <a:p>
                      <a:pPr marL="457200" lvl="1" indent="0">
                        <a:buFont typeface="Arial" panose="020B0604020202020204" pitchFamily="34" charset="0"/>
                        <a:buNone/>
                      </a:pPr>
                      <a:r>
                        <a:rPr lang="en-GB" sz="1000" b="0"/>
                        <a:t>Driving the move to a </a:t>
                      </a:r>
                      <a:r>
                        <a:rPr lang="en-GB" sz="1000" b="1"/>
                        <a:t>holistic compound management tracking system </a:t>
                      </a:r>
                      <a:r>
                        <a:rPr lang="en-GB" sz="1000" b="0"/>
                        <a:t>as Scientists move to CBC</a:t>
                      </a:r>
                    </a:p>
                    <a:p>
                      <a:pPr marL="457200" lvl="1" indent="0">
                        <a:buFont typeface="Arial" panose="020B0604020202020204" pitchFamily="34" charset="0"/>
                        <a:buNone/>
                      </a:pPr>
                      <a:endParaRPr lang="en-GB" sz="1000"/>
                    </a:p>
                    <a:p>
                      <a:pPr marL="457200" lvl="1" indent="0">
                        <a:buFont typeface="Arial" panose="020B0604020202020204" pitchFamily="34" charset="0"/>
                        <a:buNone/>
                      </a:pPr>
                      <a:r>
                        <a:rPr lang="en-GB" sz="1000"/>
                        <a:t>Furthering capabilities within </a:t>
                      </a:r>
                      <a:r>
                        <a:rPr lang="en-GB" sz="1000" b="1"/>
                        <a:t>Biologics</a:t>
                      </a:r>
                      <a:r>
                        <a:rPr lang="en-GB" sz="1000"/>
                        <a:t> and </a:t>
                      </a:r>
                      <a:r>
                        <a:rPr lang="en-GB" sz="1000" b="1"/>
                        <a:t>new modalities to help shorten lead time generation across therapeutic areas</a:t>
                      </a:r>
                    </a:p>
                    <a:p>
                      <a:pPr marL="457200" lvl="1" indent="0">
                        <a:buFont typeface="Arial" panose="020B0604020202020204" pitchFamily="34" charset="0"/>
                        <a:buNone/>
                      </a:pPr>
                      <a:endParaRPr lang="en-GB" sz="1000" b="1"/>
                    </a:p>
                    <a:p>
                      <a:pPr marL="457200" lvl="1" indent="0">
                        <a:buFont typeface="Arial" panose="020B0604020202020204" pitchFamily="34" charset="0"/>
                        <a:buNone/>
                      </a:pPr>
                      <a:r>
                        <a:rPr lang="en-GB" sz="1000" b="0"/>
                        <a:t>Development of </a:t>
                      </a:r>
                      <a:r>
                        <a:rPr lang="en-GB" sz="1000" b="1"/>
                        <a:t>Global Analytics database which will enable Advanced Chemistry Development </a:t>
                      </a:r>
                      <a:r>
                        <a:rPr lang="en-GB" sz="1000" b="0"/>
                        <a:t>for small molecule chemistry</a:t>
                      </a:r>
                    </a:p>
                  </a:txBody>
                  <a:tcP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solidFill>
                      <a:schemeClr val="bg1"/>
                    </a:solidFill>
                  </a:tcPr>
                </a:tc>
                <a:extLst>
                  <a:ext uri="{0D108BD9-81ED-4DB2-BD59-A6C34878D82A}">
                    <a16:rowId xmlns:a16="http://schemas.microsoft.com/office/drawing/2014/main" val="123506428"/>
                  </a:ext>
                </a:extLst>
              </a:tr>
            </a:tbl>
          </a:graphicData>
        </a:graphic>
      </p:graphicFrame>
    </p:spTree>
    <p:extLst>
      <p:ext uri="{BB962C8B-B14F-4D97-AF65-F5344CB8AC3E}">
        <p14:creationId xmlns:p14="http://schemas.microsoft.com/office/powerpoint/2010/main" val="18180375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ASTRAZENECA STANDARD TEMPLATE" val="EvVFCk6W"/>
  <p:tag name="ARTICULATE_DESIGN_ID_1_ASTRAZENECA STANDARD TEMPLATE" val="kGJp0GDe"/>
  <p:tag name="ARTICULATE_DESIGN_ID_ALTERNATIVE LAYOUTS" val="Bt42LpTg"/>
  <p:tag name="ARTICULATE_DESIGN_ID_1_ALTERNATIVE LAYOUTS" val="Pu40bbUa"/>
  <p:tag name="ARTICULATE_DESIGN_ID_AGENDAS" val="ut6QGGsg"/>
  <p:tag name="ARTICULATE_DESIGN_ID_1_AGENDAS" val="zZqOLfMe"/>
  <p:tag name="ARTICULATE_DESIGN_ID_KEY MESSAGE LAYOUTS" val="EG1WQXxn"/>
  <p:tag name="ARTICULATE_DESIGN_ID_LISTS" val="M0QWvWS1"/>
  <p:tag name="ARTICULATE_DESIGN_ID_1_KEY MESSAGE LAYOUTS" val="ks627C6Q"/>
  <p:tag name="ARTICULATE_DESIGN_ID_DIAGRAMS" val="EHtI07Fq"/>
  <p:tag name="ARTICULATE_DESIGN_ID_ALTERNATIVE CONTENT LAYOUTS" val="ywJnDDcd"/>
  <p:tag name="ARTICULATE_DESIGN_ID_PERSONNEL" val="nHHLeDJ2"/>
  <p:tag name="ARTICULATE_DESIGN_ID_STAFF AND ORGANISATIONS" val="fzkdDkSo"/>
  <p:tag name="ARTICULATE_DESIGN_ID_1_ALTERNATIVE CONTENT LAYOUTS" val="iY0BipYY"/>
  <p:tag name="ARTICULATE_DESIGN_ID_1_LISTS" val="vezrIkHU"/>
  <p:tag name="ARTICULATE_DESIGN_ID_1_STAFF AND ORGANISATIONS" val="gu0rVs6s"/>
  <p:tag name="BRANDIN_CONFIG" val="CONFIG.INI"/>
  <p:tag name="BRANDIN_CHARTS" val="PROCESS CHARTS"/>
  <p:tag name="BRANDIN_RULES" val="RUN RULES"/>
  <p:tag name="ARTICULATE_DESIGN_ID_LOGO HOLDERS" val="frTQuPG5"/>
  <p:tag name="ARTICULATE_DESIGN_ID_SPEAKERS" val="lTM5UYkU"/>
  <p:tag name="ARTICULATE_DESIGN_ID_TEXT LAYOUTS" val="4lYw8SxY"/>
  <p:tag name="ARTICULATE_DESIGN_ID_KEY STATEMENTS" val="PiA9xBfC"/>
  <p:tag name="ARTICULATE_DESIGN_ID_TEXT WITH IMAGE" val="bQgCS8wS"/>
  <p:tag name="ARTICULATE_DESIGN_ID_TEXT WITH IMAGE LAYOUTS" val="4MQoe47W"/>
  <p:tag name="ARTICULATE_SLIDE_THUMBNAIL_REFRESH" val="1"/>
  <p:tag name="BRANDIN_SMARTPASTE" val="ACTIVE"/>
  <p:tag name="ARTICULATE_PROJECT_OPEN" val="0"/>
  <p:tag name="ARTICULATE_SLIDE_COUNT" val="8"/>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straZeneca Standard Template">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6516CE45-8DC2-4217-AF12-CBB12D17AA9D}"/>
    </a:ext>
  </a:extLst>
</a:theme>
</file>

<file path=ppt/theme/theme2.xml><?xml version="1.0" encoding="utf-8"?>
<a:theme xmlns:a="http://schemas.openxmlformats.org/drawingml/2006/main" name="Alternative Content Layout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26041226-57F3-4CA8-930F-EFA52793F89E}"/>
    </a:ext>
  </a:extLst>
</a:theme>
</file>

<file path=ppt/theme/theme3.xml><?xml version="1.0" encoding="utf-8"?>
<a:theme xmlns:a="http://schemas.openxmlformats.org/drawingml/2006/main" name="Text with Image Layout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B188CCDD-9F8B-470B-8FC6-FA23A9548A54}"/>
    </a:ext>
  </a:extLst>
</a:theme>
</file>

<file path=ppt/theme/theme4.xml><?xml version="1.0" encoding="utf-8"?>
<a:theme xmlns:a="http://schemas.openxmlformats.org/drawingml/2006/main" name="Key Statement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E78261EE-A439-4575-BB81-CC4D7D5C50F7}"/>
    </a:ext>
  </a:extLst>
</a:theme>
</file>

<file path=ppt/theme/theme5.xml><?xml version="1.0" encoding="utf-8"?>
<a:theme xmlns:a="http://schemas.openxmlformats.org/drawingml/2006/main" name="List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4F45796B-7CC0-45CE-92E7-53BEE2F10921}"/>
    </a:ext>
  </a:extLst>
</a:theme>
</file>

<file path=ppt/theme/theme6.xml><?xml version="1.0" encoding="utf-8"?>
<a:theme xmlns:a="http://schemas.openxmlformats.org/drawingml/2006/main" name="Agenda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A5C4ED5E-7B19-4578-8B57-424E4341DC5B}"/>
    </a:ext>
  </a:extLst>
</a:theme>
</file>

<file path=ppt/theme/theme7.xml><?xml version="1.0" encoding="utf-8"?>
<a:theme xmlns:a="http://schemas.openxmlformats.org/drawingml/2006/main" name="Speaker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55AEC617-211F-4D6C-87D2-E2CB2B8D6773}"/>
    </a:ext>
  </a:extLst>
</a:theme>
</file>

<file path=ppt/theme/theme8.xml><?xml version="1.0" encoding="utf-8"?>
<a:theme xmlns:a="http://schemas.openxmlformats.org/drawingml/2006/main" name="Logo Holder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3D24888E-4389-4CD0-B97D-611F4FAE4C63}"/>
    </a:ext>
  </a:extLst>
</a:theme>
</file>

<file path=ppt/theme/theme9.xml><?xml version="1.0" encoding="utf-8"?>
<a:theme xmlns:a="http://schemas.openxmlformats.org/drawingml/2006/main" name="Diagrams">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Astra Zeneca">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normAutofit/>
      </a:bodyPr>
      <a:lstStyle>
        <a:defPPr algn="ctr">
          <a:spcAft>
            <a:spcPts val="600"/>
          </a:spcAft>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spcAft>
            <a:spcPts val="600"/>
          </a:spcAft>
          <a:defRPr dirty="0" err="1" smtClean="0"/>
        </a:defPPr>
      </a:lstStyle>
    </a:txDef>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ASTR 3935 - Template &amp; Model Slides 23.pptx" id="{22B86E55-C032-42C3-8061-2F31D54720C6}" vid="{A0969DBB-0B79-4F4A-AF45-BF87894F46A6}"/>
    </a:ext>
  </a:extLst>
</a:theme>
</file>

<file path=ppt/theme/theme10.xml><?xml version="1.0" encoding="utf-8"?>
<a:theme xmlns:a="http://schemas.openxmlformats.org/drawingml/2006/main" name="Office Theme">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Theme">
  <a:themeElements>
    <a:clrScheme name="AstraZeneca 2020">
      <a:dk1>
        <a:srgbClr val="3F4444"/>
      </a:dk1>
      <a:lt1>
        <a:srgbClr val="FFFFFF"/>
      </a:lt1>
      <a:dk2>
        <a:srgbClr val="003865"/>
      </a:dk2>
      <a:lt2>
        <a:srgbClr val="9DB0AC"/>
      </a:lt2>
      <a:accent1>
        <a:srgbClr val="830051"/>
      </a:accent1>
      <a:accent2>
        <a:srgbClr val="F0AB00"/>
      </a:accent2>
      <a:accent3>
        <a:srgbClr val="D0006F"/>
      </a:accent3>
      <a:accent4>
        <a:srgbClr val="3C1053"/>
      </a:accent4>
      <a:accent5>
        <a:srgbClr val="C4D600"/>
      </a:accent5>
      <a:accent6>
        <a:srgbClr val="68D2DF"/>
      </a:accent6>
      <a:hlink>
        <a:srgbClr val="68D2DF"/>
      </a:hlink>
      <a:folHlink>
        <a:srgbClr val="D000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Graphite, Lighter 60%">
      <a:srgbClr val="B2B4B4"/>
    </a:custClr>
    <a:custClr name="Platinum, Lighter 60%">
      <a:srgbClr val="D8DFDE"/>
    </a:custClr>
    <a:custClr name="Navy, Lighter 60%">
      <a:srgbClr val="99AFC1"/>
    </a:custClr>
    <a:custClr name="Mulberry, Lighter 60%">
      <a:srgbClr val="CD99B9"/>
    </a:custClr>
    <a:custClr name="Gold, Lighter 60%">
      <a:srgbClr val="F9DD99"/>
    </a:custClr>
    <a:custClr name="Magenta, Lighter 60%">
      <a:srgbClr val="EC99C5"/>
    </a:custClr>
    <a:custClr name="Purple, Lighter 60%">
      <a:srgbClr val="B19FBA"/>
    </a:custClr>
    <a:custClr name="Lime Green, Lighter 60%">
      <a:srgbClr val="E7EF99"/>
    </a:custClr>
    <a:custClr name="Light Blue, Lighter 60%">
      <a:srgbClr val="C3EDF2"/>
    </a:custClr>
    <a:custClr name="White">
      <a:srgbClr val="FFFFFF"/>
    </a:custClr>
    <a:custClr name="Graphite, Lighter 40%">
      <a:srgbClr val="8C8F8F"/>
    </a:custClr>
    <a:custClr name="Platinum, Lighter 40%">
      <a:srgbClr val="C4D0CD"/>
    </a:custClr>
    <a:custClr name="Navy, Lighter 40%">
      <a:srgbClr val="6688A3"/>
    </a:custClr>
    <a:custClr name="Mulberry, Lighter 40%">
      <a:srgbClr val="B56697"/>
    </a:custClr>
    <a:custClr name="Gold, Lighter 40%">
      <a:srgbClr val="F6CD66"/>
    </a:custClr>
    <a:custClr name="Magenta, Lighter 40%">
      <a:srgbClr val="E366A9"/>
    </a:custClr>
    <a:custClr name="Purple, Lighter 40%">
      <a:srgbClr val="8A7098"/>
    </a:custClr>
    <a:custClr name="Lime Green, Lighter 40%">
      <a:srgbClr val="DCE666"/>
    </a:custClr>
    <a:custClr name="Light Blue, Lighter 40%">
      <a:srgbClr val="A4E4EC"/>
    </a:custClr>
    <a:custClr name="White">
      <a:srgbClr val="FFFFFF"/>
    </a:custClr>
    <a:custClr name="Graphite, Darker 40%">
      <a:srgbClr val="262929"/>
    </a:custClr>
    <a:custClr name="Platinum, Darker 40%">
      <a:srgbClr val="5E6A67"/>
    </a:custClr>
    <a:custClr name="Navy, Darker 40%">
      <a:srgbClr val="00223D"/>
    </a:custClr>
    <a:custClr name="Mulberry, Darker 40%">
      <a:srgbClr val="4F0031"/>
    </a:custClr>
    <a:custClr name="Gold, Darker 40%">
      <a:srgbClr val="906700"/>
    </a:custClr>
    <a:custClr name="Magenta, Darker 40%">
      <a:srgbClr val="7D0043"/>
    </a:custClr>
    <a:custClr name="Purple, Darker 40%">
      <a:srgbClr val="240A32"/>
    </a:custClr>
    <a:custClr name="Lime Green, Darker 40%">
      <a:srgbClr val="768000"/>
    </a:custClr>
    <a:custClr name="Light Blue, Darker 40%">
      <a:srgbClr val="3E7E86"/>
    </a:custClr>
    <a:custClr name="White">
      <a:srgbClr val="FFFFFF"/>
    </a:custClr>
    <a:custClr name="Graphite, Darker 60%">
      <a:srgbClr val="191B1B"/>
    </a:custClr>
    <a:custClr name="Platinum, Darker 60%">
      <a:srgbClr val="3F4645"/>
    </a:custClr>
    <a:custClr name="Navy, Darker 60%">
      <a:srgbClr val="001628"/>
    </a:custClr>
    <a:custClr name="Mulberry, Darker 60%">
      <a:srgbClr val="340020"/>
    </a:custClr>
    <a:custClr name="Gold, Darker 60%">
      <a:srgbClr val="604400"/>
    </a:custClr>
    <a:custClr name="Magenta, Darker 60%">
      <a:srgbClr val="53002C"/>
    </a:custClr>
    <a:custClr name="Purple, Darker 60%">
      <a:srgbClr val="180621"/>
    </a:custClr>
    <a:custClr name="Lime Green, Darker 60%">
      <a:srgbClr val="4E5600"/>
    </a:custClr>
    <a:custClr name="Light Blue, Darker 60%">
      <a:srgbClr val="2A5459"/>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6e097b6-d8fe-4da5-8003-d8de7de4feab">
      <Terms xmlns="http://schemas.microsoft.com/office/infopath/2007/PartnerControls"/>
    </lcf76f155ced4ddcb4097134ff3c332f>
    <TaxCatchAll xmlns="3a7407db-0533-4625-b4b7-ad91e910723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2AD1796C6DDCA45A08C54F9FD13BFB1" ma:contentTypeVersion="11" ma:contentTypeDescription="Create a new document." ma:contentTypeScope="" ma:versionID="4d3a1302fafee3205ed67eea81b558b3">
  <xsd:schema xmlns:xsd="http://www.w3.org/2001/XMLSchema" xmlns:xs="http://www.w3.org/2001/XMLSchema" xmlns:p="http://schemas.microsoft.com/office/2006/metadata/properties" xmlns:ns2="16e097b6-d8fe-4da5-8003-d8de7de4feab" xmlns:ns3="3a7407db-0533-4625-b4b7-ad91e9107233" targetNamespace="http://schemas.microsoft.com/office/2006/metadata/properties" ma:root="true" ma:fieldsID="020da73cd29edd703aad6d78f8c2c677" ns2:_="" ns3:_="">
    <xsd:import namespace="16e097b6-d8fe-4da5-8003-d8de7de4feab"/>
    <xsd:import namespace="3a7407db-0533-4625-b4b7-ad91e910723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e097b6-d8fe-4da5-8003-d8de7de4fe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a7407db-0533-4625-b4b7-ad91e910723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7a2adf4-20b3-41a5-a089-72c7ccd14ef4}" ma:internalName="TaxCatchAll" ma:showField="CatchAllData" ma:web="3a7407db-0533-4625-b4b7-ad91e91072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BrandIn lastLayout="1"/>
</file>

<file path=customXml/item5.xml><?xml version="1.0" encoding="utf-8"?>
<BrandIn lastLayout="1"/>
</file>

<file path=customXml/item6.xml><?xml version="1.0" encoding="utf-8"?>
<BrandIn lastLayout="1"/>
</file>

<file path=customXml/item7.xml><?xml version="1.0" encoding="utf-8"?>
<BrandIn lastLayout="1"/>
</file>

<file path=customXml/item8.xml><?xml version="1.0" encoding="utf-8"?>
<BrandIn lastLayout="1"/>
</file>

<file path=customXml/item9.xml><?xml version="1.0" encoding="utf-8"?>
<BrandIn lastLayout="1"/>
</file>

<file path=customXml/item10.xml><?xml version="1.0" encoding="utf-8"?>
<BrandIn lastLayout="1"/>
</file>

<file path=customXml/item11.xml><?xml version="1.0" encoding="utf-8"?>
<BrandIn lastLayout="1"/>
</file>

<file path=customXml/item12.xml><?xml version="1.0" encoding="utf-8"?>
<BrandIn lastLayout="1"/>
</file>

<file path=customXml/itemProps1.xml><?xml version="1.0" encoding="utf-8"?>
<ds:datastoreItem xmlns:ds="http://schemas.openxmlformats.org/officeDocument/2006/customXml" ds:itemID="{2AD41FD2-E42A-4705-AA0D-85221307178A}">
  <ds:schemaRefs>
    <ds:schemaRef ds:uri="af4739be-f5ad-4610-8377-6e93d6d28294"/>
    <ds:schemaRef ds:uri="44a56295-c29e-4898-8136-a54736c65b82"/>
    <ds:schemaRef ds:uri="http://www.w3.org/XML/1998/namespace"/>
    <ds:schemaRef ds:uri="http://purl.org/dc/dcmitype/"/>
    <ds:schemaRef ds:uri="http://schemas.microsoft.com/office/infopath/2007/PartnerControls"/>
    <ds:schemaRef ds:uri="http://purl.org/dc/elements/1.1/"/>
    <ds:schemaRef ds:uri="http://schemas.openxmlformats.org/package/2006/metadata/core-properties"/>
    <ds:schemaRef ds:uri="http://schemas.microsoft.com/office/2006/documentManagement/types"/>
    <ds:schemaRef ds:uri="0ee6a125-6c92-4355-8337-3c4a62263e83"/>
    <ds:schemaRef ds:uri="http://schemas.microsoft.com/office/2006/metadata/properties"/>
    <ds:schemaRef ds:uri="http://purl.org/dc/terms/"/>
    <ds:schemaRef ds:uri="16e097b6-d8fe-4da5-8003-d8de7de4feab"/>
    <ds:schemaRef ds:uri="3a7407db-0533-4625-b4b7-ad91e9107233"/>
  </ds:schemaRefs>
</ds:datastoreItem>
</file>

<file path=customXml/itemProps2.xml><?xml version="1.0" encoding="utf-8"?>
<ds:datastoreItem xmlns:ds="http://schemas.openxmlformats.org/officeDocument/2006/customXml" ds:itemID="{39C02748-3634-4A24-AAB5-5A1F224A40F5}">
  <ds:schemaRefs>
    <ds:schemaRef ds:uri="http://schemas.microsoft.com/sharepoint/v3/contenttype/forms"/>
  </ds:schemaRefs>
</ds:datastoreItem>
</file>

<file path=customXml/itemProps3.xml><?xml version="1.0" encoding="utf-8"?>
<ds:datastoreItem xmlns:ds="http://schemas.openxmlformats.org/officeDocument/2006/customXml" ds:itemID="{CEF440F9-6652-4A57-9F4E-325DA8AB1B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e097b6-d8fe-4da5-8003-d8de7de4feab"/>
    <ds:schemaRef ds:uri="3a7407db-0533-4625-b4b7-ad91e91072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A9377F0E-6DE4-47A6-94F7-B5269FE2FCE0}">
  <ds:schemaRefs/>
</ds:datastoreItem>
</file>

<file path=customXml/itemProps5.xml><?xml version="1.0" encoding="utf-8"?>
<ds:datastoreItem xmlns:ds="http://schemas.openxmlformats.org/officeDocument/2006/customXml" ds:itemID="{8B6B0787-9734-4296-B5D3-EC4759041B1D}">
  <ds:schemaRefs/>
</ds:datastoreItem>
</file>

<file path=customXml/itemProps6.xml><?xml version="1.0" encoding="utf-8"?>
<ds:datastoreItem xmlns:ds="http://schemas.openxmlformats.org/officeDocument/2006/customXml" ds:itemID="{82D07F71-FAE4-4758-BC0B-60609551B1CC}">
  <ds:schemaRefs/>
</ds:datastoreItem>
</file>

<file path=customXml/itemProps7.xml><?xml version="1.0" encoding="utf-8"?>
<ds:datastoreItem xmlns:ds="http://schemas.openxmlformats.org/officeDocument/2006/customXml" ds:itemID="{60BB04B5-40D2-4FDA-9336-7994D079CE4F}">
  <ds:schemaRefs/>
</ds:datastoreItem>
</file>

<file path=customXml/itemProps8.xml><?xml version="1.0" encoding="utf-8"?>
<ds:datastoreItem xmlns:ds="http://schemas.openxmlformats.org/officeDocument/2006/customXml" ds:itemID="{3DB22CCA-FF5C-41A5-90F8-AC554C621565}">
  <ds:schemaRefs/>
</ds:datastoreItem>
</file>

<file path=customXml/itemProps9.xml><?xml version="1.0" encoding="utf-8"?>
<ds:datastoreItem xmlns:ds="http://schemas.openxmlformats.org/officeDocument/2006/customXml" ds:itemID="{65C99F1C-FB57-46A7-9B3A-75339810ED4F}">
  <ds:schemaRefs/>
</ds:datastoreItem>
</file>

<file path=customXml/itemProps10.xml><?xml version="1.0" encoding="utf-8"?>
<ds:datastoreItem xmlns:ds="http://schemas.openxmlformats.org/officeDocument/2006/customXml" ds:itemID="{F6414CD9-7AB0-4F44-807F-DF912C5E1A13}">
  <ds:schemaRefs/>
</ds:datastoreItem>
</file>

<file path=customXml/itemProps11.xml><?xml version="1.0" encoding="utf-8"?>
<ds:datastoreItem xmlns:ds="http://schemas.openxmlformats.org/officeDocument/2006/customXml" ds:itemID="{D8B9FEFC-EE17-4515-A8D9-AD44478F0ED6}">
  <ds:schemaRefs/>
</ds:datastoreItem>
</file>

<file path=customXml/itemProps12.xml><?xml version="1.0" encoding="utf-8"?>
<ds:datastoreItem xmlns:ds="http://schemas.openxmlformats.org/officeDocument/2006/customXml" ds:itemID="{CE231AE7-799C-476B-948C-13293BA93F71}">
  <ds:schemaRefs/>
</ds:datastoreItem>
</file>

<file path=docProps/app.xml><?xml version="1.0" encoding="utf-8"?>
<Properties xmlns="http://schemas.openxmlformats.org/officeDocument/2006/extended-properties" xmlns:vt="http://schemas.openxmlformats.org/officeDocument/2006/docPropsVTypes">
  <TotalTime>4</TotalTime>
  <Words>7981</Words>
  <Application>Microsoft Office PowerPoint</Application>
  <PresentationFormat>Widescreen</PresentationFormat>
  <Paragraphs>967</Paragraphs>
  <Slides>27</Slides>
  <Notes>23</Notes>
  <HiddenSlides>2</HiddenSlides>
  <MMClips>0</MMClips>
  <ScaleCrop>false</ScaleCrop>
  <HeadingPairs>
    <vt:vector size="4" baseType="variant">
      <vt:variant>
        <vt:lpstr>Theme</vt:lpstr>
      </vt:variant>
      <vt:variant>
        <vt:i4>9</vt:i4>
      </vt:variant>
      <vt:variant>
        <vt:lpstr>Slide Titles</vt:lpstr>
      </vt:variant>
      <vt:variant>
        <vt:i4>27</vt:i4>
      </vt:variant>
    </vt:vector>
  </HeadingPairs>
  <TitlesOfParts>
    <vt:vector size="36" baseType="lpstr">
      <vt:lpstr>AstraZeneca Standard Template</vt:lpstr>
      <vt:lpstr>Alternative Content Layouts</vt:lpstr>
      <vt:lpstr>Text with Image Layouts</vt:lpstr>
      <vt:lpstr>Key Statements</vt:lpstr>
      <vt:lpstr>Lists</vt:lpstr>
      <vt:lpstr>Agendas</vt:lpstr>
      <vt:lpstr>Speakers</vt:lpstr>
      <vt:lpstr>Logo Holders</vt:lpstr>
      <vt:lpstr>Diagrams</vt:lpstr>
      <vt:lpstr>R&amp;D IT Platforms</vt:lpstr>
      <vt:lpstr>PowerPoint Presentation</vt:lpstr>
      <vt:lpstr>R&amp;D IT Platforms Teams – March 2023 View</vt:lpstr>
      <vt:lpstr>R&amp;D IT Platforms Teams – Jan 2023 View</vt:lpstr>
      <vt:lpstr>R&amp;D IT Platforms Teams – June 2022 View</vt:lpstr>
      <vt:lpstr>R&amp;D IT Portfolio and Platforms – Original View</vt:lpstr>
      <vt:lpstr>Role – Solution Architect</vt:lpstr>
      <vt:lpstr>PowerPoint Presentation</vt:lpstr>
      <vt:lpstr>R&amp;D IT Platform One pagers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Enterprise Platform One pagers</vt:lpstr>
      <vt:lpstr>PowerPoint Presentation</vt:lpstr>
      <vt:lpstr>PowerPoint Presentation</vt:lpstr>
      <vt:lpstr>PowerPoint Presentation</vt:lpstr>
      <vt:lpstr>Old platforms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R&amp;D IT LT  BI-WEEKLY MEETING</dc:title>
  <dc:creator>Jameson, Rob</dc:creator>
  <cp:lastModifiedBy>Plant, Keith</cp:lastModifiedBy>
  <cp:revision>25</cp:revision>
  <dcterms:created xsi:type="dcterms:W3CDTF">2021-03-11T15:52:46Z</dcterms:created>
  <dcterms:modified xsi:type="dcterms:W3CDTF">2026-02-10T09:36:30Z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0x01010082AD1796C6DDCA45A08C54F9FD13BFB1</vt:lpwstr>
  </property>
  <property fmtid="{D5CDD505-2E9C-101B-9397-08002B2CF9AE}" pid="3" name="Order">
    <vt:r8>500</vt:r8>
  </property>
  <property fmtid="{D5CDD505-2E9C-101B-9397-08002B2CF9AE}" pid="4" name="xd_Signature">
    <vt:bool>false</vt:bool>
  </property>
  <property fmtid="{D5CDD505-2E9C-101B-9397-08002B2CF9AE}" pid="5" name="SharedWithUsers">
    <vt:lpwstr>2324;#Brown, Asvina</vt:lpwstr>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ReferenceType">
    <vt:lpwstr>Reference Model</vt:lpwstr>
  </property>
  <property fmtid="{D5CDD505-2E9C-101B-9397-08002B2CF9AE}" pid="10" name="_ExtendedDescription">
    <vt:lpwstr/>
  </property>
  <property fmtid="{D5CDD505-2E9C-101B-9397-08002B2CF9AE}" pid="11" name="TriggerFlowInfo">
    <vt:lpwstr/>
  </property>
  <property fmtid="{D5CDD505-2E9C-101B-9397-08002B2CF9AE}" pid="12" name="Domain">
    <vt:lpwstr>Cross R&amp;D</vt:lpwstr>
  </property>
</Properties>
</file>